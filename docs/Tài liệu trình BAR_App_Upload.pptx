
<file path=[Content_Types].xml><?xml version="1.0" encoding="utf-8"?>
<Types xmlns="http://schemas.openxmlformats.org/package/2006/content-types">
  <Default Extension="bin" ContentType="application/vnd.openxmlformats-officedocument.oleObject"/>
  <Default Extension="png" ContentType="image/png"/>
  <Default Extension="svg" ContentType="image/svg+xml"/>
  <Default Extension="emf" ContentType="image/x-emf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vml" ContentType="application/vnd.openxmlformats-officedocument.vmlDrawing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Override1.xml" ContentType="application/vnd.openxmlformats-officedocument.themeOverride+xml"/>
  <Override PartName="/ppt/tags/tag1.xml" ContentType="application/vnd.openxmlformats-officedocument.presentationml.tags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theme/theme2.xml" ContentType="application/vnd.openxmlformats-officedocument.theme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38.xml" ContentType="application/vnd.openxmlformats-officedocument.presentationml.tags+xml"/>
  <Override PartName="/ppt/tags/tag139.xml" ContentType="application/vnd.openxmlformats-officedocument.presentationml.tags+xml"/>
  <Override PartName="/ppt/tags/tag140.xml" ContentType="application/vnd.openxmlformats-officedocument.presentationml.tags+xml"/>
  <Override PartName="/ppt/tags/tag141.xml" ContentType="application/vnd.openxmlformats-officedocument.presentationml.tags+xml"/>
  <Override PartName="/ppt/tags/tag142.xml" ContentType="application/vnd.openxmlformats-officedocument.presentationml.tags+xml"/>
  <Override PartName="/ppt/tags/tag143.xml" ContentType="application/vnd.openxmlformats-officedocument.presentationml.tags+xml"/>
  <Override PartName="/ppt/tags/tag144.xml" ContentType="application/vnd.openxmlformats-officedocument.presentationml.tags+xml"/>
  <Override PartName="/ppt/tags/tag145.xml" ContentType="application/vnd.openxmlformats-officedocument.presentationml.tags+xml"/>
  <Override PartName="/ppt/tags/tag146.xml" ContentType="application/vnd.openxmlformats-officedocument.presentationml.tags+xml"/>
  <Override PartName="/ppt/tags/tag147.xml" ContentType="application/vnd.openxmlformats-officedocument.presentationml.tags+xml"/>
  <Override PartName="/ppt/tags/tag148.xml" ContentType="application/vnd.openxmlformats-officedocument.presentationml.tags+xml"/>
  <Override PartName="/ppt/tags/tag149.xml" ContentType="application/vnd.openxmlformats-officedocument.presentationml.tags+xml"/>
  <Override PartName="/ppt/tags/tag150.xml" ContentType="application/vnd.openxmlformats-officedocument.presentationml.tags+xml"/>
  <Override PartName="/ppt/tags/tag151.xml" ContentType="application/vnd.openxmlformats-officedocument.presentationml.tags+xml"/>
  <Override PartName="/ppt/tags/tag152.xml" ContentType="application/vnd.openxmlformats-officedocument.presentationml.tags+xml"/>
  <Override PartName="/ppt/tags/tag153.xml" ContentType="application/vnd.openxmlformats-officedocument.presentationml.tags+xml"/>
  <Override PartName="/ppt/tags/tag154.xml" ContentType="application/vnd.openxmlformats-officedocument.presentationml.tags+xml"/>
  <Override PartName="/ppt/tags/tag155.xml" ContentType="application/vnd.openxmlformats-officedocument.presentationml.tags+xml"/>
  <Override PartName="/ppt/tags/tag156.xml" ContentType="application/vnd.openxmlformats-officedocument.presentationml.tags+xml"/>
  <Override PartName="/ppt/tags/tag157.xml" ContentType="application/vnd.openxmlformats-officedocument.presentationml.tags+xml"/>
  <Override PartName="/ppt/tags/tag158.xml" ContentType="application/vnd.openxmlformats-officedocument.presentationml.tags+xml"/>
  <Override PartName="/ppt/tags/tag159.xml" ContentType="application/vnd.openxmlformats-officedocument.presentationml.tags+xml"/>
  <Override PartName="/ppt/tags/tag160.xml" ContentType="application/vnd.openxmlformats-officedocument.presentationml.tags+xml"/>
  <Override PartName="/ppt/tags/tag161.xml" ContentType="application/vnd.openxmlformats-officedocument.presentationml.tags+xml"/>
  <Override PartName="/ppt/tags/tag162.xml" ContentType="application/vnd.openxmlformats-officedocument.presentationml.tags+xml"/>
  <Override PartName="/ppt/tags/tag163.xml" ContentType="application/vnd.openxmlformats-officedocument.presentationml.tags+xml"/>
  <Override PartName="/ppt/tags/tag164.xml" ContentType="application/vnd.openxmlformats-officedocument.presentationml.tags+xml"/>
  <Override PartName="/ppt/theme/theme3.xml" ContentType="application/vnd.openxmlformats-officedocument.theme+xml"/>
  <Override PartName="/ppt/theme/themeOverride2.xml" ContentType="application/vnd.openxmlformats-officedocument.themeOverr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theme/themeOverride3.xml" ContentType="application/vnd.openxmlformats-officedocument.themeOverr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theme/themeOverride4.xml" ContentType="application/vnd.openxmlformats-officedocument.themeOverr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theme/themeOverride5.xml" ContentType="application/vnd.openxmlformats-officedocument.themeOverr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theme/themeOverride6.xml" ContentType="application/vnd.openxmlformats-officedocument.themeOverride+xml"/>
  <Override PartName="/ppt/notesSlides/notesSlide26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authors.xml" ContentType="application/vnd.ms-powerpoint.author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4"/>
    <p:sldMasterId id="2147483675" r:id="rId5"/>
  </p:sldMasterIdLst>
  <p:notesMasterIdLst>
    <p:notesMasterId r:id="rId35"/>
  </p:notesMasterIdLst>
  <p:sldIdLst>
    <p:sldId id="258" r:id="rId6"/>
    <p:sldId id="416" r:id="rId7"/>
    <p:sldId id="341" r:id="rId8"/>
    <p:sldId id="4709" r:id="rId9"/>
    <p:sldId id="4724" r:id="rId10"/>
    <p:sldId id="4725" r:id="rId11"/>
    <p:sldId id="4718" r:id="rId12"/>
    <p:sldId id="418" r:id="rId13"/>
    <p:sldId id="4722" r:id="rId14"/>
    <p:sldId id="355" r:id="rId15"/>
    <p:sldId id="383" r:id="rId16"/>
    <p:sldId id="4723" r:id="rId17"/>
    <p:sldId id="4726" r:id="rId18"/>
    <p:sldId id="4727" r:id="rId19"/>
    <p:sldId id="4728" r:id="rId20"/>
    <p:sldId id="4711" r:id="rId21"/>
    <p:sldId id="4712" r:id="rId22"/>
    <p:sldId id="4729" r:id="rId23"/>
    <p:sldId id="4719" r:id="rId24"/>
    <p:sldId id="4721" r:id="rId25"/>
    <p:sldId id="4714" r:id="rId26"/>
    <p:sldId id="4713" r:id="rId27"/>
    <p:sldId id="4708" r:id="rId28"/>
    <p:sldId id="4710" r:id="rId29"/>
    <p:sldId id="4720" r:id="rId30"/>
    <p:sldId id="575" r:id="rId31"/>
    <p:sldId id="287" r:id="rId32"/>
    <p:sldId id="4716" r:id="rId33"/>
    <p:sldId id="262" r:id="rId3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B526E24E-C63C-1825-3C49-0EDCF0A0515F}" name="Dat Duong Tuan (CN-GD.PTGP&amp;DVDL)" initials="DD" userId="S::datdt15@msb.com.vn::6bfa1f35-005d-4264-8cc8-7bec095c862b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CC"/>
    <a:srgbClr val="E84C22"/>
    <a:srgbClr val="F8931F"/>
    <a:srgbClr val="595959"/>
    <a:srgbClr val="F3AE00"/>
    <a:srgbClr val="E67015"/>
    <a:srgbClr val="EB891B"/>
    <a:srgbClr val="FF671F"/>
    <a:srgbClr val="00FFFF"/>
    <a:srgbClr val="6699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D2716D6D-9C5D-7056-16C5-0175E777FA6B}" v="67" dt="2026-02-09T17:03:21.89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6667" autoAdjust="0"/>
  </p:normalViewPr>
  <p:slideViewPr>
    <p:cSldViewPr snapToGrid="0">
      <p:cViewPr>
        <p:scale>
          <a:sx n="100" d="100"/>
          <a:sy n="100" d="100"/>
        </p:scale>
        <p:origin x="1032" y="54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8.xml"/><Relationship Id="rId18" Type="http://schemas.openxmlformats.org/officeDocument/2006/relationships/slide" Target="slides/slide13.xml"/><Relationship Id="rId26" Type="http://schemas.openxmlformats.org/officeDocument/2006/relationships/slide" Target="slides/slide21.xml"/><Relationship Id="rId39" Type="http://schemas.openxmlformats.org/officeDocument/2006/relationships/tableStyles" Target="tableStyles.xml"/><Relationship Id="rId21" Type="http://schemas.openxmlformats.org/officeDocument/2006/relationships/slide" Target="slides/slide16.xml"/><Relationship Id="rId34" Type="http://schemas.openxmlformats.org/officeDocument/2006/relationships/slide" Target="slides/slide29.xml"/><Relationship Id="rId42" Type="http://schemas.microsoft.com/office/2018/10/relationships/authors" Target="authors.xml"/><Relationship Id="rId7" Type="http://schemas.openxmlformats.org/officeDocument/2006/relationships/slide" Target="slides/slide2.xml"/><Relationship Id="rId2" Type="http://schemas.openxmlformats.org/officeDocument/2006/relationships/customXml" Target="../customXml/item2.xml"/><Relationship Id="rId16" Type="http://schemas.openxmlformats.org/officeDocument/2006/relationships/slide" Target="slides/slide11.xml"/><Relationship Id="rId20" Type="http://schemas.openxmlformats.org/officeDocument/2006/relationships/slide" Target="slides/slide15.xml"/><Relationship Id="rId29" Type="http://schemas.openxmlformats.org/officeDocument/2006/relationships/slide" Target="slides/slide24.xml"/><Relationship Id="rId1" Type="http://schemas.openxmlformats.org/officeDocument/2006/relationships/customXml" Target="../customXml/item1.xml"/><Relationship Id="rId6" Type="http://schemas.openxmlformats.org/officeDocument/2006/relationships/slide" Target="slides/slide1.xml"/><Relationship Id="rId11" Type="http://schemas.openxmlformats.org/officeDocument/2006/relationships/slide" Target="slides/slide6.xml"/><Relationship Id="rId24" Type="http://schemas.openxmlformats.org/officeDocument/2006/relationships/slide" Target="slides/slide19.xml"/><Relationship Id="rId32" Type="http://schemas.openxmlformats.org/officeDocument/2006/relationships/slide" Target="slides/slide27.xml"/><Relationship Id="rId37" Type="http://schemas.openxmlformats.org/officeDocument/2006/relationships/viewProps" Target="viewProps.xml"/><Relationship Id="rId40" Type="http://schemas.microsoft.com/office/2015/10/relationships/revisionInfo" Target="revisionInfo.xml"/><Relationship Id="rId5" Type="http://schemas.openxmlformats.org/officeDocument/2006/relationships/slideMaster" Target="slideMasters/slideMaster2.xml"/><Relationship Id="rId15" Type="http://schemas.openxmlformats.org/officeDocument/2006/relationships/slide" Target="slides/slide10.xml"/><Relationship Id="rId23" Type="http://schemas.openxmlformats.org/officeDocument/2006/relationships/slide" Target="slides/slide18.xml"/><Relationship Id="rId28" Type="http://schemas.openxmlformats.org/officeDocument/2006/relationships/slide" Target="slides/slide23.xml"/><Relationship Id="rId36" Type="http://schemas.openxmlformats.org/officeDocument/2006/relationships/presProps" Target="presProps.xml"/><Relationship Id="rId10" Type="http://schemas.openxmlformats.org/officeDocument/2006/relationships/slide" Target="slides/slide5.xml"/><Relationship Id="rId19" Type="http://schemas.openxmlformats.org/officeDocument/2006/relationships/slide" Target="slides/slide14.xml"/><Relationship Id="rId31" Type="http://schemas.openxmlformats.org/officeDocument/2006/relationships/slide" Target="slides/slide2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22" Type="http://schemas.openxmlformats.org/officeDocument/2006/relationships/slide" Target="slides/slide17.xml"/><Relationship Id="rId27" Type="http://schemas.openxmlformats.org/officeDocument/2006/relationships/slide" Target="slides/slide22.xml"/><Relationship Id="rId30" Type="http://schemas.openxmlformats.org/officeDocument/2006/relationships/slide" Target="slides/slide25.xml"/><Relationship Id="rId35" Type="http://schemas.openxmlformats.org/officeDocument/2006/relationships/notesMaster" Target="notesMasters/notesMaster1.xml"/><Relationship Id="rId8" Type="http://schemas.openxmlformats.org/officeDocument/2006/relationships/slide" Target="slides/slide3.xml"/><Relationship Id="rId3" Type="http://schemas.openxmlformats.org/officeDocument/2006/relationships/customXml" Target="../customXml/item3.xml"/><Relationship Id="rId12" Type="http://schemas.openxmlformats.org/officeDocument/2006/relationships/slide" Target="slides/slide7.xml"/><Relationship Id="rId17" Type="http://schemas.openxmlformats.org/officeDocument/2006/relationships/slide" Target="slides/slide12.xml"/><Relationship Id="rId25" Type="http://schemas.openxmlformats.org/officeDocument/2006/relationships/slide" Target="slides/slide20.xml"/><Relationship Id="rId33" Type="http://schemas.openxmlformats.org/officeDocument/2006/relationships/slide" Target="slides/slide28.xml"/><Relationship Id="rId38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3.xml"/><Relationship Id="rId2" Type="http://schemas.microsoft.com/office/2011/relationships/chartColorStyle" Target="colors1.xml"/><Relationship Id="rId1" Type="http://schemas.microsoft.com/office/2011/relationships/chartStyle" Target="style1.xml"/><Relationship Id="rId4" Type="http://schemas.openxmlformats.org/officeDocument/2006/relationships/oleObject" Target="Book2" TargetMode="Externa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themeOverride" Target="../theme/themeOverride4.xml"/><Relationship Id="rId2" Type="http://schemas.microsoft.com/office/2011/relationships/chartColorStyle" Target="colors2.xml"/><Relationship Id="rId1" Type="http://schemas.microsoft.com/office/2011/relationships/chartStyle" Target="style2.xml"/><Relationship Id="rId4" Type="http://schemas.openxmlformats.org/officeDocument/2006/relationships/oleObject" Target="Book2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rgbClr val="0E9AA7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rgbClr val="0E9A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C9B1-4F7E-8369-31AD66E20A5A}"/>
              </c:ext>
            </c:extLst>
          </c:dPt>
          <c:dPt>
            <c:idx val="1"/>
            <c:invertIfNegative val="0"/>
            <c:bubble3D val="0"/>
            <c:spPr>
              <a:solidFill>
                <a:srgbClr val="0E9A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C9B1-4F7E-8369-31AD66E20A5A}"/>
              </c:ext>
            </c:extLst>
          </c:dPt>
          <c:dPt>
            <c:idx val="2"/>
            <c:invertIfNegative val="0"/>
            <c:bubble3D val="0"/>
            <c:spPr>
              <a:solidFill>
                <a:srgbClr val="0E9AA7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C9B1-4F7E-8369-31AD66E20A5A}"/>
              </c:ext>
            </c:extLst>
          </c:dPt>
          <c:dLbls>
            <c:dLbl>
              <c:idx val="0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1-C9B1-4F7E-8369-31AD66E20A5A}"/>
                </c:ext>
              </c:extLst>
            </c:dLbl>
            <c:dLbl>
              <c:idx val="1"/>
              <c:delete val="1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C9B1-4F7E-8369-31AD66E20A5A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Sheet1!$A$1:$A$3</c:f>
              <c:strCache>
                <c:ptCount val="3"/>
                <c:pt idx="0">
                  <c:v>Undefined</c:v>
                </c:pt>
                <c:pt idx="1">
                  <c:v>Unverified</c:v>
                </c:pt>
                <c:pt idx="2">
                  <c:v>Verified</c:v>
                </c:pt>
              </c:strCache>
            </c:strRef>
          </c:cat>
          <c:val>
            <c:numRef>
              <c:f>Sheet1!$B$1:$B$3</c:f>
              <c:numCache>
                <c:formatCode>_(* #,##0_);_(* \(#,##0\);_(* "-"??_);_(@_)</c:formatCode>
                <c:ptCount val="3"/>
                <c:pt idx="0">
                  <c:v>6066251</c:v>
                </c:pt>
                <c:pt idx="1">
                  <c:v>496211</c:v>
                </c:pt>
                <c:pt idx="2">
                  <c:v>746767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C9B1-4F7E-8369-31AD66E20A5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869327152"/>
        <c:axId val="1869320912"/>
      </c:barChart>
      <c:catAx>
        <c:axId val="186932715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69320912"/>
        <c:crosses val="autoZero"/>
        <c:auto val="1"/>
        <c:lblAlgn val="ctr"/>
        <c:lblOffset val="100"/>
        <c:noMultiLvlLbl val="0"/>
      </c:catAx>
      <c:valAx>
        <c:axId val="1869320912"/>
        <c:scaling>
          <c:orientation val="minMax"/>
        </c:scaling>
        <c:delete val="1"/>
        <c:axPos val="b"/>
        <c:numFmt formatCode="_(* #,##0_);_(* \(#,##0\);_(* &quot;-&quot;??_);_(@_)" sourceLinked="1"/>
        <c:majorTickMark val="none"/>
        <c:minorTickMark val="none"/>
        <c:tickLblPos val="nextTo"/>
        <c:crossAx val="186932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lrMapOvr bg1="lt1" tx1="dk1" bg2="lt2" tx2="dk2" accent1="accent1" accent2="accent2" accent3="accent3" accent4="accent4" accent5="accent5" accent6="accent6" hlink="hlink" folHlink="folHlink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rgbClr val="EE452F"/>
            </a:solidFill>
            <a:ln>
              <a:noFill/>
            </a:ln>
            <a:effectLst/>
          </c:spPr>
          <c:invertIfNegative val="0"/>
          <c:dPt>
            <c:idx val="0"/>
            <c:invertIfNegative val="0"/>
            <c:bubble3D val="0"/>
            <c:spPr>
              <a:solidFill>
                <a:schemeClr val="bg1">
                  <a:lumMod val="75000"/>
                </a:schemeClr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1-84E0-4E23-A6C2-60AC349CE9DC}"/>
              </c:ext>
            </c:extLst>
          </c:dPt>
          <c:dPt>
            <c:idx val="1"/>
            <c:invertIfNegative val="0"/>
            <c:bubble3D val="0"/>
            <c:spPr>
              <a:solidFill>
                <a:srgbClr val="EE452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3-84E0-4E23-A6C2-60AC349CE9DC}"/>
              </c:ext>
            </c:extLst>
          </c:dPt>
          <c:dPt>
            <c:idx val="2"/>
            <c:invertIfNegative val="0"/>
            <c:bubble3D val="0"/>
            <c:spPr>
              <a:solidFill>
                <a:srgbClr val="EE452F"/>
              </a:solidFill>
              <a:ln>
                <a:noFill/>
              </a:ln>
              <a:effectLst/>
            </c:spPr>
            <c:extLst>
              <c:ext xmlns:c16="http://schemas.microsoft.com/office/drawing/2014/chart" uri="{C3380CC4-5D6E-409C-BE32-E72D297353CC}">
                <c16:uniqueId val="{00000005-84E0-4E23-A6C2-60AC349CE9DC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Sheet1!$A$1:$A$3</c:f>
              <c:strCache>
                <c:ptCount val="3"/>
                <c:pt idx="0">
                  <c:v>Undefined</c:v>
                </c:pt>
                <c:pt idx="1">
                  <c:v>Unverified</c:v>
                </c:pt>
                <c:pt idx="2">
                  <c:v>Verified</c:v>
                </c:pt>
              </c:strCache>
            </c:strRef>
          </c:cat>
          <c:val>
            <c:numRef>
              <c:f>Sheet1!$B$1:$B$3</c:f>
              <c:numCache>
                <c:formatCode>_(* #,##0_);_(* \(#,##0\);_(* "-"??_);_(@_)</c:formatCode>
                <c:ptCount val="3"/>
                <c:pt idx="0">
                  <c:v>6066251</c:v>
                </c:pt>
                <c:pt idx="1">
                  <c:v>496211</c:v>
                </c:pt>
                <c:pt idx="2">
                  <c:v>746767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84E0-4E23-A6C2-60AC349CE9DC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82"/>
        <c:axId val="1869327152"/>
        <c:axId val="1869320912"/>
      </c:barChart>
      <c:catAx>
        <c:axId val="1869327152"/>
        <c:scaling>
          <c:orientation val="minMax"/>
        </c:scaling>
        <c:delete val="0"/>
        <c:axPos val="l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869320912"/>
        <c:crosses val="autoZero"/>
        <c:auto val="1"/>
        <c:lblAlgn val="ctr"/>
        <c:lblOffset val="100"/>
        <c:noMultiLvlLbl val="0"/>
      </c:catAx>
      <c:valAx>
        <c:axId val="1869320912"/>
        <c:scaling>
          <c:orientation val="minMax"/>
        </c:scaling>
        <c:delete val="1"/>
        <c:axPos val="b"/>
        <c:numFmt formatCode="_(* #,##0_);_(* \(#,##0\);_(* &quot;-&quot;??_);_(@_)" sourceLinked="1"/>
        <c:majorTickMark val="none"/>
        <c:minorTickMark val="none"/>
        <c:tickLblPos val="nextTo"/>
        <c:crossAx val="186932715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4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16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rawings/_rels/vmlDrawing1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7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8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9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0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2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4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5.vml.rels><?xml version="1.0" encoding="UTF-8" standalone="yes"?>
<Relationships xmlns="http://schemas.openxmlformats.org/package/2006/relationships"><Relationship Id="rId1" Type="http://schemas.openxmlformats.org/officeDocument/2006/relationships/image" Target="../media/image9.emf"/></Relationships>
</file>

<file path=ppt/drawings/_rels/vmlDrawing16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17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8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19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0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drawings/_rels/vmlDrawing21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2.vml.rels><?xml version="1.0" encoding="UTF-8" standalone="yes"?>
<Relationships xmlns="http://schemas.openxmlformats.org/package/2006/relationships"><Relationship Id="rId1" Type="http://schemas.openxmlformats.org/officeDocument/2006/relationships/image" Target="../media/image4.emf"/></Relationships>
</file>

<file path=ppt/drawings/_rels/vmlDrawing23.vml.rels><?xml version="1.0" encoding="UTF-8" standalone="yes"?>
<Relationships xmlns="http://schemas.openxmlformats.org/package/2006/relationships"><Relationship Id="rId1" Type="http://schemas.openxmlformats.org/officeDocument/2006/relationships/image" Target="../media/image1.e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F34E3EE-A17F-4DB4-B1F3-D446441B65E3}" type="datetimeFigureOut">
              <a:rPr lang="en-US" smtClean="0"/>
              <a:t>2/24/2026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D2A4B31-E220-4D9A-8D6D-C00945709A1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12275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4923F0-ADC0-490A-9379-761BF1A89A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626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T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trạng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nay, NV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đang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upload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thuế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 Jupiter.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lưu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tạm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thời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Jupiter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DLL ETL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LDZ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map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các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nguồn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khác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của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MSB,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đó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người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dùng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này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đang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tuân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thủ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hoạch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kiến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trúc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“TTNT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triển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năng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import/export file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thuế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chỉ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phục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vụ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đối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Jupiter Reconcile.”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Mục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tiêu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của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Ứng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dụng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Upload Enterprise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được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thiết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kế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trở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thành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công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cụ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hỗ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upload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thường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xuyên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với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các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mục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tiêu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cốt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lõi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lvl="0"/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Tập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vào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Raw: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Chức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năng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nạp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nguyên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bản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(Raw data)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một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cách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nhanh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chóng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xác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Kiểm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soát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chất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lượng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(Validation):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Đảm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bảo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trước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hệ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thống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phải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vượt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qua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các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bước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kiểm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(validate)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định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dạng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cấu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trúc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toàn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vẹn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cơ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bản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lvl="0"/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Tăng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khả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năng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kiếm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soát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theo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dõi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truy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vết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lịch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sử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upload</a:t>
            </a:r>
          </a:p>
          <a:p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Tối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giản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quy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trình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Ứng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dụng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tập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trung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nạp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không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thực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hiện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các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xử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lý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biến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đổi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dữ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liệu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phức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tạp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(Transform)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để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đảm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bảo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tốc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độ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và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tính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nguyên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bản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của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nguồn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231135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r>
              <a:rPr lang="vi-VN" dirty="0"/>
              <a:t>Hệ thống có nên cho phép upload theo lô nhiều files không? Như vậy bài toán sẽ mở rộng ra nhiều?</a:t>
            </a:r>
          </a:p>
          <a:p>
            <a:pPr marL="171450" indent="-171450">
              <a:buFontTx/>
              <a:buChar char="-"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504950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Tập trung từ biz req của 2 cái QLYC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197163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BE5B91-0202-EABE-C8DE-67E847172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78CE728-6CDD-35CB-BCE7-D6841912CAB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22BCE06-9A65-87D6-CB50-026D53557C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0ED2A99-5539-EDA4-C7C6-78894AC6CE6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9078829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8A89B7-ECC3-C550-071D-FC9F53BDA6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B5D04BB-B8AB-4DA1-FEB7-F0B77698241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72B55A5-7766-90C6-81E9-855ACEE8D33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Trao đổi với DnD để hỗ trợ điền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6A1674-14DB-81C6-B94D-2FB05C2E019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D2A4B31-E220-4D9A-8D6D-C00945709A12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02526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F1AA98-6E2A-B912-F8F9-09FE531D39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8CCFEE4-F593-2FA1-5DB6-26AD35234D6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8EA2BE1-140E-3D43-D8AE-FD1318B73DD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1"/>
            <a:r>
              <a:rPr lang="en-US" sz="1100" b="1" dirty="0" err="1">
                <a:latin typeface="Segoe UI"/>
                <a:cs typeface="Segoe UI"/>
              </a:rPr>
              <a:t>Kết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quả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kiến</a:t>
            </a:r>
            <a:r>
              <a:rPr lang="en-US" sz="1100" b="1" dirty="0">
                <a:latin typeface="Segoe UI"/>
                <a:cs typeface="Segoe UI"/>
              </a:rPr>
              <a:t> </a:t>
            </a:r>
            <a:r>
              <a:rPr lang="en-US" sz="1100" b="1" dirty="0" err="1">
                <a:latin typeface="Segoe UI"/>
                <a:cs typeface="Segoe UI"/>
              </a:rPr>
              <a:t>trúc</a:t>
            </a:r>
            <a:r>
              <a:rPr lang="vi-VN" sz="1100" b="1" dirty="0">
                <a:latin typeface="Segoe UI"/>
                <a:cs typeface="Segoe UI"/>
              </a:rPr>
              <a:t> phase 1</a:t>
            </a:r>
            <a:endParaRPr lang="en-US" dirty="0">
              <a:ea typeface="Calibri"/>
              <a:cs typeface="Calibri"/>
            </a:endParaRPr>
          </a:p>
          <a:p>
            <a:pPr marL="285750" indent="-285750">
              <a:buFont typeface="Arial"/>
              <a:buChar char="•"/>
            </a:pPr>
            <a:r>
              <a:rPr lang="en-US" sz="1100" dirty="0" err="1">
                <a:latin typeface="Segoe UI"/>
                <a:cs typeface="Segoe UI"/>
              </a:rPr>
              <a:t>Luồng</a:t>
            </a:r>
            <a:r>
              <a:rPr lang="en-US" sz="1100" dirty="0">
                <a:latin typeface="Segoe UI"/>
                <a:cs typeface="Segoe UI"/>
              </a:rPr>
              <a:t> upload </a:t>
            </a:r>
            <a:r>
              <a:rPr lang="en-US" sz="1100" b="1" dirty="0">
                <a:latin typeface="Segoe UI"/>
                <a:cs typeface="Segoe UI"/>
              </a:rPr>
              <a:t>asynchronous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1100" dirty="0" err="1">
                <a:latin typeface="Segoe UI"/>
                <a:cs typeface="Segoe UI"/>
              </a:rPr>
              <a:t>Tách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biệt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rõ</a:t>
            </a:r>
            <a:r>
              <a:rPr lang="vi-VN" sz="1100" dirty="0">
                <a:latin typeface="Segoe UI"/>
                <a:cs typeface="Segoe UI"/>
              </a:rPr>
              <a:t> các service: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b="1" dirty="0">
                <a:latin typeface="Segoe UI"/>
                <a:cs typeface="Segoe UI"/>
              </a:rPr>
              <a:t>upload – validate – ingest</a:t>
            </a:r>
            <a:endParaRPr lang="en-US" dirty="0"/>
          </a:p>
          <a:p>
            <a:pPr marL="285750" indent="-285750">
              <a:buFont typeface="Arial"/>
              <a:buChar char="•"/>
            </a:pPr>
            <a:r>
              <a:rPr lang="en-US" sz="1100" dirty="0" err="1">
                <a:latin typeface="Segoe UI"/>
                <a:cs typeface="Segoe UI"/>
              </a:rPr>
              <a:t>Sẵn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sàng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mở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rộng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định</a:t>
            </a:r>
            <a:r>
              <a:rPr lang="en-US" sz="1100" dirty="0">
                <a:latin typeface="Segoe UI"/>
                <a:cs typeface="Segoe UI"/>
              </a:rPr>
              <a:t> </a:t>
            </a:r>
            <a:r>
              <a:rPr lang="en-US" sz="1100" dirty="0" err="1">
                <a:latin typeface="Segoe UI"/>
                <a:cs typeface="Segoe UI"/>
              </a:rPr>
              <a:t>dạng</a:t>
            </a:r>
            <a:r>
              <a:rPr lang="en-US" sz="1100" dirty="0">
                <a:latin typeface="Segoe UI"/>
                <a:cs typeface="Segoe UI"/>
              </a:rPr>
              <a:t> file</a:t>
            </a:r>
            <a:endParaRPr lang="en-US" dirty="0"/>
          </a:p>
          <a:p>
            <a:pPr>
              <a:buFont typeface=""/>
              <a:buChar char="•"/>
            </a:pPr>
            <a:r>
              <a:rPr lang="en-US" b="1" dirty="0">
                <a:latin typeface="Segoe UI"/>
                <a:ea typeface="Segoe UI"/>
                <a:cs typeface="Segoe UI"/>
              </a:rPr>
              <a:t>Phase 1 (Checklist)</a:t>
            </a:r>
            <a:br>
              <a:rPr lang="en-US" dirty="0">
                <a:latin typeface="Segoe UI"/>
                <a:ea typeface="Segoe UI"/>
                <a:cs typeface="Segoe UI"/>
              </a:rPr>
            </a:br>
            <a:r>
              <a:rPr lang="en-US" dirty="0">
                <a:latin typeface="Segoe UI"/>
                <a:ea typeface="Segoe UI"/>
                <a:cs typeface="Segoe UI"/>
              </a:rPr>
              <a:t>→ MVP, validate </a:t>
            </a:r>
            <a:r>
              <a:rPr lang="en-US" dirty="0" err="1">
                <a:latin typeface="Segoe UI"/>
                <a:ea typeface="Segoe UI"/>
                <a:cs typeface="Segoe UI"/>
              </a:rPr>
              <a:t>kiến</a:t>
            </a:r>
            <a:r>
              <a:rPr lang="en-US" dirty="0">
                <a:latin typeface="Segoe UI"/>
                <a:ea typeface="Segoe UI"/>
                <a:cs typeface="Segoe UI"/>
              </a:rPr>
              <a:t> </a:t>
            </a:r>
            <a:r>
              <a:rPr lang="en-US" dirty="0" err="1">
                <a:latin typeface="Segoe UI"/>
                <a:ea typeface="Segoe UI"/>
                <a:cs typeface="Segoe UI"/>
              </a:rPr>
              <a:t>trúc</a:t>
            </a:r>
            <a:r>
              <a:rPr lang="en-US" dirty="0">
                <a:latin typeface="Segoe UI"/>
                <a:ea typeface="Segoe UI"/>
                <a:cs typeface="Segoe UI"/>
              </a:rPr>
              <a:t>, </a:t>
            </a:r>
            <a:r>
              <a:rPr lang="en-US" dirty="0" err="1">
                <a:latin typeface="Segoe UI"/>
                <a:ea typeface="Segoe UI"/>
                <a:cs typeface="Segoe UI"/>
              </a:rPr>
              <a:t>kiểm</a:t>
            </a:r>
            <a:r>
              <a:rPr lang="en-US" dirty="0">
                <a:latin typeface="Segoe UI"/>
                <a:ea typeface="Segoe UI"/>
                <a:cs typeface="Segoe UI"/>
              </a:rPr>
              <a:t> </a:t>
            </a:r>
            <a:r>
              <a:rPr lang="en-US" dirty="0" err="1">
                <a:latin typeface="Segoe UI"/>
                <a:ea typeface="Segoe UI"/>
                <a:cs typeface="Segoe UI"/>
              </a:rPr>
              <a:t>soát</a:t>
            </a:r>
            <a:r>
              <a:rPr lang="en-US" dirty="0">
                <a:latin typeface="Segoe UI"/>
                <a:ea typeface="Segoe UI"/>
                <a:cs typeface="Segoe UI"/>
              </a:rPr>
              <a:t> </a:t>
            </a:r>
            <a:r>
              <a:rPr lang="en-US" dirty="0" err="1">
                <a:latin typeface="Segoe UI"/>
                <a:ea typeface="Segoe UI"/>
                <a:cs typeface="Segoe UI"/>
              </a:rPr>
              <a:t>phạm</a:t>
            </a:r>
            <a:r>
              <a:rPr lang="en-US" dirty="0">
                <a:latin typeface="Segoe UI"/>
                <a:ea typeface="Segoe UI"/>
                <a:cs typeface="Segoe UI"/>
              </a:rPr>
              <a:t> vi, </a:t>
            </a:r>
            <a:r>
              <a:rPr lang="en-US" dirty="0" err="1">
                <a:latin typeface="Segoe UI"/>
                <a:ea typeface="Segoe UI"/>
                <a:cs typeface="Segoe UI"/>
              </a:rPr>
              <a:t>giảm</a:t>
            </a:r>
            <a:r>
              <a:rPr lang="en-US" dirty="0">
                <a:latin typeface="Segoe UI"/>
                <a:ea typeface="Segoe UI"/>
                <a:cs typeface="Segoe UI"/>
              </a:rPr>
              <a:t> </a:t>
            </a:r>
            <a:r>
              <a:rPr lang="en-US" dirty="0" err="1">
                <a:latin typeface="Segoe UI"/>
                <a:ea typeface="Segoe UI"/>
                <a:cs typeface="Segoe UI"/>
              </a:rPr>
              <a:t>rủi</a:t>
            </a:r>
            <a:r>
              <a:rPr lang="en-US" dirty="0">
                <a:latin typeface="Segoe UI"/>
                <a:ea typeface="Segoe UI"/>
                <a:cs typeface="Segoe UI"/>
              </a:rPr>
              <a:t> </a:t>
            </a:r>
            <a:r>
              <a:rPr lang="en-US" dirty="0" err="1">
                <a:latin typeface="Segoe UI"/>
                <a:ea typeface="Segoe UI"/>
                <a:cs typeface="Segoe UI"/>
              </a:rPr>
              <a:t>ro</a:t>
            </a:r>
            <a:endParaRPr lang="en-US" dirty="0">
              <a:latin typeface="Segoe UI"/>
              <a:ea typeface="Segoe UI"/>
              <a:cs typeface="Segoe UI"/>
            </a:endParaRPr>
          </a:p>
          <a:p>
            <a:pPr>
              <a:buFont typeface=""/>
              <a:buChar char="•"/>
            </a:pPr>
            <a:r>
              <a:rPr lang="en-US" b="1" dirty="0">
                <a:latin typeface="Segoe UI"/>
                <a:ea typeface="Segoe UI"/>
                <a:cs typeface="Segoe UI"/>
              </a:rPr>
              <a:t>Phase 2 (Folder </a:t>
            </a:r>
            <a:r>
              <a:rPr lang="en-US" b="1" dirty="0" err="1">
                <a:latin typeface="Segoe UI"/>
                <a:ea typeface="Segoe UI"/>
                <a:cs typeface="Segoe UI"/>
              </a:rPr>
              <a:t>mở</a:t>
            </a:r>
            <a:r>
              <a:rPr lang="en-US" b="1" dirty="0">
                <a:latin typeface="Segoe UI"/>
                <a:ea typeface="Segoe UI"/>
                <a:cs typeface="Segoe UI"/>
              </a:rPr>
              <a:t> </a:t>
            </a:r>
            <a:r>
              <a:rPr lang="en-US" b="1" dirty="0" err="1">
                <a:latin typeface="Segoe UI"/>
                <a:ea typeface="Segoe UI"/>
                <a:cs typeface="Segoe UI"/>
              </a:rPr>
              <a:t>rộng</a:t>
            </a:r>
            <a:r>
              <a:rPr lang="en-US" b="1" dirty="0">
                <a:latin typeface="Segoe UI"/>
                <a:ea typeface="Segoe UI"/>
                <a:cs typeface="Segoe UI"/>
              </a:rPr>
              <a:t>)</a:t>
            </a:r>
            <a:br>
              <a:rPr lang="en-US" dirty="0">
                <a:latin typeface="Segoe UI"/>
                <a:ea typeface="Segoe UI"/>
                <a:cs typeface="Segoe UI"/>
              </a:rPr>
            </a:br>
            <a:r>
              <a:rPr lang="en-US" dirty="0">
                <a:latin typeface="Segoe UI"/>
                <a:ea typeface="Segoe UI"/>
                <a:cs typeface="Segoe UI"/>
              </a:rPr>
              <a:t>→ Scale capability, </a:t>
            </a:r>
            <a:r>
              <a:rPr lang="en-US" dirty="0" err="1">
                <a:latin typeface="Segoe UI"/>
                <a:ea typeface="Segoe UI"/>
                <a:cs typeface="Segoe UI"/>
              </a:rPr>
              <a:t>không</a:t>
            </a:r>
            <a:r>
              <a:rPr lang="en-US" dirty="0">
                <a:latin typeface="Segoe UI"/>
                <a:ea typeface="Segoe UI"/>
                <a:cs typeface="Segoe UI"/>
              </a:rPr>
              <a:t> </a:t>
            </a:r>
            <a:r>
              <a:rPr lang="en-US" dirty="0" err="1">
                <a:latin typeface="Segoe UI"/>
                <a:ea typeface="Segoe UI"/>
                <a:cs typeface="Segoe UI"/>
              </a:rPr>
              <a:t>thay</a:t>
            </a:r>
            <a:r>
              <a:rPr lang="en-US" dirty="0">
                <a:latin typeface="Segoe UI"/>
                <a:ea typeface="Segoe UI"/>
                <a:cs typeface="Segoe UI"/>
              </a:rPr>
              <a:t> </a:t>
            </a:r>
            <a:r>
              <a:rPr lang="en-US" dirty="0" err="1">
                <a:latin typeface="Segoe UI"/>
                <a:ea typeface="Segoe UI"/>
                <a:cs typeface="Segoe UI"/>
              </a:rPr>
              <a:t>đổi</a:t>
            </a:r>
            <a:r>
              <a:rPr lang="en-US" dirty="0">
                <a:latin typeface="Segoe UI"/>
                <a:ea typeface="Segoe UI"/>
                <a:cs typeface="Segoe UI"/>
              </a:rPr>
              <a:t> foundation</a:t>
            </a:r>
          </a:p>
          <a:p>
            <a:endParaRPr lang="en-US" dirty="0">
              <a:latin typeface="Segoe UI"/>
              <a:ea typeface="Segoe UI"/>
              <a:cs typeface="Segoe UI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6DD2DB7-A2CA-98C6-1689-CC919209899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545119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Bao gồm các cấu phần: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IT Capability map (nhờ a Giáo điền)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Application architecture (list down các application tham gia vào quá trình xây dựng các model ML + meaning từng application)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Intergration architecture (các application tương tác với nhau như nào? Chỉ rõ những instant riêng lẻ)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Data flow (luồng dữ liệu đi như nào giữa các hệ thống để train/test / serving model?)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Deployment architecture (băng thông, cổng port/firewall, hạ tầng cần thiết để vận hành, bảo mật)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/>
              <a:t>Checklist ATTT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38281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1FB2C-A497-6794-67EC-4E3542C78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F8CD0-9503-4507-C1B5-8F28A34A3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4C85B-E0AB-01F8-320B-326FBB5DA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Thêm mũi tên từ AZ &gt;&gt; DS IDE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Thêm mũi tên twf file storage &gt;&gt; DS IDE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F2909-C87D-0B27-0F28-94B56F731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088915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4F5F6-1D70-CF48-7643-7A9CC3C95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EAF33-E51C-AD81-CFBE-76A69E0CF2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378E23-FF42-31FF-2B7E-D826C4EB8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Thêm</a:t>
            </a:r>
            <a:r>
              <a:rPr lang="en-US" dirty="0"/>
              <a:t> </a:t>
            </a:r>
            <a:r>
              <a:rPr lang="en-US" dirty="0" err="1"/>
              <a:t>mũi</a:t>
            </a:r>
            <a:r>
              <a:rPr lang="en-US" dirty="0"/>
              <a:t>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AZ &gt;&gt; DS IDE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Thêm</a:t>
            </a:r>
            <a:r>
              <a:rPr lang="en-US" dirty="0"/>
              <a:t> </a:t>
            </a:r>
            <a:r>
              <a:rPr lang="en-US" dirty="0" err="1"/>
              <a:t>mũi</a:t>
            </a:r>
            <a:r>
              <a:rPr lang="en-US" dirty="0"/>
              <a:t>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twf</a:t>
            </a:r>
            <a:r>
              <a:rPr lang="en-US" dirty="0"/>
              <a:t> file storage &gt;&gt; DS IDE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DBC617-958A-A578-4FDA-2A630BFE4C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91606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4F5F6-1D70-CF48-7643-7A9CC3C95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EAF33-E51C-AD81-CFBE-76A69E0CF2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378E23-FF42-31FF-2B7E-D826C4EB8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Thêm mũi tên từ AZ &gt;&gt; DS IDE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Thêm mũi tên twf file storage &gt;&gt; DS IDE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DBC617-958A-A578-4FDA-2A630BFE4C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148616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4F5F6-1D70-CF48-7643-7A9CC3C95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EAF33-E51C-AD81-CFBE-76A69E0CF2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378E23-FF42-31FF-2B7E-D826C4EB8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DBC617-958A-A578-4FDA-2A630BFE4C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24162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E4F5F6-1D70-CF48-7643-7A9CC3C951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CBEAF33-E51C-AD81-CFBE-76A69E0CF2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378E23-FF42-31FF-2B7E-D826C4EB8B4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Thêm</a:t>
            </a:r>
            <a:r>
              <a:rPr lang="en-US" dirty="0"/>
              <a:t> </a:t>
            </a:r>
            <a:r>
              <a:rPr lang="en-US" dirty="0" err="1"/>
              <a:t>mũi</a:t>
            </a:r>
            <a:r>
              <a:rPr lang="en-US" dirty="0"/>
              <a:t>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từ</a:t>
            </a:r>
            <a:r>
              <a:rPr lang="en-US" dirty="0"/>
              <a:t> AZ &gt;&gt; DS IDE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Thêm</a:t>
            </a:r>
            <a:r>
              <a:rPr lang="en-US" dirty="0"/>
              <a:t> </a:t>
            </a:r>
            <a:r>
              <a:rPr lang="en-US" dirty="0" err="1"/>
              <a:t>mũi</a:t>
            </a:r>
            <a:r>
              <a:rPr lang="en-US" dirty="0"/>
              <a:t> </a:t>
            </a:r>
            <a:r>
              <a:rPr lang="en-US" dirty="0" err="1"/>
              <a:t>tên</a:t>
            </a:r>
            <a:r>
              <a:rPr lang="en-US" dirty="0"/>
              <a:t> </a:t>
            </a:r>
            <a:r>
              <a:rPr lang="en-US" dirty="0" err="1"/>
              <a:t>twf</a:t>
            </a:r>
            <a:r>
              <a:rPr lang="en-US" dirty="0"/>
              <a:t> file storage &gt;&gt; DS IDE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DBC617-958A-A578-4FDA-2A630BFE4C4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60257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1FB2C-A497-6794-67EC-4E3542C78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F8CD0-9503-4507-C1B5-8F28A34A3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4C85B-E0AB-01F8-320B-326FBB5DA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System profile: Analytics Platform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Anh Giáp check lại giúp em kiến trúc final cho phần này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F2909-C87D-0B27-0F28-94B56F731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039305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1FB2C-A497-6794-67EC-4E3542C78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F8CD0-9503-4507-C1B5-8F28A34A3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4C85B-E0AB-01F8-320B-326FBB5DA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F2909-C87D-0B27-0F28-94B56F731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592810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1FB2C-A497-6794-67EC-4E3542C78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F8CD0-9503-4507-C1B5-8F28A34A3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4C85B-E0AB-01F8-320B-326FBB5DA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F2909-C87D-0B27-0F28-94B56F731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44108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58547B-59BA-E094-2039-7CC0DFBE23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F3A9B59-C329-5085-ABA6-6474DCE1978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240411E-853C-B970-6B89-E1DC925B826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B8C0434-16A3-E7CB-8B3B-88F23A8509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1303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1FB2C-A497-6794-67EC-4E3542C78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F8CD0-9503-4507-C1B5-8F28A34A3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4C85B-E0AB-01F8-320B-326FBB5DA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System profile: Analytics Platform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Anh Giáp check lại giúp em kiến trúc final cho phần này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F2909-C87D-0B27-0F28-94B56F731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81626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1FB2C-A497-6794-67EC-4E3542C78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F8CD0-9503-4507-C1B5-8F28A34A3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4C85B-E0AB-01F8-320B-326FBB5DA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System profile: Analytics Platform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Anh </a:t>
            </a:r>
            <a:r>
              <a:rPr lang="en-US" dirty="0" err="1"/>
              <a:t>Giáp</a:t>
            </a:r>
            <a:r>
              <a:rPr lang="en-US" dirty="0"/>
              <a:t> check </a:t>
            </a:r>
            <a:r>
              <a:rPr lang="en-US" dirty="0" err="1"/>
              <a:t>lại</a:t>
            </a:r>
            <a:r>
              <a:rPr lang="en-US" dirty="0"/>
              <a:t> </a:t>
            </a:r>
            <a:r>
              <a:rPr lang="en-US" dirty="0" err="1"/>
              <a:t>giúp</a:t>
            </a:r>
            <a:r>
              <a:rPr lang="en-US" dirty="0"/>
              <a:t> </a:t>
            </a:r>
            <a:r>
              <a:rPr lang="en-US" dirty="0" err="1"/>
              <a:t>em</a:t>
            </a:r>
            <a:r>
              <a:rPr lang="en-US" dirty="0"/>
              <a:t> </a:t>
            </a:r>
            <a:r>
              <a:rPr lang="en-US" dirty="0" err="1"/>
              <a:t>kiến</a:t>
            </a:r>
            <a:r>
              <a:rPr lang="en-US" dirty="0"/>
              <a:t> </a:t>
            </a:r>
            <a:r>
              <a:rPr lang="en-US" dirty="0" err="1"/>
              <a:t>trúc</a:t>
            </a:r>
            <a:r>
              <a:rPr lang="en-US" dirty="0"/>
              <a:t> final </a:t>
            </a:r>
            <a:r>
              <a:rPr lang="en-US" dirty="0" err="1"/>
              <a:t>cho</a:t>
            </a:r>
            <a:r>
              <a:rPr lang="en-US" dirty="0"/>
              <a:t> </a:t>
            </a:r>
            <a:r>
              <a:rPr lang="en-US" dirty="0" err="1"/>
              <a:t>phần</a:t>
            </a:r>
            <a:r>
              <a:rPr lang="en-US" dirty="0"/>
              <a:t> </a:t>
            </a:r>
            <a:r>
              <a:rPr lang="en-US" dirty="0" err="1"/>
              <a:t>này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F2909-C87D-0B27-0F28-94B56F731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85839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287662-35C7-9B03-FE10-37353A48F7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2D2A6DB-56B7-0476-6E24-BCBEA19156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6FAF72-D440-6840-CD3D-49002FC4E5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>
              <a:sym typeface="Wingdings" panose="05000000000000000000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9C5A0B2-A114-3988-9929-829E571DDD8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DB81234-2E71-44B9-9775-7D810832B28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131830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02FAD1-09B8-67D3-1747-BA37223211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1163AA-BCD2-3995-E259-3F280D41C8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29FE5B-640A-4792-D311-61C8799C55B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endParaRPr lang="en-US">
              <a:sym typeface="Wingdings" panose="05000000000000000000" pitchFamily="2" charset="2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1B2FB0A-883D-7B48-F380-80B97B21B8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DB81234-2E71-44B9-9775-7D810832B28B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charset="0"/>
                <a:ea typeface="+mn-ea"/>
                <a:cs typeface="+mn-cs"/>
              </a:rPr>
              <a:pPr marL="0" marR="0" lvl="0" indent="0" algn="r" defTabSz="9144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charset="0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35880300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187E83F-D510-088B-D27C-AB3325DDFD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6D48754-7954-B0AC-AB57-8119359D454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8CF3686-60B5-FFEB-4FA2-38C3F7B9BB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2C2B3D8-F54B-B196-3B12-817D4844BC2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37291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831C5B-4570-49DB-F3F4-C35C2E3B3C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E706227-66E1-CA40-00C3-D7773802B2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969D957-2734-288D-2DD4-233C2A95D0D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1440CAC-414F-27B4-D677-FA1BF3282CE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7137444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4923F0-ADC0-490A-9379-761BF1A89A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2629158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61FB2C-A497-6794-67EC-4E3542C785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B7F8CD0-9503-4507-C1B5-8F28A34A3DD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EF4C85B-E0AB-01F8-320B-326FBB5DA9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/>
              <a:t>Đức list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1DF2909-C87D-0B27-0F28-94B56F73132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D2A4B31-E220-4D9A-8D6D-C00945709A12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3026665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84923F0-ADC0-490A-9379-761BF1A89AB9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049707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hemeOverride" Target="../theme/themeOverride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8" Type="http://schemas.openxmlformats.org/officeDocument/2006/relationships/tags" Target="../tags/tag7.xml"/><Relationship Id="rId3" Type="http://schemas.openxmlformats.org/officeDocument/2006/relationships/tags" Target="../tags/tag2.xml"/><Relationship Id="rId7" Type="http://schemas.openxmlformats.org/officeDocument/2006/relationships/tags" Target="../tags/tag6.xml"/><Relationship Id="rId2" Type="http://schemas.openxmlformats.org/officeDocument/2006/relationships/tags" Target="../tags/tag1.xml"/><Relationship Id="rId1" Type="http://schemas.openxmlformats.org/officeDocument/2006/relationships/vmlDrawing" Target="../drawings/vmlDrawing1.vml"/><Relationship Id="rId6" Type="http://schemas.openxmlformats.org/officeDocument/2006/relationships/tags" Target="../tags/tag5.xml"/><Relationship Id="rId11" Type="http://schemas.openxmlformats.org/officeDocument/2006/relationships/image" Target="../media/image1.emf"/><Relationship Id="rId5" Type="http://schemas.openxmlformats.org/officeDocument/2006/relationships/tags" Target="../tags/tag4.xml"/><Relationship Id="rId10" Type="http://schemas.openxmlformats.org/officeDocument/2006/relationships/oleObject" Target="../embeddings/oleObject1.bin"/><Relationship Id="rId4" Type="http://schemas.openxmlformats.org/officeDocument/2006/relationships/tags" Target="../tags/tag3.xml"/><Relationship Id="rId9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3.bin"/><Relationship Id="rId3" Type="http://schemas.openxmlformats.org/officeDocument/2006/relationships/tags" Target="../tags/tag29.xml"/><Relationship Id="rId7" Type="http://schemas.openxmlformats.org/officeDocument/2006/relationships/slideMaster" Target="../slideMasters/slideMaster2.xml"/><Relationship Id="rId2" Type="http://schemas.openxmlformats.org/officeDocument/2006/relationships/tags" Target="../tags/tag28.xml"/><Relationship Id="rId1" Type="http://schemas.openxmlformats.org/officeDocument/2006/relationships/vmlDrawing" Target="../drawings/vmlDrawing3.vml"/><Relationship Id="rId6" Type="http://schemas.openxmlformats.org/officeDocument/2006/relationships/tags" Target="../tags/tag32.xml"/><Relationship Id="rId5" Type="http://schemas.openxmlformats.org/officeDocument/2006/relationships/tags" Target="../tags/tag31.xml"/><Relationship Id="rId10" Type="http://schemas.openxmlformats.org/officeDocument/2006/relationships/image" Target="../media/image5.jpeg"/><Relationship Id="rId4" Type="http://schemas.openxmlformats.org/officeDocument/2006/relationships/tags" Target="../tags/tag30.xml"/><Relationship Id="rId9" Type="http://schemas.openxmlformats.org/officeDocument/2006/relationships/image" Target="../media/image4.emf"/></Relationships>
</file>

<file path=ppt/slideLayouts/_rels/slideLayout16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4.bin"/><Relationship Id="rId3" Type="http://schemas.openxmlformats.org/officeDocument/2006/relationships/tags" Target="../tags/tag34.xml"/><Relationship Id="rId7" Type="http://schemas.openxmlformats.org/officeDocument/2006/relationships/slideMaster" Target="../slideMasters/slideMaster2.xml"/><Relationship Id="rId12" Type="http://schemas.openxmlformats.org/officeDocument/2006/relationships/image" Target="../media/image3.svg"/><Relationship Id="rId2" Type="http://schemas.openxmlformats.org/officeDocument/2006/relationships/tags" Target="../tags/tag33.xml"/><Relationship Id="rId1" Type="http://schemas.openxmlformats.org/officeDocument/2006/relationships/vmlDrawing" Target="../drawings/vmlDrawing4.vml"/><Relationship Id="rId6" Type="http://schemas.openxmlformats.org/officeDocument/2006/relationships/tags" Target="../tags/tag37.xml"/><Relationship Id="rId11" Type="http://schemas.openxmlformats.org/officeDocument/2006/relationships/image" Target="../media/image2.png"/><Relationship Id="rId5" Type="http://schemas.openxmlformats.org/officeDocument/2006/relationships/tags" Target="../tags/tag36.xml"/><Relationship Id="rId10" Type="http://schemas.openxmlformats.org/officeDocument/2006/relationships/image" Target="../media/image6.png"/><Relationship Id="rId4" Type="http://schemas.openxmlformats.org/officeDocument/2006/relationships/tags" Target="../tags/tag35.xml"/><Relationship Id="rId9" Type="http://schemas.openxmlformats.org/officeDocument/2006/relationships/image" Target="../media/image4.emf"/></Relationships>
</file>

<file path=ppt/slideLayouts/_rels/slideLayout17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5.bin"/><Relationship Id="rId13" Type="http://schemas.openxmlformats.org/officeDocument/2006/relationships/image" Target="../media/image8.png"/><Relationship Id="rId3" Type="http://schemas.openxmlformats.org/officeDocument/2006/relationships/tags" Target="../tags/tag39.xml"/><Relationship Id="rId7" Type="http://schemas.openxmlformats.org/officeDocument/2006/relationships/slideMaster" Target="../slideMasters/slideMaster2.xml"/><Relationship Id="rId12" Type="http://schemas.openxmlformats.org/officeDocument/2006/relationships/image" Target="../media/image3.svg"/><Relationship Id="rId2" Type="http://schemas.openxmlformats.org/officeDocument/2006/relationships/tags" Target="../tags/tag38.xml"/><Relationship Id="rId1" Type="http://schemas.openxmlformats.org/officeDocument/2006/relationships/vmlDrawing" Target="../drawings/vmlDrawing5.vml"/><Relationship Id="rId6" Type="http://schemas.openxmlformats.org/officeDocument/2006/relationships/tags" Target="../tags/tag42.xml"/><Relationship Id="rId11" Type="http://schemas.openxmlformats.org/officeDocument/2006/relationships/image" Target="../media/image2.png"/><Relationship Id="rId5" Type="http://schemas.openxmlformats.org/officeDocument/2006/relationships/tags" Target="../tags/tag41.xml"/><Relationship Id="rId10" Type="http://schemas.openxmlformats.org/officeDocument/2006/relationships/image" Target="../media/image7.jpeg"/><Relationship Id="rId4" Type="http://schemas.openxmlformats.org/officeDocument/2006/relationships/tags" Target="../tags/tag40.xml"/><Relationship Id="rId9" Type="http://schemas.openxmlformats.org/officeDocument/2006/relationships/image" Target="../media/image4.emf"/></Relationships>
</file>

<file path=ppt/slideLayouts/_rels/slideLayout18.xml.rels><?xml version="1.0" encoding="UTF-8" standalone="yes"?>
<Relationships xmlns="http://schemas.openxmlformats.org/package/2006/relationships"><Relationship Id="rId8" Type="http://schemas.openxmlformats.org/officeDocument/2006/relationships/tags" Target="../tags/tag49.xml"/><Relationship Id="rId3" Type="http://schemas.openxmlformats.org/officeDocument/2006/relationships/tags" Target="../tags/tag44.xml"/><Relationship Id="rId7" Type="http://schemas.openxmlformats.org/officeDocument/2006/relationships/tags" Target="../tags/tag48.xml"/><Relationship Id="rId2" Type="http://schemas.openxmlformats.org/officeDocument/2006/relationships/tags" Target="../tags/tag43.xml"/><Relationship Id="rId1" Type="http://schemas.openxmlformats.org/officeDocument/2006/relationships/vmlDrawing" Target="../drawings/vmlDrawing6.vml"/><Relationship Id="rId6" Type="http://schemas.openxmlformats.org/officeDocument/2006/relationships/tags" Target="../tags/tag47.xml"/><Relationship Id="rId11" Type="http://schemas.openxmlformats.org/officeDocument/2006/relationships/image" Target="../media/image1.emf"/><Relationship Id="rId5" Type="http://schemas.openxmlformats.org/officeDocument/2006/relationships/tags" Target="../tags/tag46.xml"/><Relationship Id="rId10" Type="http://schemas.openxmlformats.org/officeDocument/2006/relationships/oleObject" Target="../embeddings/oleObject1.bin"/><Relationship Id="rId4" Type="http://schemas.openxmlformats.org/officeDocument/2006/relationships/tags" Target="../tags/tag45.xml"/><Relationship Id="rId9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8" Type="http://schemas.openxmlformats.org/officeDocument/2006/relationships/tags" Target="../tags/tag56.xml"/><Relationship Id="rId3" Type="http://schemas.openxmlformats.org/officeDocument/2006/relationships/tags" Target="../tags/tag51.xml"/><Relationship Id="rId7" Type="http://schemas.openxmlformats.org/officeDocument/2006/relationships/tags" Target="../tags/tag55.xml"/><Relationship Id="rId2" Type="http://schemas.openxmlformats.org/officeDocument/2006/relationships/tags" Target="../tags/tag50.xml"/><Relationship Id="rId1" Type="http://schemas.openxmlformats.org/officeDocument/2006/relationships/vmlDrawing" Target="../drawings/vmlDrawing7.vml"/><Relationship Id="rId6" Type="http://schemas.openxmlformats.org/officeDocument/2006/relationships/tags" Target="../tags/tag54.xml"/><Relationship Id="rId11" Type="http://schemas.openxmlformats.org/officeDocument/2006/relationships/image" Target="../media/image1.emf"/><Relationship Id="rId5" Type="http://schemas.openxmlformats.org/officeDocument/2006/relationships/tags" Target="../tags/tag53.xml"/><Relationship Id="rId10" Type="http://schemas.openxmlformats.org/officeDocument/2006/relationships/oleObject" Target="../embeddings/oleObject6.bin"/><Relationship Id="rId4" Type="http://schemas.openxmlformats.org/officeDocument/2006/relationships/tags" Target="../tags/tag52.xml"/><Relationship Id="rId9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58.xml"/><Relationship Id="rId7" Type="http://schemas.openxmlformats.org/officeDocument/2006/relationships/tags" Target="../tags/tag62.xml"/><Relationship Id="rId2" Type="http://schemas.openxmlformats.org/officeDocument/2006/relationships/tags" Target="../tags/tag57.xml"/><Relationship Id="rId1" Type="http://schemas.openxmlformats.org/officeDocument/2006/relationships/vmlDrawing" Target="../drawings/vmlDrawing8.vml"/><Relationship Id="rId6" Type="http://schemas.openxmlformats.org/officeDocument/2006/relationships/tags" Target="../tags/tag61.xml"/><Relationship Id="rId5" Type="http://schemas.openxmlformats.org/officeDocument/2006/relationships/tags" Target="../tags/tag60.xml"/><Relationship Id="rId10" Type="http://schemas.openxmlformats.org/officeDocument/2006/relationships/image" Target="../media/image4.emf"/><Relationship Id="rId4" Type="http://schemas.openxmlformats.org/officeDocument/2006/relationships/tags" Target="../tags/tag59.xml"/><Relationship Id="rId9" Type="http://schemas.openxmlformats.org/officeDocument/2006/relationships/oleObject" Target="../embeddings/oleObject7.bin"/></Relationships>
</file>

<file path=ppt/slideLayouts/_rels/slideLayout21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64.xml"/><Relationship Id="rId7" Type="http://schemas.openxmlformats.org/officeDocument/2006/relationships/tags" Target="../tags/tag68.xml"/><Relationship Id="rId2" Type="http://schemas.openxmlformats.org/officeDocument/2006/relationships/tags" Target="../tags/tag63.xml"/><Relationship Id="rId1" Type="http://schemas.openxmlformats.org/officeDocument/2006/relationships/vmlDrawing" Target="../drawings/vmlDrawing9.vml"/><Relationship Id="rId6" Type="http://schemas.openxmlformats.org/officeDocument/2006/relationships/tags" Target="../tags/tag67.xml"/><Relationship Id="rId5" Type="http://schemas.openxmlformats.org/officeDocument/2006/relationships/tags" Target="../tags/tag66.xml"/><Relationship Id="rId10" Type="http://schemas.openxmlformats.org/officeDocument/2006/relationships/image" Target="../media/image4.emf"/><Relationship Id="rId4" Type="http://schemas.openxmlformats.org/officeDocument/2006/relationships/tags" Target="../tags/tag65.xml"/><Relationship Id="rId9" Type="http://schemas.openxmlformats.org/officeDocument/2006/relationships/oleObject" Target="../embeddings/oleObject8.bin"/></Relationships>
</file>

<file path=ppt/slideLayouts/_rels/slideLayout22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70.xml"/><Relationship Id="rId7" Type="http://schemas.openxmlformats.org/officeDocument/2006/relationships/tags" Target="../tags/tag74.xml"/><Relationship Id="rId2" Type="http://schemas.openxmlformats.org/officeDocument/2006/relationships/tags" Target="../tags/tag69.xml"/><Relationship Id="rId1" Type="http://schemas.openxmlformats.org/officeDocument/2006/relationships/vmlDrawing" Target="../drawings/vmlDrawing10.vml"/><Relationship Id="rId6" Type="http://schemas.openxmlformats.org/officeDocument/2006/relationships/tags" Target="../tags/tag73.xml"/><Relationship Id="rId11" Type="http://schemas.openxmlformats.org/officeDocument/2006/relationships/image" Target="../media/image5.jpeg"/><Relationship Id="rId5" Type="http://schemas.openxmlformats.org/officeDocument/2006/relationships/tags" Target="../tags/tag72.xml"/><Relationship Id="rId10" Type="http://schemas.openxmlformats.org/officeDocument/2006/relationships/image" Target="../media/image4.emf"/><Relationship Id="rId4" Type="http://schemas.openxmlformats.org/officeDocument/2006/relationships/tags" Target="../tags/tag71.xml"/><Relationship Id="rId9" Type="http://schemas.openxmlformats.org/officeDocument/2006/relationships/oleObject" Target="../embeddings/oleObject9.bin"/></Relationships>
</file>

<file path=ppt/slideLayouts/_rels/slideLayout23.xml.rels><?xml version="1.0" encoding="UTF-8" standalone="yes"?>
<Relationships xmlns="http://schemas.openxmlformats.org/package/2006/relationships"><Relationship Id="rId8" Type="http://schemas.openxmlformats.org/officeDocument/2006/relationships/tags" Target="../tags/tag81.xml"/><Relationship Id="rId3" Type="http://schemas.openxmlformats.org/officeDocument/2006/relationships/tags" Target="../tags/tag76.xml"/><Relationship Id="rId7" Type="http://schemas.openxmlformats.org/officeDocument/2006/relationships/tags" Target="../tags/tag80.xml"/><Relationship Id="rId2" Type="http://schemas.openxmlformats.org/officeDocument/2006/relationships/tags" Target="../tags/tag75.xml"/><Relationship Id="rId1" Type="http://schemas.openxmlformats.org/officeDocument/2006/relationships/vmlDrawing" Target="../drawings/vmlDrawing11.vml"/><Relationship Id="rId6" Type="http://schemas.openxmlformats.org/officeDocument/2006/relationships/tags" Target="../tags/tag79.xml"/><Relationship Id="rId11" Type="http://schemas.openxmlformats.org/officeDocument/2006/relationships/image" Target="../media/image4.emf"/><Relationship Id="rId5" Type="http://schemas.openxmlformats.org/officeDocument/2006/relationships/tags" Target="../tags/tag78.xml"/><Relationship Id="rId10" Type="http://schemas.openxmlformats.org/officeDocument/2006/relationships/oleObject" Target="../embeddings/oleObject10.bin"/><Relationship Id="rId4" Type="http://schemas.openxmlformats.org/officeDocument/2006/relationships/tags" Target="../tags/tag77.xml"/><Relationship Id="rId9" Type="http://schemas.openxmlformats.org/officeDocument/2006/relationships/slideMaster" Target="../slideMasters/slideMaster2.xml"/></Relationships>
</file>

<file path=ppt/slideLayouts/_rels/slideLayout24.xml.rels><?xml version="1.0" encoding="UTF-8" standalone="yes"?>
<Relationships xmlns="http://schemas.openxmlformats.org/package/2006/relationships"><Relationship Id="rId8" Type="http://schemas.openxmlformats.org/officeDocument/2006/relationships/tags" Target="../tags/tag88.xml"/><Relationship Id="rId13" Type="http://schemas.openxmlformats.org/officeDocument/2006/relationships/image" Target="../media/image2.png"/><Relationship Id="rId3" Type="http://schemas.openxmlformats.org/officeDocument/2006/relationships/tags" Target="../tags/tag83.xml"/><Relationship Id="rId7" Type="http://schemas.openxmlformats.org/officeDocument/2006/relationships/tags" Target="../tags/tag87.xml"/><Relationship Id="rId12" Type="http://schemas.openxmlformats.org/officeDocument/2006/relationships/image" Target="../media/image1.emf"/><Relationship Id="rId2" Type="http://schemas.openxmlformats.org/officeDocument/2006/relationships/tags" Target="../tags/tag82.xml"/><Relationship Id="rId1" Type="http://schemas.openxmlformats.org/officeDocument/2006/relationships/vmlDrawing" Target="../drawings/vmlDrawing12.vml"/><Relationship Id="rId6" Type="http://schemas.openxmlformats.org/officeDocument/2006/relationships/tags" Target="../tags/tag86.xml"/><Relationship Id="rId11" Type="http://schemas.openxmlformats.org/officeDocument/2006/relationships/oleObject" Target="../embeddings/oleObject11.bin"/><Relationship Id="rId5" Type="http://schemas.openxmlformats.org/officeDocument/2006/relationships/tags" Target="../tags/tag85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84.xml"/><Relationship Id="rId9" Type="http://schemas.openxmlformats.org/officeDocument/2006/relationships/tags" Target="../tags/tag89.xml"/><Relationship Id="rId14" Type="http://schemas.openxmlformats.org/officeDocument/2006/relationships/image" Target="../media/image3.svg"/></Relationships>
</file>

<file path=ppt/slideLayouts/_rels/slideLayout25.xml.rels><?xml version="1.0" encoding="UTF-8" standalone="yes"?>
<Relationships xmlns="http://schemas.openxmlformats.org/package/2006/relationships"><Relationship Id="rId8" Type="http://schemas.openxmlformats.org/officeDocument/2006/relationships/tags" Target="../tags/tag96.xml"/><Relationship Id="rId13" Type="http://schemas.openxmlformats.org/officeDocument/2006/relationships/image" Target="../media/image2.png"/><Relationship Id="rId3" Type="http://schemas.openxmlformats.org/officeDocument/2006/relationships/tags" Target="../tags/tag91.xml"/><Relationship Id="rId7" Type="http://schemas.openxmlformats.org/officeDocument/2006/relationships/tags" Target="../tags/tag95.xml"/><Relationship Id="rId12" Type="http://schemas.openxmlformats.org/officeDocument/2006/relationships/image" Target="../media/image1.emf"/><Relationship Id="rId2" Type="http://schemas.openxmlformats.org/officeDocument/2006/relationships/tags" Target="../tags/tag90.xml"/><Relationship Id="rId1" Type="http://schemas.openxmlformats.org/officeDocument/2006/relationships/vmlDrawing" Target="../drawings/vmlDrawing13.vml"/><Relationship Id="rId6" Type="http://schemas.openxmlformats.org/officeDocument/2006/relationships/tags" Target="../tags/tag94.xml"/><Relationship Id="rId11" Type="http://schemas.openxmlformats.org/officeDocument/2006/relationships/oleObject" Target="../embeddings/oleObject12.bin"/><Relationship Id="rId5" Type="http://schemas.openxmlformats.org/officeDocument/2006/relationships/tags" Target="../tags/tag93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92.xml"/><Relationship Id="rId9" Type="http://schemas.openxmlformats.org/officeDocument/2006/relationships/tags" Target="../tags/tag97.xml"/><Relationship Id="rId14" Type="http://schemas.openxmlformats.org/officeDocument/2006/relationships/image" Target="../media/image3.svg"/></Relationships>
</file>

<file path=ppt/slideLayouts/_rels/slideLayout26.xml.rels><?xml version="1.0" encoding="UTF-8" standalone="yes"?>
<Relationships xmlns="http://schemas.openxmlformats.org/package/2006/relationships"><Relationship Id="rId8" Type="http://schemas.openxmlformats.org/officeDocument/2006/relationships/tags" Target="../tags/tag104.xml"/><Relationship Id="rId13" Type="http://schemas.openxmlformats.org/officeDocument/2006/relationships/image" Target="../media/image2.png"/><Relationship Id="rId3" Type="http://schemas.openxmlformats.org/officeDocument/2006/relationships/tags" Target="../tags/tag99.xml"/><Relationship Id="rId7" Type="http://schemas.openxmlformats.org/officeDocument/2006/relationships/tags" Target="../tags/tag103.xml"/><Relationship Id="rId12" Type="http://schemas.openxmlformats.org/officeDocument/2006/relationships/image" Target="../media/image1.emf"/><Relationship Id="rId2" Type="http://schemas.openxmlformats.org/officeDocument/2006/relationships/tags" Target="../tags/tag98.xml"/><Relationship Id="rId1" Type="http://schemas.openxmlformats.org/officeDocument/2006/relationships/vmlDrawing" Target="../drawings/vmlDrawing14.vml"/><Relationship Id="rId6" Type="http://schemas.openxmlformats.org/officeDocument/2006/relationships/tags" Target="../tags/tag102.xml"/><Relationship Id="rId11" Type="http://schemas.openxmlformats.org/officeDocument/2006/relationships/oleObject" Target="../embeddings/oleObject13.bin"/><Relationship Id="rId5" Type="http://schemas.openxmlformats.org/officeDocument/2006/relationships/tags" Target="../tags/tag101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00.xml"/><Relationship Id="rId9" Type="http://schemas.openxmlformats.org/officeDocument/2006/relationships/tags" Target="../tags/tag105.xml"/><Relationship Id="rId14" Type="http://schemas.openxmlformats.org/officeDocument/2006/relationships/image" Target="../media/image3.svg"/></Relationships>
</file>

<file path=ppt/slideLayouts/_rels/slideLayout27.xml.rels><?xml version="1.0" encoding="UTF-8" standalone="yes"?>
<Relationships xmlns="http://schemas.openxmlformats.org/package/2006/relationships"><Relationship Id="rId8" Type="http://schemas.openxmlformats.org/officeDocument/2006/relationships/tags" Target="../tags/tag112.xml"/><Relationship Id="rId13" Type="http://schemas.openxmlformats.org/officeDocument/2006/relationships/image" Target="../media/image2.png"/><Relationship Id="rId3" Type="http://schemas.openxmlformats.org/officeDocument/2006/relationships/tags" Target="../tags/tag107.xml"/><Relationship Id="rId7" Type="http://schemas.openxmlformats.org/officeDocument/2006/relationships/tags" Target="../tags/tag111.xml"/><Relationship Id="rId12" Type="http://schemas.openxmlformats.org/officeDocument/2006/relationships/image" Target="../media/image9.emf"/><Relationship Id="rId2" Type="http://schemas.openxmlformats.org/officeDocument/2006/relationships/tags" Target="../tags/tag106.xml"/><Relationship Id="rId1" Type="http://schemas.openxmlformats.org/officeDocument/2006/relationships/vmlDrawing" Target="../drawings/vmlDrawing15.vml"/><Relationship Id="rId6" Type="http://schemas.openxmlformats.org/officeDocument/2006/relationships/tags" Target="../tags/tag110.xml"/><Relationship Id="rId11" Type="http://schemas.openxmlformats.org/officeDocument/2006/relationships/oleObject" Target="../embeddings/oleObject14.bin"/><Relationship Id="rId5" Type="http://schemas.openxmlformats.org/officeDocument/2006/relationships/tags" Target="../tags/tag109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08.xml"/><Relationship Id="rId9" Type="http://schemas.openxmlformats.org/officeDocument/2006/relationships/tags" Target="../tags/tag113.xml"/><Relationship Id="rId14" Type="http://schemas.openxmlformats.org/officeDocument/2006/relationships/image" Target="../media/image3.svg"/></Relationships>
</file>

<file path=ppt/slideLayouts/_rels/slideLayout28.xml.rels><?xml version="1.0" encoding="UTF-8" standalone="yes"?>
<Relationships xmlns="http://schemas.openxmlformats.org/package/2006/relationships"><Relationship Id="rId8" Type="http://schemas.openxmlformats.org/officeDocument/2006/relationships/tags" Target="../tags/tag120.xml"/><Relationship Id="rId13" Type="http://schemas.openxmlformats.org/officeDocument/2006/relationships/image" Target="../media/image2.png"/><Relationship Id="rId3" Type="http://schemas.openxmlformats.org/officeDocument/2006/relationships/tags" Target="../tags/tag115.xml"/><Relationship Id="rId7" Type="http://schemas.openxmlformats.org/officeDocument/2006/relationships/tags" Target="../tags/tag119.xml"/><Relationship Id="rId12" Type="http://schemas.openxmlformats.org/officeDocument/2006/relationships/image" Target="../media/image1.emf"/><Relationship Id="rId2" Type="http://schemas.openxmlformats.org/officeDocument/2006/relationships/tags" Target="../tags/tag114.xml"/><Relationship Id="rId1" Type="http://schemas.openxmlformats.org/officeDocument/2006/relationships/vmlDrawing" Target="../drawings/vmlDrawing16.vml"/><Relationship Id="rId6" Type="http://schemas.openxmlformats.org/officeDocument/2006/relationships/tags" Target="../tags/tag118.xml"/><Relationship Id="rId11" Type="http://schemas.openxmlformats.org/officeDocument/2006/relationships/oleObject" Target="../embeddings/oleObject15.bin"/><Relationship Id="rId5" Type="http://schemas.openxmlformats.org/officeDocument/2006/relationships/tags" Target="../tags/tag117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16.xml"/><Relationship Id="rId9" Type="http://schemas.openxmlformats.org/officeDocument/2006/relationships/tags" Target="../tags/tag121.xml"/><Relationship Id="rId14" Type="http://schemas.openxmlformats.org/officeDocument/2006/relationships/image" Target="../media/image3.svg"/></Relationships>
</file>

<file path=ppt/slideLayouts/_rels/slideLayout29.xml.rels><?xml version="1.0" encoding="UTF-8" standalone="yes"?>
<Relationships xmlns="http://schemas.openxmlformats.org/package/2006/relationships"><Relationship Id="rId8" Type="http://schemas.openxmlformats.org/officeDocument/2006/relationships/slideMaster" Target="../slideMasters/slideMaster2.xml"/><Relationship Id="rId3" Type="http://schemas.openxmlformats.org/officeDocument/2006/relationships/tags" Target="../tags/tag123.xml"/><Relationship Id="rId7" Type="http://schemas.openxmlformats.org/officeDocument/2006/relationships/tags" Target="../tags/tag127.xml"/><Relationship Id="rId12" Type="http://schemas.openxmlformats.org/officeDocument/2006/relationships/image" Target="../media/image3.svg"/><Relationship Id="rId2" Type="http://schemas.openxmlformats.org/officeDocument/2006/relationships/tags" Target="../tags/tag122.xml"/><Relationship Id="rId1" Type="http://schemas.openxmlformats.org/officeDocument/2006/relationships/vmlDrawing" Target="../drawings/vmlDrawing17.vml"/><Relationship Id="rId6" Type="http://schemas.openxmlformats.org/officeDocument/2006/relationships/tags" Target="../tags/tag126.xml"/><Relationship Id="rId11" Type="http://schemas.openxmlformats.org/officeDocument/2006/relationships/image" Target="../media/image2.png"/><Relationship Id="rId5" Type="http://schemas.openxmlformats.org/officeDocument/2006/relationships/tags" Target="../tags/tag125.xml"/><Relationship Id="rId10" Type="http://schemas.openxmlformats.org/officeDocument/2006/relationships/image" Target="../media/image4.emf"/><Relationship Id="rId4" Type="http://schemas.openxmlformats.org/officeDocument/2006/relationships/tags" Target="../tags/tag124.xml"/><Relationship Id="rId9" Type="http://schemas.openxmlformats.org/officeDocument/2006/relationships/oleObject" Target="../embeddings/oleObject16.bin"/></Relationships>
</file>

<file path=ppt/slideLayouts/_rels/slideLayout30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emf"/><Relationship Id="rId3" Type="http://schemas.openxmlformats.org/officeDocument/2006/relationships/tags" Target="../tags/tag129.xml"/><Relationship Id="rId7" Type="http://schemas.openxmlformats.org/officeDocument/2006/relationships/oleObject" Target="../embeddings/oleObject17.bin"/><Relationship Id="rId2" Type="http://schemas.openxmlformats.org/officeDocument/2006/relationships/tags" Target="../tags/tag128.xml"/><Relationship Id="rId1" Type="http://schemas.openxmlformats.org/officeDocument/2006/relationships/vmlDrawing" Target="../drawings/vmlDrawing18.vml"/><Relationship Id="rId6" Type="http://schemas.openxmlformats.org/officeDocument/2006/relationships/slideMaster" Target="../slideMasters/slideMaster2.xml"/><Relationship Id="rId5" Type="http://schemas.openxmlformats.org/officeDocument/2006/relationships/tags" Target="../tags/tag131.xml"/><Relationship Id="rId10" Type="http://schemas.openxmlformats.org/officeDocument/2006/relationships/image" Target="../media/image3.svg"/><Relationship Id="rId4" Type="http://schemas.openxmlformats.org/officeDocument/2006/relationships/tags" Target="../tags/tag130.xml"/><Relationship Id="rId9" Type="http://schemas.openxmlformats.org/officeDocument/2006/relationships/image" Target="../media/image2.png"/></Relationships>
</file>

<file path=ppt/slideLayouts/_rels/slideLayout3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.svg"/><Relationship Id="rId3" Type="http://schemas.openxmlformats.org/officeDocument/2006/relationships/tags" Target="../tags/tag133.xml"/><Relationship Id="rId7" Type="http://schemas.openxmlformats.org/officeDocument/2006/relationships/image" Target="../media/image2.png"/><Relationship Id="rId2" Type="http://schemas.openxmlformats.org/officeDocument/2006/relationships/tags" Target="../tags/tag132.xml"/><Relationship Id="rId1" Type="http://schemas.openxmlformats.org/officeDocument/2006/relationships/vmlDrawing" Target="../drawings/vmlDrawing19.vml"/><Relationship Id="rId6" Type="http://schemas.openxmlformats.org/officeDocument/2006/relationships/image" Target="../media/image4.emf"/><Relationship Id="rId5" Type="http://schemas.openxmlformats.org/officeDocument/2006/relationships/oleObject" Target="../embeddings/oleObject18.bin"/><Relationship Id="rId4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8" Type="http://schemas.openxmlformats.org/officeDocument/2006/relationships/tags" Target="../tags/tag140.xml"/><Relationship Id="rId3" Type="http://schemas.openxmlformats.org/officeDocument/2006/relationships/tags" Target="../tags/tag135.xml"/><Relationship Id="rId7" Type="http://schemas.openxmlformats.org/officeDocument/2006/relationships/tags" Target="../tags/tag139.xml"/><Relationship Id="rId2" Type="http://schemas.openxmlformats.org/officeDocument/2006/relationships/tags" Target="../tags/tag134.xml"/><Relationship Id="rId1" Type="http://schemas.openxmlformats.org/officeDocument/2006/relationships/vmlDrawing" Target="../drawings/vmlDrawing20.vml"/><Relationship Id="rId6" Type="http://schemas.openxmlformats.org/officeDocument/2006/relationships/tags" Target="../tags/tag138.xml"/><Relationship Id="rId11" Type="http://schemas.openxmlformats.org/officeDocument/2006/relationships/image" Target="../media/image1.emf"/><Relationship Id="rId5" Type="http://schemas.openxmlformats.org/officeDocument/2006/relationships/tags" Target="../tags/tag137.xml"/><Relationship Id="rId10" Type="http://schemas.openxmlformats.org/officeDocument/2006/relationships/oleObject" Target="../embeddings/oleObject19.bin"/><Relationship Id="rId4" Type="http://schemas.openxmlformats.org/officeDocument/2006/relationships/tags" Target="../tags/tag136.xml"/><Relationship Id="rId9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8" Type="http://schemas.openxmlformats.org/officeDocument/2006/relationships/tags" Target="../tags/tag147.xml"/><Relationship Id="rId13" Type="http://schemas.openxmlformats.org/officeDocument/2006/relationships/image" Target="../media/image2.png"/><Relationship Id="rId3" Type="http://schemas.openxmlformats.org/officeDocument/2006/relationships/tags" Target="../tags/tag142.xml"/><Relationship Id="rId7" Type="http://schemas.openxmlformats.org/officeDocument/2006/relationships/tags" Target="../tags/tag146.xml"/><Relationship Id="rId12" Type="http://schemas.openxmlformats.org/officeDocument/2006/relationships/image" Target="../media/image4.emf"/><Relationship Id="rId2" Type="http://schemas.openxmlformats.org/officeDocument/2006/relationships/tags" Target="../tags/tag141.xml"/><Relationship Id="rId1" Type="http://schemas.openxmlformats.org/officeDocument/2006/relationships/vmlDrawing" Target="../drawings/vmlDrawing21.vml"/><Relationship Id="rId6" Type="http://schemas.openxmlformats.org/officeDocument/2006/relationships/tags" Target="../tags/tag145.xml"/><Relationship Id="rId11" Type="http://schemas.openxmlformats.org/officeDocument/2006/relationships/oleObject" Target="../embeddings/oleObject20.bin"/><Relationship Id="rId5" Type="http://schemas.openxmlformats.org/officeDocument/2006/relationships/tags" Target="../tags/tag144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43.xml"/><Relationship Id="rId9" Type="http://schemas.openxmlformats.org/officeDocument/2006/relationships/tags" Target="../tags/tag148.xml"/><Relationship Id="rId14" Type="http://schemas.openxmlformats.org/officeDocument/2006/relationships/image" Target="../media/image3.svg"/></Relationships>
</file>

<file path=ppt/slideLayouts/_rels/slideLayout34.xml.rels><?xml version="1.0" encoding="UTF-8" standalone="yes"?>
<Relationships xmlns="http://schemas.openxmlformats.org/package/2006/relationships"><Relationship Id="rId8" Type="http://schemas.openxmlformats.org/officeDocument/2006/relationships/tags" Target="../tags/tag155.xml"/><Relationship Id="rId13" Type="http://schemas.openxmlformats.org/officeDocument/2006/relationships/image" Target="../media/image2.png"/><Relationship Id="rId3" Type="http://schemas.openxmlformats.org/officeDocument/2006/relationships/tags" Target="../tags/tag150.xml"/><Relationship Id="rId7" Type="http://schemas.openxmlformats.org/officeDocument/2006/relationships/tags" Target="../tags/tag154.xml"/><Relationship Id="rId12" Type="http://schemas.openxmlformats.org/officeDocument/2006/relationships/image" Target="../media/image4.emf"/><Relationship Id="rId2" Type="http://schemas.openxmlformats.org/officeDocument/2006/relationships/tags" Target="../tags/tag149.xml"/><Relationship Id="rId1" Type="http://schemas.openxmlformats.org/officeDocument/2006/relationships/vmlDrawing" Target="../drawings/vmlDrawing22.vml"/><Relationship Id="rId6" Type="http://schemas.openxmlformats.org/officeDocument/2006/relationships/tags" Target="../tags/tag153.xml"/><Relationship Id="rId11" Type="http://schemas.openxmlformats.org/officeDocument/2006/relationships/oleObject" Target="../embeddings/oleObject21.bin"/><Relationship Id="rId5" Type="http://schemas.openxmlformats.org/officeDocument/2006/relationships/tags" Target="../tags/tag152.xml"/><Relationship Id="rId10" Type="http://schemas.openxmlformats.org/officeDocument/2006/relationships/slideMaster" Target="../slideMasters/slideMaster2.xml"/><Relationship Id="rId4" Type="http://schemas.openxmlformats.org/officeDocument/2006/relationships/tags" Target="../tags/tag151.xml"/><Relationship Id="rId9" Type="http://schemas.openxmlformats.org/officeDocument/2006/relationships/tags" Target="../tags/tag156.xml"/><Relationship Id="rId14" Type="http://schemas.openxmlformats.org/officeDocument/2006/relationships/image" Target="../media/image3.svg"/></Relationships>
</file>

<file path=ppt/slideLayouts/_rels/slideLayout35.xml.rels><?xml version="1.0" encoding="UTF-8" standalone="yes"?>
<Relationships xmlns="http://schemas.openxmlformats.org/package/2006/relationships"><Relationship Id="rId8" Type="http://schemas.openxmlformats.org/officeDocument/2006/relationships/tags" Target="../tags/tag163.xml"/><Relationship Id="rId3" Type="http://schemas.openxmlformats.org/officeDocument/2006/relationships/tags" Target="../tags/tag158.xml"/><Relationship Id="rId7" Type="http://schemas.openxmlformats.org/officeDocument/2006/relationships/tags" Target="../tags/tag162.xml"/><Relationship Id="rId2" Type="http://schemas.openxmlformats.org/officeDocument/2006/relationships/tags" Target="../tags/tag157.xml"/><Relationship Id="rId1" Type="http://schemas.openxmlformats.org/officeDocument/2006/relationships/vmlDrawing" Target="../drawings/vmlDrawing23.vml"/><Relationship Id="rId6" Type="http://schemas.openxmlformats.org/officeDocument/2006/relationships/tags" Target="../tags/tag161.xml"/><Relationship Id="rId11" Type="http://schemas.openxmlformats.org/officeDocument/2006/relationships/image" Target="../media/image1.emf"/><Relationship Id="rId5" Type="http://schemas.openxmlformats.org/officeDocument/2006/relationships/tags" Target="../tags/tag160.xml"/><Relationship Id="rId10" Type="http://schemas.openxmlformats.org/officeDocument/2006/relationships/oleObject" Target="../embeddings/oleObject19.bin"/><Relationship Id="rId4" Type="http://schemas.openxmlformats.org/officeDocument/2006/relationships/tags" Target="../tags/tag159.xml"/><Relationship Id="rId9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2.xml"/><Relationship Id="rId1" Type="http://schemas.openxmlformats.org/officeDocument/2006/relationships/tags" Target="../tags/tag164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A8C1237-8665-4241-9EA3-A4C5D685A8AD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19342276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8200" y="206102"/>
            <a:ext cx="10515600" cy="761307"/>
          </a:xfrm>
          <a:prstGeom prst="roundRect">
            <a:avLst>
              <a:gd name="adj" fmla="val 33826"/>
            </a:avLst>
          </a:prstGeom>
          <a:gradFill>
            <a:gsLst>
              <a:gs pos="100000">
                <a:srgbClr val="FF671F"/>
              </a:gs>
              <a:gs pos="0">
                <a:srgbClr val="FF0000"/>
              </a:gs>
            </a:gsLst>
            <a:lin ang="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lvl1pPr>
              <a:defRPr kumimoji="0" lang="en-US" sz="3200" b="1" i="0" u="none" strike="noStrike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 marL="0" marR="0" lvl="0" indent="0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tabLst/>
            </a:pPr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C57E346-37CC-49E9-B8D8-CA6ED9DAA749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/25</a:t>
            </a:r>
          </a:p>
        </p:txBody>
      </p:sp>
    </p:spTree>
    <p:extLst>
      <p:ext uri="{BB962C8B-B14F-4D97-AF65-F5344CB8AC3E}">
        <p14:creationId xmlns:p14="http://schemas.microsoft.com/office/powerpoint/2010/main" val="16745931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DF2DD53-6A61-4902-A020-25EFCCA5EBE8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445256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980661"/>
            <a:ext cx="5181600" cy="51963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980661"/>
            <a:ext cx="5181600" cy="519630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6BB11843-7EBF-45A1-939C-F7878282CBC5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940617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628788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071559"/>
            <a:ext cx="5157787" cy="6572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1781792"/>
            <a:ext cx="5157787" cy="4407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071559"/>
            <a:ext cx="5183188" cy="657225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1781792"/>
            <a:ext cx="5183188" cy="440787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20B6A3F-4B5F-4E10-85D8-0D1FE4381868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4151226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27D29E6F-BCF7-4E92-BB84-EA10F4C31CC0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566366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F608346-1A23-4142-8C04-8BCB378159FD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832527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0C6B13C-E68C-4F5E-8E12-BE670B8FD657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89483148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DF69BD9-1C37-487D-B2A3-7A8CAEFF93DE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986759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59F51696-8AE9-47F5-BD9C-96F7080DA6A3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507632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1AD536A-5893-4A06-BA4F-531E680B03A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79818851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Single Line Title + Conten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631622" y="290302"/>
            <a:ext cx="10956007" cy="482139"/>
          </a:xfrm>
        </p:spPr>
        <p:txBody>
          <a:bodyPr/>
          <a:lstStyle>
            <a:lvl1pPr>
              <a:defRPr baseline="0">
                <a:solidFill>
                  <a:srgbClr val="008FD5"/>
                </a:solidFill>
              </a:defRPr>
            </a:lvl1pPr>
          </a:lstStyle>
          <a:p>
            <a:r>
              <a:rPr lang="en-US"/>
              <a:t>Title – Calibri; 32 </a:t>
            </a:r>
            <a:r>
              <a:rPr lang="en-US" err="1"/>
              <a:t>pt</a:t>
            </a:r>
            <a:r>
              <a:rPr lang="en-US"/>
              <a:t>; Bold; Black; Emphasis = Blue 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43071FF-E082-4897-9463-52F76F6855A4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srgbClr val="000000">
                    <a:tint val="75000"/>
                  </a:srgb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>
                  <a:tint val="75000"/>
                </a:srgb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Content Placeholder 8"/>
          <p:cNvSpPr>
            <a:spLocks noGrp="1"/>
          </p:cNvSpPr>
          <p:nvPr>
            <p:ph sz="quarter" idx="13"/>
          </p:nvPr>
        </p:nvSpPr>
        <p:spPr>
          <a:xfrm>
            <a:off x="631622" y="878683"/>
            <a:ext cx="10963932" cy="5373269"/>
          </a:xfrm>
        </p:spPr>
        <p:txBody>
          <a:bodyPr/>
          <a:lstStyle>
            <a:lvl1pPr marL="158661" indent="-158661">
              <a:buClr>
                <a:srgbClr val="0070C0"/>
              </a:buClr>
              <a:buFont typeface="Wingdings" pitchFamily="2" charset="2"/>
              <a:buChar char="§"/>
              <a:defRPr baseline="0"/>
            </a:lvl1pPr>
            <a:lvl2pPr marL="459281" indent="-300620">
              <a:buClr>
                <a:srgbClr val="00B0F0"/>
              </a:buClr>
              <a:buFont typeface="Arial" pitchFamily="34" charset="0"/>
              <a:buChar char="•"/>
              <a:defRPr/>
            </a:lvl2pPr>
            <a:lvl3pPr marL="569231" indent="-250517">
              <a:buClr>
                <a:srgbClr val="00B0F0"/>
              </a:buClr>
              <a:buFont typeface="Calibri" pitchFamily="34" charset="0"/>
              <a:buChar char="—"/>
              <a:defRPr/>
            </a:lvl3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53394765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Content: 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11200" y="685800"/>
            <a:ext cx="10769600" cy="914400"/>
          </a:xfrm>
        </p:spPr>
        <p:txBody>
          <a:bodyPr/>
          <a:lstStyle>
            <a:lvl1pPr>
              <a:defRPr/>
            </a:lvl1pPr>
          </a:lstStyle>
          <a:p>
            <a:r>
              <a:rPr lang="en-US" noProof="0"/>
              <a:t>Click to edit Master title style</a:t>
            </a:r>
          </a:p>
        </p:txBody>
      </p:sp>
      <p:sp>
        <p:nvSpPr>
          <p:cNvPr id="31" name="Content Placeholder 26"/>
          <p:cNvSpPr>
            <a:spLocks noGrp="1"/>
          </p:cNvSpPr>
          <p:nvPr>
            <p:ph sz="quarter" idx="15"/>
          </p:nvPr>
        </p:nvSpPr>
        <p:spPr>
          <a:xfrm>
            <a:off x="711200" y="1752600"/>
            <a:ext cx="10769600" cy="4419600"/>
          </a:xfrm>
        </p:spPr>
        <p:txBody>
          <a:bodyPr/>
          <a:lstStyle>
            <a:lvl1pPr>
              <a:defRPr baseline="0"/>
            </a:lvl1pPr>
          </a:lstStyle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48800" y="6477000"/>
            <a:ext cx="2036064" cy="152400"/>
          </a:xfrm>
          <a:prstGeom prst="rect">
            <a:avLst/>
          </a:prstGeom>
        </p:spPr>
        <p:txBody>
          <a:bodyPr lIns="0" tIns="0" rIns="0" bIns="0" anchor="t" anchorCtr="0">
            <a:noAutofit/>
          </a:bodyPr>
          <a:lstStyle>
            <a:lvl1pPr algn="r">
              <a:defRPr sz="1000">
                <a:solidFill>
                  <a:schemeClr val="tx1"/>
                </a:solidFill>
                <a:latin typeface="Arial" pitchFamily="34" charset="0"/>
                <a:cs typeface="Arial" pitchFamily="34" charset="0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EBD5762-3BDC-484D-9503-7EA6D5A9A8CE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9299934"/>
      </p:ext>
    </p:extLst>
  </p:cSld>
  <p:clrMapOvr>
    <a:masterClrMapping/>
  </p:clrMapOvr>
  <p:hf hdr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43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rtl="0">
              <a:spcBef>
                <a:spcPts val="300"/>
              </a:spcBef>
              <a:spcAft>
                <a:spcPts val="300"/>
              </a:spcAft>
            </a:pPr>
            <a:endParaRPr lang="en-US" sz="2500" b="1" i="0" baseline="0">
              <a:solidFill>
                <a:schemeClr val="bg1"/>
              </a:solidFill>
              <a:latin typeface="Arial" panose="020B0604020202020204" pitchFamily="34" charset="0"/>
              <a:ea typeface="+mj-ea"/>
              <a:cs typeface="+mj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933538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rtl="0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b="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rtl="0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 b="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lvl="0"/>
            <a:r>
              <a:rPr lang="en-US"/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345611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sp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246699419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7695833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091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3" name="Picture 2">
            <a:extLst>
              <a:ext uri="{FF2B5EF4-FFF2-40B4-BE49-F238E27FC236}">
                <a16:creationId xmlns:a16="http://schemas.microsoft.com/office/drawing/2014/main" id="{BFBBA3F5-015A-4C38-846F-E439AB6FFFBD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4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879645" y="5573685"/>
            <a:ext cx="9397950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880786" y="4747057"/>
            <a:ext cx="9397950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880786" y="3551099"/>
            <a:ext cx="9397950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b" anchorCtr="0">
            <a:spAutoFit/>
          </a:bodyPr>
          <a:lstStyle>
            <a:lvl1pPr>
              <a:defRPr lang="en-US" sz="44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02753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56309387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4115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E6618E1C-2FF8-4C76-8A1E-BA293CFFE097}"/>
              </a:ext>
            </a:extLst>
          </p:cNvPr>
          <p:cNvPicPr>
            <a:picLocks noChangeAspect="1"/>
          </p:cNvPicPr>
          <p:nvPr userDrawn="1"/>
        </p:nvPicPr>
        <p:blipFill>
          <a:blip r:embed="rId10"/>
          <a:stretch>
            <a:fillRect/>
          </a:stretch>
        </p:blipFill>
        <p:spPr bwMode="ltGray"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4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32259" y="3361990"/>
            <a:ext cx="4230241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33400" y="2305179"/>
            <a:ext cx="4831976" cy="69249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33399" y="586648"/>
            <a:ext cx="5820335" cy="135421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pic>
        <p:nvPicPr>
          <p:cNvPr id="17" name="Graphic 16">
            <a:extLst>
              <a:ext uri="{FF2B5EF4-FFF2-40B4-BE49-F238E27FC236}">
                <a16:creationId xmlns:a16="http://schemas.microsoft.com/office/drawing/2014/main" id="{BAAB2A90-9E19-4B11-BB5C-1D46E8625146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9851314" y="6258502"/>
            <a:ext cx="1876287" cy="412371"/>
          </a:xfrm>
          <a:prstGeom prst="rect">
            <a:avLst/>
          </a:prstGeom>
        </p:spPr>
      </p:pic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DBA99BDD-C600-4E92-BBE3-F8C5830EE74C}"/>
              </a:ext>
            </a:extLst>
          </p:cNvPr>
          <p:cNvSpPr/>
          <p:nvPr userDrawn="1"/>
        </p:nvSpPr>
        <p:spPr bwMode="ltGray">
          <a:xfrm>
            <a:off x="4165600" y="4402813"/>
            <a:ext cx="3723325" cy="2176107"/>
          </a:xfrm>
          <a:custGeom>
            <a:avLst/>
            <a:gdLst>
              <a:gd name="connsiteX0" fmla="*/ 716030 w 5465701"/>
              <a:gd name="connsiteY0" fmla="*/ 1754427 h 3194444"/>
              <a:gd name="connsiteX1" fmla="*/ 1432062 w 5465701"/>
              <a:gd name="connsiteY1" fmla="*/ 2470460 h 3194444"/>
              <a:gd name="connsiteX2" fmla="*/ 716030 w 5465701"/>
              <a:gd name="connsiteY2" fmla="*/ 3186489 h 3194444"/>
              <a:gd name="connsiteX3" fmla="*/ 0 w 5465701"/>
              <a:gd name="connsiteY3" fmla="*/ 2470460 h 3194444"/>
              <a:gd name="connsiteX4" fmla="*/ 716030 w 5465701"/>
              <a:gd name="connsiteY4" fmla="*/ 1754427 h 3194444"/>
              <a:gd name="connsiteX5" fmla="*/ 3320178 w 5465701"/>
              <a:gd name="connsiteY5" fmla="*/ 1243 h 3194444"/>
              <a:gd name="connsiteX6" fmla="*/ 3842696 w 5465701"/>
              <a:gd name="connsiteY6" fmla="*/ 282584 h 3194444"/>
              <a:gd name="connsiteX7" fmla="*/ 3851787 w 5465701"/>
              <a:gd name="connsiteY7" fmla="*/ 297699 h 3194444"/>
              <a:gd name="connsiteX8" fmla="*/ 5298627 w 5465701"/>
              <a:gd name="connsiteY8" fmla="*/ 2009016 h 3194444"/>
              <a:gd name="connsiteX9" fmla="*/ 5465701 w 5465701"/>
              <a:gd name="connsiteY9" fmla="*/ 2470459 h 3194444"/>
              <a:gd name="connsiteX10" fmla="*/ 4741715 w 5465701"/>
              <a:gd name="connsiteY10" fmla="*/ 3194444 h 3194444"/>
              <a:gd name="connsiteX11" fmla="*/ 4192757 w 5465701"/>
              <a:gd name="connsiteY11" fmla="*/ 2939855 h 3194444"/>
              <a:gd name="connsiteX12" fmla="*/ 3653171 w 5465701"/>
              <a:gd name="connsiteY12" fmla="*/ 2295268 h 3194444"/>
              <a:gd name="connsiteX13" fmla="*/ 3581681 w 5465701"/>
              <a:gd name="connsiteY13" fmla="*/ 2614783 h 3194444"/>
              <a:gd name="connsiteX14" fmla="*/ 3581614 w 5465701"/>
              <a:gd name="connsiteY14" fmla="*/ 2615452 h 3194444"/>
              <a:gd name="connsiteX15" fmla="*/ 3581309 w 5465701"/>
              <a:gd name="connsiteY15" fmla="*/ 2616441 h 3194444"/>
              <a:gd name="connsiteX16" fmla="*/ 3580151 w 5465701"/>
              <a:gd name="connsiteY16" fmla="*/ 2621619 h 3194444"/>
              <a:gd name="connsiteX17" fmla="*/ 3544723 w 5465701"/>
              <a:gd name="connsiteY17" fmla="*/ 2738844 h 3194444"/>
              <a:gd name="connsiteX18" fmla="*/ 3542054 w 5465701"/>
              <a:gd name="connsiteY18" fmla="*/ 2744015 h 3194444"/>
              <a:gd name="connsiteX19" fmla="*/ 3540125 w 5465701"/>
              <a:gd name="connsiteY19" fmla="*/ 2750282 h 3194444"/>
              <a:gd name="connsiteX20" fmla="*/ 3508973 w 5465701"/>
              <a:gd name="connsiteY20" fmla="*/ 2808086 h 3194444"/>
              <a:gd name="connsiteX21" fmla="*/ 3487665 w 5465701"/>
              <a:gd name="connsiteY21" fmla="*/ 2849357 h 3194444"/>
              <a:gd name="connsiteX22" fmla="*/ 3484496 w 5465701"/>
              <a:gd name="connsiteY22" fmla="*/ 2853505 h 3194444"/>
              <a:gd name="connsiteX23" fmla="*/ 3474396 w 5465701"/>
              <a:gd name="connsiteY23" fmla="*/ 2872247 h 3194444"/>
              <a:gd name="connsiteX24" fmla="*/ 3411981 w 5465701"/>
              <a:gd name="connsiteY24" fmla="*/ 2948423 h 3194444"/>
              <a:gd name="connsiteX25" fmla="*/ 3411214 w 5465701"/>
              <a:gd name="connsiteY25" fmla="*/ 2949427 h 3194444"/>
              <a:gd name="connsiteX26" fmla="*/ 3410990 w 5465701"/>
              <a:gd name="connsiteY26" fmla="*/ 2949633 h 3194444"/>
              <a:gd name="connsiteX27" fmla="*/ 3387223 w 5465701"/>
              <a:gd name="connsiteY27" fmla="*/ 2978641 h 3194444"/>
              <a:gd name="connsiteX28" fmla="*/ 2880035 w 5465701"/>
              <a:gd name="connsiteY28" fmla="*/ 3194444 h 3194444"/>
              <a:gd name="connsiteX29" fmla="*/ 2331076 w 5465701"/>
              <a:gd name="connsiteY29" fmla="*/ 2939855 h 3194444"/>
              <a:gd name="connsiteX30" fmla="*/ 859237 w 5465701"/>
              <a:gd name="connsiteY30" fmla="*/ 1181601 h 3194444"/>
              <a:gd name="connsiteX31" fmla="*/ 692163 w 5465701"/>
              <a:gd name="connsiteY31" fmla="*/ 720161 h 3194444"/>
              <a:gd name="connsiteX32" fmla="*/ 1408193 w 5465701"/>
              <a:gd name="connsiteY32" fmla="*/ 4129 h 3194444"/>
              <a:gd name="connsiteX33" fmla="*/ 1957149 w 5465701"/>
              <a:gd name="connsiteY33" fmla="*/ 258718 h 3194444"/>
              <a:gd name="connsiteX34" fmla="*/ 2500573 w 5465701"/>
              <a:gd name="connsiteY34" fmla="*/ 904951 h 3194444"/>
              <a:gd name="connsiteX35" fmla="*/ 2563692 w 5465701"/>
              <a:gd name="connsiteY35" fmla="*/ 623544 h 3194444"/>
              <a:gd name="connsiteX36" fmla="*/ 2568622 w 5465701"/>
              <a:gd name="connsiteY36" fmla="*/ 575183 h 3194444"/>
              <a:gd name="connsiteX37" fmla="*/ 2677611 w 5465701"/>
              <a:gd name="connsiteY37" fmla="*/ 318791 h 3194444"/>
              <a:gd name="connsiteX38" fmla="*/ 2722456 w 5465701"/>
              <a:gd name="connsiteY38" fmla="*/ 264901 h 3194444"/>
              <a:gd name="connsiteX39" fmla="*/ 2746648 w 5465701"/>
              <a:gd name="connsiteY39" fmla="*/ 233234 h 3194444"/>
              <a:gd name="connsiteX40" fmla="*/ 2755783 w 5465701"/>
              <a:gd name="connsiteY40" fmla="*/ 224852 h 3194444"/>
              <a:gd name="connsiteX41" fmla="*/ 2765669 w 5465701"/>
              <a:gd name="connsiteY41" fmla="*/ 212971 h 3194444"/>
              <a:gd name="connsiteX42" fmla="*/ 2794370 w 5465701"/>
              <a:gd name="connsiteY42" fmla="*/ 189442 h 3194444"/>
              <a:gd name="connsiteX43" fmla="*/ 2840255 w 5465701"/>
              <a:gd name="connsiteY43" fmla="*/ 147335 h 3194444"/>
              <a:gd name="connsiteX44" fmla="*/ 2865431 w 5465701"/>
              <a:gd name="connsiteY44" fmla="*/ 131185 h 3194444"/>
              <a:gd name="connsiteX45" fmla="*/ 2872002 w 5465701"/>
              <a:gd name="connsiteY45" fmla="*/ 125798 h 3194444"/>
              <a:gd name="connsiteX46" fmla="*/ 2883644 w 5465701"/>
              <a:gd name="connsiteY46" fmla="*/ 119502 h 3194444"/>
              <a:gd name="connsiteX47" fmla="*/ 2932840 w 5465701"/>
              <a:gd name="connsiteY47" fmla="*/ 87943 h 3194444"/>
              <a:gd name="connsiteX48" fmla="*/ 2987871 w 5465701"/>
              <a:gd name="connsiteY48" fmla="*/ 63130 h 3194444"/>
              <a:gd name="connsiteX49" fmla="*/ 2993531 w 5465701"/>
              <a:gd name="connsiteY49" fmla="*/ 60069 h 3194444"/>
              <a:gd name="connsiteX50" fmla="*/ 2997157 w 5465701"/>
              <a:gd name="connsiteY50" fmla="*/ 58943 h 3194444"/>
              <a:gd name="connsiteX51" fmla="*/ 3030486 w 5465701"/>
              <a:gd name="connsiteY51" fmla="*/ 43916 h 3194444"/>
              <a:gd name="connsiteX52" fmla="*/ 3234352 w 5465701"/>
              <a:gd name="connsiteY52" fmla="*/ 1331 h 3194444"/>
              <a:gd name="connsiteX53" fmla="*/ 3320178 w 5465701"/>
              <a:gd name="connsiteY53" fmla="*/ 1243 h 3194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5465701" h="3194444">
                <a:moveTo>
                  <a:pt x="716030" y="1754427"/>
                </a:moveTo>
                <a:cubicBezTo>
                  <a:pt x="1111483" y="1754427"/>
                  <a:pt x="1432062" y="2075007"/>
                  <a:pt x="1432062" y="2470460"/>
                </a:cubicBezTo>
                <a:cubicBezTo>
                  <a:pt x="1432062" y="2865910"/>
                  <a:pt x="1111483" y="3186489"/>
                  <a:pt x="716030" y="3186489"/>
                </a:cubicBezTo>
                <a:cubicBezTo>
                  <a:pt x="320577" y="3186489"/>
                  <a:pt x="0" y="2865910"/>
                  <a:pt x="0" y="2470460"/>
                </a:cubicBezTo>
                <a:cubicBezTo>
                  <a:pt x="0" y="2075007"/>
                  <a:pt x="320577" y="1754427"/>
                  <a:pt x="716030" y="1754427"/>
                </a:cubicBezTo>
                <a:close/>
                <a:moveTo>
                  <a:pt x="3320178" y="1243"/>
                </a:moveTo>
                <a:cubicBezTo>
                  <a:pt x="3519781" y="13034"/>
                  <a:pt x="3712171" y="108549"/>
                  <a:pt x="3842696" y="282584"/>
                </a:cubicBezTo>
                <a:lnTo>
                  <a:pt x="3851787" y="297699"/>
                </a:lnTo>
                <a:lnTo>
                  <a:pt x="5298627" y="2009016"/>
                </a:lnTo>
                <a:cubicBezTo>
                  <a:pt x="5402054" y="2136309"/>
                  <a:pt x="5465701" y="2295427"/>
                  <a:pt x="5465701" y="2470459"/>
                </a:cubicBezTo>
                <a:cubicBezTo>
                  <a:pt x="5465701" y="2868253"/>
                  <a:pt x="5147465" y="3186489"/>
                  <a:pt x="4741715" y="3194444"/>
                </a:cubicBezTo>
                <a:cubicBezTo>
                  <a:pt x="4518948" y="3194444"/>
                  <a:pt x="4320053" y="3098973"/>
                  <a:pt x="4192757" y="2939855"/>
                </a:cubicBezTo>
                <a:lnTo>
                  <a:pt x="3653171" y="2295268"/>
                </a:lnTo>
                <a:lnTo>
                  <a:pt x="3581681" y="2614783"/>
                </a:lnTo>
                <a:lnTo>
                  <a:pt x="3581614" y="2615452"/>
                </a:lnTo>
                <a:lnTo>
                  <a:pt x="3581309" y="2616441"/>
                </a:lnTo>
                <a:lnTo>
                  <a:pt x="3580151" y="2621619"/>
                </a:lnTo>
                <a:cubicBezTo>
                  <a:pt x="3572195" y="2661398"/>
                  <a:pt x="3560262" y="2700681"/>
                  <a:pt x="3544723" y="2738844"/>
                </a:cubicBezTo>
                <a:lnTo>
                  <a:pt x="3542054" y="2744015"/>
                </a:lnTo>
                <a:lnTo>
                  <a:pt x="3540125" y="2750282"/>
                </a:lnTo>
                <a:lnTo>
                  <a:pt x="3508973" y="2808086"/>
                </a:lnTo>
                <a:lnTo>
                  <a:pt x="3487665" y="2849357"/>
                </a:lnTo>
                <a:lnTo>
                  <a:pt x="3484496" y="2853505"/>
                </a:lnTo>
                <a:lnTo>
                  <a:pt x="3474396" y="2872247"/>
                </a:lnTo>
                <a:lnTo>
                  <a:pt x="3411981" y="2948423"/>
                </a:lnTo>
                <a:lnTo>
                  <a:pt x="3411214" y="2949427"/>
                </a:lnTo>
                <a:lnTo>
                  <a:pt x="3410990" y="2949633"/>
                </a:lnTo>
                <a:lnTo>
                  <a:pt x="3387223" y="2978641"/>
                </a:lnTo>
                <a:cubicBezTo>
                  <a:pt x="3257939" y="3108919"/>
                  <a:pt x="3078932" y="3190467"/>
                  <a:pt x="2880035" y="3194444"/>
                </a:cubicBezTo>
                <a:cubicBezTo>
                  <a:pt x="2657268" y="3194444"/>
                  <a:pt x="2458372" y="3098973"/>
                  <a:pt x="2331076" y="2939855"/>
                </a:cubicBezTo>
                <a:lnTo>
                  <a:pt x="859237" y="1181601"/>
                </a:lnTo>
                <a:cubicBezTo>
                  <a:pt x="755810" y="1054308"/>
                  <a:pt x="692163" y="895190"/>
                  <a:pt x="692163" y="720161"/>
                </a:cubicBezTo>
                <a:cubicBezTo>
                  <a:pt x="692163" y="322365"/>
                  <a:pt x="1018355" y="4129"/>
                  <a:pt x="1408193" y="4129"/>
                </a:cubicBezTo>
                <a:cubicBezTo>
                  <a:pt x="1630958" y="4129"/>
                  <a:pt x="1829855" y="99600"/>
                  <a:pt x="1957149" y="258718"/>
                </a:cubicBezTo>
                <a:lnTo>
                  <a:pt x="2500573" y="904951"/>
                </a:lnTo>
                <a:lnTo>
                  <a:pt x="2563692" y="623544"/>
                </a:lnTo>
                <a:lnTo>
                  <a:pt x="2568622" y="575183"/>
                </a:lnTo>
                <a:cubicBezTo>
                  <a:pt x="2587983" y="481639"/>
                  <a:pt x="2625680" y="394932"/>
                  <a:pt x="2677611" y="318791"/>
                </a:cubicBezTo>
                <a:lnTo>
                  <a:pt x="2722456" y="264901"/>
                </a:lnTo>
                <a:lnTo>
                  <a:pt x="2746648" y="233234"/>
                </a:lnTo>
                <a:lnTo>
                  <a:pt x="2755783" y="224852"/>
                </a:lnTo>
                <a:lnTo>
                  <a:pt x="2765669" y="212971"/>
                </a:lnTo>
                <a:lnTo>
                  <a:pt x="2794370" y="189442"/>
                </a:lnTo>
                <a:lnTo>
                  <a:pt x="2840255" y="147335"/>
                </a:lnTo>
                <a:lnTo>
                  <a:pt x="2865431" y="131185"/>
                </a:lnTo>
                <a:lnTo>
                  <a:pt x="2872002" y="125798"/>
                </a:lnTo>
                <a:lnTo>
                  <a:pt x="2883644" y="119502"/>
                </a:lnTo>
                <a:lnTo>
                  <a:pt x="2932840" y="87943"/>
                </a:lnTo>
                <a:lnTo>
                  <a:pt x="2987871" y="63130"/>
                </a:lnTo>
                <a:lnTo>
                  <a:pt x="2993531" y="60069"/>
                </a:lnTo>
                <a:lnTo>
                  <a:pt x="2997157" y="58943"/>
                </a:lnTo>
                <a:lnTo>
                  <a:pt x="3030486" y="43916"/>
                </a:lnTo>
                <a:cubicBezTo>
                  <a:pt x="3096903" y="19652"/>
                  <a:pt x="3165593" y="5527"/>
                  <a:pt x="3234352" y="1331"/>
                </a:cubicBezTo>
                <a:cubicBezTo>
                  <a:pt x="3263002" y="-417"/>
                  <a:pt x="3291664" y="-441"/>
                  <a:pt x="3320178" y="1243"/>
                </a:cubicBezTo>
                <a:close/>
              </a:path>
            </a:pathLst>
          </a:custGeom>
          <a:solidFill>
            <a:schemeClr val="tx2">
              <a:alpha val="19000"/>
            </a:schemeClr>
          </a:solidFill>
          <a:ln w="3004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476095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Object 6" hidden="1">
            <a:extLst>
              <a:ext uri="{FF2B5EF4-FFF2-40B4-BE49-F238E27FC236}">
                <a16:creationId xmlns:a16="http://schemas.microsoft.com/office/drawing/2014/main" id="{33B562A0-3D6C-45D0-9E85-8A28A804D0F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139" name="think-cell Slide" r:id="rId8" imgW="592" imgH="591" progId="TCLayout.ActiveDocument.1">
                  <p:embed/>
                </p:oleObj>
              </mc:Choice>
              <mc:Fallback>
                <p:oleObj name="think-cell Slide" r:id="rId8" imgW="592" imgH="591" progId="TCLayout.ActiveDocument.1">
                  <p:embed/>
                  <p:pic>
                    <p:nvPicPr>
                      <p:cNvPr id="7" name="Object 6" hidden="1">
                        <a:extLst>
                          <a:ext uri="{FF2B5EF4-FFF2-40B4-BE49-F238E27FC236}">
                            <a16:creationId xmlns:a16="http://schemas.microsoft.com/office/drawing/2014/main" id="{33B562A0-3D6C-45D0-9E85-8A28A804D0F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6" name="Picture 5">
            <a:extLst>
              <a:ext uri="{FF2B5EF4-FFF2-40B4-BE49-F238E27FC236}">
                <a16:creationId xmlns:a16="http://schemas.microsoft.com/office/drawing/2014/main" id="{C389CAA1-91CB-44D7-9730-90E2518ED5B9}"/>
              </a:ext>
            </a:extLst>
          </p:cNvPr>
          <p:cNvPicPr>
            <a:picLocks noChangeAspect="1"/>
          </p:cNvPicPr>
          <p:nvPr userDrawn="1"/>
        </p:nvPicPr>
        <p:blipFill>
          <a:blip r:embed="rId10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0" y="821266"/>
            <a:ext cx="12192000" cy="3223260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C42428D-965F-410A-AAB0-2F4E028AF07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4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6" name="Documenttype">
            <a:extLst>
              <a:ext uri="{FF2B5EF4-FFF2-40B4-BE49-F238E27FC236}">
                <a16:creationId xmlns:a16="http://schemas.microsoft.com/office/drawing/2014/main" id="{0CADA7EB-5C2E-4AD4-A32E-534A28817C8A}"/>
              </a:ext>
            </a:extLst>
          </p:cNvPr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532259" y="6440033"/>
            <a:ext cx="9745336" cy="215444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Edit date or title/role</a:t>
            </a:r>
          </a:p>
        </p:txBody>
      </p:sp>
      <p:sp>
        <p:nvSpPr>
          <p:cNvPr id="18" name="Subtitle">
            <a:extLst>
              <a:ext uri="{FF2B5EF4-FFF2-40B4-BE49-F238E27FC236}">
                <a16:creationId xmlns:a16="http://schemas.microsoft.com/office/drawing/2014/main" id="{C85A1636-E33D-4640-A4BA-89E2008C1ED4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33400" y="5882553"/>
            <a:ext cx="9745336" cy="30777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2000" dirty="0">
                <a:solidFill>
                  <a:schemeClr val="tx1"/>
                </a:solidFill>
              </a:defRPr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20" name="Title">
            <a:extLst>
              <a:ext uri="{FF2B5EF4-FFF2-40B4-BE49-F238E27FC236}">
                <a16:creationId xmlns:a16="http://schemas.microsoft.com/office/drawing/2014/main" id="{AA4E4E19-7239-46DA-AE24-CE9556C9BE7D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33400" y="4278633"/>
            <a:ext cx="9745336" cy="677108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4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5BF43882-5B37-43C9-A7D5-2B65B76FC2C1}"/>
              </a:ext>
            </a:extLst>
          </p:cNvPr>
          <p:cNvSpPr/>
          <p:nvPr userDrawn="1"/>
        </p:nvSpPr>
        <p:spPr bwMode="ltGray">
          <a:xfrm>
            <a:off x="0" y="0"/>
            <a:ext cx="12192000" cy="821267"/>
          </a:xfrm>
          <a:prstGeom prst="rect">
            <a:avLst/>
          </a:prstGeom>
          <a:solidFill>
            <a:schemeClr val="accent5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128E5C52-6338-4CA0-8266-ABD8E1DA0F20}"/>
              </a:ext>
            </a:extLst>
          </p:cNvPr>
          <p:cNvSpPr/>
          <p:nvPr userDrawn="1"/>
        </p:nvSpPr>
        <p:spPr bwMode="ltGray">
          <a:xfrm>
            <a:off x="0" y="4044620"/>
            <a:ext cx="12192000" cy="85426"/>
          </a:xfrm>
          <a:prstGeom prst="rect">
            <a:avLst/>
          </a:prstGeom>
          <a:solidFill>
            <a:schemeClr val="accent5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15" name="Graphic 14">
            <a:extLst>
              <a:ext uri="{FF2B5EF4-FFF2-40B4-BE49-F238E27FC236}">
                <a16:creationId xmlns:a16="http://schemas.microsoft.com/office/drawing/2014/main" id="{400921D6-7484-4125-BBC9-84E4AEFC528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lum bright="100000"/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465664" y="220133"/>
            <a:ext cx="1733550" cy="381000"/>
          </a:xfrm>
          <a:prstGeom prst="rect">
            <a:avLst/>
          </a:prstGeom>
        </p:spPr>
      </p:pic>
      <p:sp>
        <p:nvSpPr>
          <p:cNvPr id="17" name="Freeform: Shape 16">
            <a:extLst>
              <a:ext uri="{FF2B5EF4-FFF2-40B4-BE49-F238E27FC236}">
                <a16:creationId xmlns:a16="http://schemas.microsoft.com/office/drawing/2014/main" id="{1A8CDEF0-2ABD-434C-A05F-BE41B6EE44C9}"/>
              </a:ext>
            </a:extLst>
          </p:cNvPr>
          <p:cNvSpPr/>
          <p:nvPr userDrawn="1"/>
        </p:nvSpPr>
        <p:spPr bwMode="ltGray">
          <a:xfrm>
            <a:off x="9601200" y="2535158"/>
            <a:ext cx="2590800" cy="1514200"/>
          </a:xfrm>
          <a:custGeom>
            <a:avLst/>
            <a:gdLst>
              <a:gd name="connsiteX0" fmla="*/ 716030 w 5465701"/>
              <a:gd name="connsiteY0" fmla="*/ 1754427 h 3194444"/>
              <a:gd name="connsiteX1" fmla="*/ 1432062 w 5465701"/>
              <a:gd name="connsiteY1" fmla="*/ 2470460 h 3194444"/>
              <a:gd name="connsiteX2" fmla="*/ 716030 w 5465701"/>
              <a:gd name="connsiteY2" fmla="*/ 3186489 h 3194444"/>
              <a:gd name="connsiteX3" fmla="*/ 0 w 5465701"/>
              <a:gd name="connsiteY3" fmla="*/ 2470460 h 3194444"/>
              <a:gd name="connsiteX4" fmla="*/ 716030 w 5465701"/>
              <a:gd name="connsiteY4" fmla="*/ 1754427 h 3194444"/>
              <a:gd name="connsiteX5" fmla="*/ 3320178 w 5465701"/>
              <a:gd name="connsiteY5" fmla="*/ 1243 h 3194444"/>
              <a:gd name="connsiteX6" fmla="*/ 3842696 w 5465701"/>
              <a:gd name="connsiteY6" fmla="*/ 282584 h 3194444"/>
              <a:gd name="connsiteX7" fmla="*/ 3851787 w 5465701"/>
              <a:gd name="connsiteY7" fmla="*/ 297699 h 3194444"/>
              <a:gd name="connsiteX8" fmla="*/ 5298627 w 5465701"/>
              <a:gd name="connsiteY8" fmla="*/ 2009016 h 3194444"/>
              <a:gd name="connsiteX9" fmla="*/ 5465701 w 5465701"/>
              <a:gd name="connsiteY9" fmla="*/ 2470459 h 3194444"/>
              <a:gd name="connsiteX10" fmla="*/ 4741715 w 5465701"/>
              <a:gd name="connsiteY10" fmla="*/ 3194444 h 3194444"/>
              <a:gd name="connsiteX11" fmla="*/ 4192757 w 5465701"/>
              <a:gd name="connsiteY11" fmla="*/ 2939855 h 3194444"/>
              <a:gd name="connsiteX12" fmla="*/ 3653171 w 5465701"/>
              <a:gd name="connsiteY12" fmla="*/ 2295268 h 3194444"/>
              <a:gd name="connsiteX13" fmla="*/ 3581681 w 5465701"/>
              <a:gd name="connsiteY13" fmla="*/ 2614783 h 3194444"/>
              <a:gd name="connsiteX14" fmla="*/ 3581614 w 5465701"/>
              <a:gd name="connsiteY14" fmla="*/ 2615452 h 3194444"/>
              <a:gd name="connsiteX15" fmla="*/ 3581309 w 5465701"/>
              <a:gd name="connsiteY15" fmla="*/ 2616441 h 3194444"/>
              <a:gd name="connsiteX16" fmla="*/ 3580151 w 5465701"/>
              <a:gd name="connsiteY16" fmla="*/ 2621619 h 3194444"/>
              <a:gd name="connsiteX17" fmla="*/ 3544723 w 5465701"/>
              <a:gd name="connsiteY17" fmla="*/ 2738844 h 3194444"/>
              <a:gd name="connsiteX18" fmla="*/ 3542054 w 5465701"/>
              <a:gd name="connsiteY18" fmla="*/ 2744015 h 3194444"/>
              <a:gd name="connsiteX19" fmla="*/ 3540125 w 5465701"/>
              <a:gd name="connsiteY19" fmla="*/ 2750282 h 3194444"/>
              <a:gd name="connsiteX20" fmla="*/ 3508973 w 5465701"/>
              <a:gd name="connsiteY20" fmla="*/ 2808086 h 3194444"/>
              <a:gd name="connsiteX21" fmla="*/ 3487665 w 5465701"/>
              <a:gd name="connsiteY21" fmla="*/ 2849357 h 3194444"/>
              <a:gd name="connsiteX22" fmla="*/ 3484496 w 5465701"/>
              <a:gd name="connsiteY22" fmla="*/ 2853505 h 3194444"/>
              <a:gd name="connsiteX23" fmla="*/ 3474396 w 5465701"/>
              <a:gd name="connsiteY23" fmla="*/ 2872247 h 3194444"/>
              <a:gd name="connsiteX24" fmla="*/ 3411981 w 5465701"/>
              <a:gd name="connsiteY24" fmla="*/ 2948423 h 3194444"/>
              <a:gd name="connsiteX25" fmla="*/ 3411214 w 5465701"/>
              <a:gd name="connsiteY25" fmla="*/ 2949427 h 3194444"/>
              <a:gd name="connsiteX26" fmla="*/ 3410990 w 5465701"/>
              <a:gd name="connsiteY26" fmla="*/ 2949633 h 3194444"/>
              <a:gd name="connsiteX27" fmla="*/ 3387223 w 5465701"/>
              <a:gd name="connsiteY27" fmla="*/ 2978641 h 3194444"/>
              <a:gd name="connsiteX28" fmla="*/ 2880035 w 5465701"/>
              <a:gd name="connsiteY28" fmla="*/ 3194444 h 3194444"/>
              <a:gd name="connsiteX29" fmla="*/ 2331076 w 5465701"/>
              <a:gd name="connsiteY29" fmla="*/ 2939855 h 3194444"/>
              <a:gd name="connsiteX30" fmla="*/ 859237 w 5465701"/>
              <a:gd name="connsiteY30" fmla="*/ 1181601 h 3194444"/>
              <a:gd name="connsiteX31" fmla="*/ 692163 w 5465701"/>
              <a:gd name="connsiteY31" fmla="*/ 720161 h 3194444"/>
              <a:gd name="connsiteX32" fmla="*/ 1408193 w 5465701"/>
              <a:gd name="connsiteY32" fmla="*/ 4129 h 3194444"/>
              <a:gd name="connsiteX33" fmla="*/ 1957149 w 5465701"/>
              <a:gd name="connsiteY33" fmla="*/ 258718 h 3194444"/>
              <a:gd name="connsiteX34" fmla="*/ 2500573 w 5465701"/>
              <a:gd name="connsiteY34" fmla="*/ 904951 h 3194444"/>
              <a:gd name="connsiteX35" fmla="*/ 2563692 w 5465701"/>
              <a:gd name="connsiteY35" fmla="*/ 623544 h 3194444"/>
              <a:gd name="connsiteX36" fmla="*/ 2568622 w 5465701"/>
              <a:gd name="connsiteY36" fmla="*/ 575183 h 3194444"/>
              <a:gd name="connsiteX37" fmla="*/ 2677611 w 5465701"/>
              <a:gd name="connsiteY37" fmla="*/ 318791 h 3194444"/>
              <a:gd name="connsiteX38" fmla="*/ 2722456 w 5465701"/>
              <a:gd name="connsiteY38" fmla="*/ 264901 h 3194444"/>
              <a:gd name="connsiteX39" fmla="*/ 2746648 w 5465701"/>
              <a:gd name="connsiteY39" fmla="*/ 233234 h 3194444"/>
              <a:gd name="connsiteX40" fmla="*/ 2755783 w 5465701"/>
              <a:gd name="connsiteY40" fmla="*/ 224852 h 3194444"/>
              <a:gd name="connsiteX41" fmla="*/ 2765669 w 5465701"/>
              <a:gd name="connsiteY41" fmla="*/ 212971 h 3194444"/>
              <a:gd name="connsiteX42" fmla="*/ 2794370 w 5465701"/>
              <a:gd name="connsiteY42" fmla="*/ 189442 h 3194444"/>
              <a:gd name="connsiteX43" fmla="*/ 2840255 w 5465701"/>
              <a:gd name="connsiteY43" fmla="*/ 147335 h 3194444"/>
              <a:gd name="connsiteX44" fmla="*/ 2865431 w 5465701"/>
              <a:gd name="connsiteY44" fmla="*/ 131185 h 3194444"/>
              <a:gd name="connsiteX45" fmla="*/ 2872002 w 5465701"/>
              <a:gd name="connsiteY45" fmla="*/ 125798 h 3194444"/>
              <a:gd name="connsiteX46" fmla="*/ 2883644 w 5465701"/>
              <a:gd name="connsiteY46" fmla="*/ 119502 h 3194444"/>
              <a:gd name="connsiteX47" fmla="*/ 2932840 w 5465701"/>
              <a:gd name="connsiteY47" fmla="*/ 87943 h 3194444"/>
              <a:gd name="connsiteX48" fmla="*/ 2987871 w 5465701"/>
              <a:gd name="connsiteY48" fmla="*/ 63130 h 3194444"/>
              <a:gd name="connsiteX49" fmla="*/ 2993531 w 5465701"/>
              <a:gd name="connsiteY49" fmla="*/ 60069 h 3194444"/>
              <a:gd name="connsiteX50" fmla="*/ 2997157 w 5465701"/>
              <a:gd name="connsiteY50" fmla="*/ 58943 h 3194444"/>
              <a:gd name="connsiteX51" fmla="*/ 3030486 w 5465701"/>
              <a:gd name="connsiteY51" fmla="*/ 43916 h 3194444"/>
              <a:gd name="connsiteX52" fmla="*/ 3234352 w 5465701"/>
              <a:gd name="connsiteY52" fmla="*/ 1331 h 3194444"/>
              <a:gd name="connsiteX53" fmla="*/ 3320178 w 5465701"/>
              <a:gd name="connsiteY53" fmla="*/ 1243 h 319444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</a:cxnLst>
            <a:rect l="l" t="t" r="r" b="b"/>
            <a:pathLst>
              <a:path w="5465701" h="3194444">
                <a:moveTo>
                  <a:pt x="716030" y="1754427"/>
                </a:moveTo>
                <a:cubicBezTo>
                  <a:pt x="1111483" y="1754427"/>
                  <a:pt x="1432062" y="2075007"/>
                  <a:pt x="1432062" y="2470460"/>
                </a:cubicBezTo>
                <a:cubicBezTo>
                  <a:pt x="1432062" y="2865910"/>
                  <a:pt x="1111483" y="3186489"/>
                  <a:pt x="716030" y="3186489"/>
                </a:cubicBezTo>
                <a:cubicBezTo>
                  <a:pt x="320577" y="3186489"/>
                  <a:pt x="0" y="2865910"/>
                  <a:pt x="0" y="2470460"/>
                </a:cubicBezTo>
                <a:cubicBezTo>
                  <a:pt x="0" y="2075007"/>
                  <a:pt x="320577" y="1754427"/>
                  <a:pt x="716030" y="1754427"/>
                </a:cubicBezTo>
                <a:close/>
                <a:moveTo>
                  <a:pt x="3320178" y="1243"/>
                </a:moveTo>
                <a:cubicBezTo>
                  <a:pt x="3519781" y="13034"/>
                  <a:pt x="3712171" y="108549"/>
                  <a:pt x="3842696" y="282584"/>
                </a:cubicBezTo>
                <a:lnTo>
                  <a:pt x="3851787" y="297699"/>
                </a:lnTo>
                <a:lnTo>
                  <a:pt x="5298627" y="2009016"/>
                </a:lnTo>
                <a:cubicBezTo>
                  <a:pt x="5402054" y="2136309"/>
                  <a:pt x="5465701" y="2295427"/>
                  <a:pt x="5465701" y="2470459"/>
                </a:cubicBezTo>
                <a:cubicBezTo>
                  <a:pt x="5465701" y="2868253"/>
                  <a:pt x="5147465" y="3186489"/>
                  <a:pt x="4741715" y="3194444"/>
                </a:cubicBezTo>
                <a:cubicBezTo>
                  <a:pt x="4518948" y="3194444"/>
                  <a:pt x="4320053" y="3098973"/>
                  <a:pt x="4192757" y="2939855"/>
                </a:cubicBezTo>
                <a:lnTo>
                  <a:pt x="3653171" y="2295268"/>
                </a:lnTo>
                <a:lnTo>
                  <a:pt x="3581681" y="2614783"/>
                </a:lnTo>
                <a:lnTo>
                  <a:pt x="3581614" y="2615452"/>
                </a:lnTo>
                <a:lnTo>
                  <a:pt x="3581309" y="2616441"/>
                </a:lnTo>
                <a:lnTo>
                  <a:pt x="3580151" y="2621619"/>
                </a:lnTo>
                <a:cubicBezTo>
                  <a:pt x="3572195" y="2661398"/>
                  <a:pt x="3560262" y="2700681"/>
                  <a:pt x="3544723" y="2738844"/>
                </a:cubicBezTo>
                <a:lnTo>
                  <a:pt x="3542054" y="2744015"/>
                </a:lnTo>
                <a:lnTo>
                  <a:pt x="3540125" y="2750282"/>
                </a:lnTo>
                <a:lnTo>
                  <a:pt x="3508973" y="2808086"/>
                </a:lnTo>
                <a:lnTo>
                  <a:pt x="3487665" y="2849357"/>
                </a:lnTo>
                <a:lnTo>
                  <a:pt x="3484496" y="2853505"/>
                </a:lnTo>
                <a:lnTo>
                  <a:pt x="3474396" y="2872247"/>
                </a:lnTo>
                <a:lnTo>
                  <a:pt x="3411981" y="2948423"/>
                </a:lnTo>
                <a:lnTo>
                  <a:pt x="3411214" y="2949427"/>
                </a:lnTo>
                <a:lnTo>
                  <a:pt x="3410990" y="2949633"/>
                </a:lnTo>
                <a:lnTo>
                  <a:pt x="3387223" y="2978641"/>
                </a:lnTo>
                <a:cubicBezTo>
                  <a:pt x="3257939" y="3108919"/>
                  <a:pt x="3078932" y="3190467"/>
                  <a:pt x="2880035" y="3194444"/>
                </a:cubicBezTo>
                <a:cubicBezTo>
                  <a:pt x="2657268" y="3194444"/>
                  <a:pt x="2458372" y="3098973"/>
                  <a:pt x="2331076" y="2939855"/>
                </a:cubicBezTo>
                <a:lnTo>
                  <a:pt x="859237" y="1181601"/>
                </a:lnTo>
                <a:cubicBezTo>
                  <a:pt x="755810" y="1054308"/>
                  <a:pt x="692163" y="895190"/>
                  <a:pt x="692163" y="720161"/>
                </a:cubicBezTo>
                <a:cubicBezTo>
                  <a:pt x="692163" y="322365"/>
                  <a:pt x="1018355" y="4129"/>
                  <a:pt x="1408193" y="4129"/>
                </a:cubicBezTo>
                <a:cubicBezTo>
                  <a:pt x="1630958" y="4129"/>
                  <a:pt x="1829855" y="99600"/>
                  <a:pt x="1957149" y="258718"/>
                </a:cubicBezTo>
                <a:lnTo>
                  <a:pt x="2500573" y="904951"/>
                </a:lnTo>
                <a:lnTo>
                  <a:pt x="2563692" y="623544"/>
                </a:lnTo>
                <a:lnTo>
                  <a:pt x="2568622" y="575183"/>
                </a:lnTo>
                <a:cubicBezTo>
                  <a:pt x="2587983" y="481639"/>
                  <a:pt x="2625680" y="394932"/>
                  <a:pt x="2677611" y="318791"/>
                </a:cubicBezTo>
                <a:lnTo>
                  <a:pt x="2722456" y="264901"/>
                </a:lnTo>
                <a:lnTo>
                  <a:pt x="2746648" y="233234"/>
                </a:lnTo>
                <a:lnTo>
                  <a:pt x="2755783" y="224852"/>
                </a:lnTo>
                <a:lnTo>
                  <a:pt x="2765669" y="212971"/>
                </a:lnTo>
                <a:lnTo>
                  <a:pt x="2794370" y="189442"/>
                </a:lnTo>
                <a:lnTo>
                  <a:pt x="2840255" y="147335"/>
                </a:lnTo>
                <a:lnTo>
                  <a:pt x="2865431" y="131185"/>
                </a:lnTo>
                <a:lnTo>
                  <a:pt x="2872002" y="125798"/>
                </a:lnTo>
                <a:lnTo>
                  <a:pt x="2883644" y="119502"/>
                </a:lnTo>
                <a:lnTo>
                  <a:pt x="2932840" y="87943"/>
                </a:lnTo>
                <a:lnTo>
                  <a:pt x="2987871" y="63130"/>
                </a:lnTo>
                <a:lnTo>
                  <a:pt x="2993531" y="60069"/>
                </a:lnTo>
                <a:lnTo>
                  <a:pt x="2997157" y="58943"/>
                </a:lnTo>
                <a:lnTo>
                  <a:pt x="3030486" y="43916"/>
                </a:lnTo>
                <a:cubicBezTo>
                  <a:pt x="3096903" y="19652"/>
                  <a:pt x="3165593" y="5527"/>
                  <a:pt x="3234352" y="1331"/>
                </a:cubicBezTo>
                <a:cubicBezTo>
                  <a:pt x="3263002" y="-417"/>
                  <a:pt x="3291664" y="-441"/>
                  <a:pt x="3320178" y="1243"/>
                </a:cubicBezTo>
                <a:close/>
              </a:path>
            </a:pathLst>
          </a:custGeom>
          <a:solidFill>
            <a:schemeClr val="tx1">
              <a:alpha val="15000"/>
            </a:schemeClr>
          </a:solidFill>
          <a:ln w="30040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BC9971A-6012-41B4-A63D-41852C1E7F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-6610" y="681586"/>
            <a:ext cx="12198610" cy="3367772"/>
          </a:xfrm>
          <a:prstGeom prst="rect">
            <a:avLst/>
          </a:prstGeom>
        </p:spPr>
      </p:pic>
      <p:sp>
        <p:nvSpPr>
          <p:cNvPr id="9" name="Rectangle 8">
            <a:extLst>
              <a:ext uri="{FF2B5EF4-FFF2-40B4-BE49-F238E27FC236}">
                <a16:creationId xmlns:a16="http://schemas.microsoft.com/office/drawing/2014/main" id="{C38475C0-F5F0-43DF-ADC1-997C191CA37C}"/>
              </a:ext>
            </a:extLst>
          </p:cNvPr>
          <p:cNvSpPr/>
          <p:nvPr userDrawn="1"/>
        </p:nvSpPr>
        <p:spPr>
          <a:xfrm>
            <a:off x="-6610" y="667670"/>
            <a:ext cx="12198610" cy="3381688"/>
          </a:xfrm>
          <a:prstGeom prst="rect">
            <a:avLst/>
          </a:prstGeom>
          <a:solidFill>
            <a:srgbClr val="C00000">
              <a:alpha val="27000"/>
            </a:srgbClr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8939743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87624171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163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933538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345611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sp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8989731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15414609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187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" name="Title 1">
            <a:extLst>
              <a:ext uri="{FF2B5EF4-FFF2-40B4-BE49-F238E27FC236}">
                <a16:creationId xmlns:a16="http://schemas.microsoft.com/office/drawing/2014/main" id="{07E36632-5062-4623-81E8-04271679581A}"/>
              </a:ext>
            </a:extLst>
          </p:cNvPr>
          <p:cNvSpPr txBox="1">
            <a:spLocks/>
          </p:cNvSpPr>
          <p:nvPr userDrawn="1"/>
        </p:nvSpPr>
        <p:spPr bwMode="ltGray">
          <a:xfrm>
            <a:off x="492920" y="184386"/>
            <a:ext cx="11215686" cy="803564"/>
          </a:xfrm>
          <a:prstGeom prst="roundRect">
            <a:avLst>
              <a:gd name="adj" fmla="val 22387"/>
            </a:avLst>
          </a:prstGeom>
          <a:gradFill>
            <a:gsLst>
              <a:gs pos="100000">
                <a:srgbClr val="FF671F"/>
              </a:gs>
              <a:gs pos="0">
                <a:srgbClr val="FF0000"/>
              </a:gs>
            </a:gsLst>
            <a:lin ang="0" scaled="0"/>
          </a:gradFill>
          <a:ln w="10795" cap="flat" cmpd="sng" algn="ctr">
            <a:noFill/>
            <a:prstDash val="solid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square" lIns="0" tIns="0" rIns="0" bIns="0" rtlCol="0" anchor="ctr" anchorCtr="0">
            <a:no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kumimoji="0" lang="en-US" sz="3200" b="1" i="0" u="none" strike="noStrike" kern="1200" cap="none" spc="0" normalizeH="0" baseline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>
              <a:defRPr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2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 pitchFamily="34" charset="0"/>
              <a:ea typeface="+mn-ea"/>
              <a:cs typeface="Calibri" panose="020F0502020204030204" pitchFamily="34" charset="0"/>
            </a:endParaRPr>
          </a:p>
        </p:txBody>
      </p:sp>
      <p:sp>
        <p:nvSpPr>
          <p:cNvPr id="5" name="Rectangle 1" hidden="1">
            <a:extLst>
              <a:ext uri="{FF2B5EF4-FFF2-40B4-BE49-F238E27FC236}">
                <a16:creationId xmlns:a16="http://schemas.microsoft.com/office/drawing/2014/main" id="{FCC3A0E6-E630-4C26-B008-93BA0B5B110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4" name="3. Subtitle">
            <a:extLst>
              <a:ext uri="{FF2B5EF4-FFF2-40B4-BE49-F238E27FC236}">
                <a16:creationId xmlns:a16="http://schemas.microsoft.com/office/drawing/2014/main" id="{D4D36123-678D-4B6C-A648-186F85BE34AE}"/>
              </a:ext>
            </a:extLst>
          </p:cNvPr>
          <p:cNvSpPr>
            <a:spLocks noGrp="1"/>
          </p:cNvSpPr>
          <p:nvPr>
            <p:ph type="subTitle" idx="1"/>
            <p:custDataLst>
              <p:tags r:id="rId4"/>
            </p:custDataLst>
          </p:nvPr>
        </p:nvSpPr>
        <p:spPr>
          <a:xfrm>
            <a:off x="554736" y="1019745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C30AC055-11D5-4540-94E4-C3B7BE6EFD7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0" name="2. Slide Title">
            <a:extLst>
              <a:ext uri="{FF2B5EF4-FFF2-40B4-BE49-F238E27FC236}">
                <a16:creationId xmlns:a16="http://schemas.microsoft.com/office/drawing/2014/main" id="{8326FFD0-8389-4032-AAB8-00C262CAF746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220408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29342715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Object 9" hidden="1">
            <a:extLst>
              <a:ext uri="{FF2B5EF4-FFF2-40B4-BE49-F238E27FC236}">
                <a16:creationId xmlns:a16="http://schemas.microsoft.com/office/drawing/2014/main" id="{9BA84E71-6FE7-4585-B82E-BE5603311945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6061190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211"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10" name="Object 9" hidden="1">
                        <a:extLst>
                          <a:ext uri="{FF2B5EF4-FFF2-40B4-BE49-F238E27FC236}">
                            <a16:creationId xmlns:a16="http://schemas.microsoft.com/office/drawing/2014/main" id="{9BA84E71-6FE7-4585-B82E-BE560331194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Rectangle 8" hidden="1">
            <a:extLst>
              <a:ext uri="{FF2B5EF4-FFF2-40B4-BE49-F238E27FC236}">
                <a16:creationId xmlns:a16="http://schemas.microsoft.com/office/drawing/2014/main" id="{D62A08AB-557D-4245-84FA-9DB6B6C6845A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06563"/>
            <a:ext cx="3813048" cy="769441"/>
          </a:xfrm>
          <a:prstGeom prst="rect">
            <a:avLst/>
          </a:prstGeom>
        </p:spPr>
        <p:txBody>
          <a:bodyPr vert="horz" anchor="t">
            <a:noAutofit/>
          </a:bodyPr>
          <a:lstStyle>
            <a:lvl1pPr rtl="0">
              <a:lnSpc>
                <a:spcPct val="10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A2582D75-79F8-4634-92EF-A9F0840C018B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2295849607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3C4F5195-E8F7-4A2F-B02E-643BB3D8838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94766183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9235"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3C4F5195-E8F7-4A2F-B02E-643BB3D8838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515EFC92-5E3D-4BDC-A378-85D30212A9E2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vert="horz" rIns="365760" anchor="ctr">
            <a:noAutofit/>
          </a:bodyPr>
          <a:lstStyle>
            <a:lvl1pPr rtl="0"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4983596-431B-4F12-AA07-76914CD3DEE7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37124674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Section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05B6D76-6B4B-4ED5-B8F1-5D1D098312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45835826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0259"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05B6D76-6B4B-4ED5-B8F1-5D1D098312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pic>
        <p:nvPicPr>
          <p:cNvPr id="12" name="Picture 11">
            <a:extLst>
              <a:ext uri="{FF2B5EF4-FFF2-40B4-BE49-F238E27FC236}">
                <a16:creationId xmlns:a16="http://schemas.microsoft.com/office/drawing/2014/main" id="{92D91BA2-8C6E-4C39-82C4-C8D6977634A8}"/>
              </a:ext>
            </a:extLst>
          </p:cNvPr>
          <p:cNvPicPr>
            <a:picLocks noChangeAspect="1"/>
          </p:cNvPicPr>
          <p:nvPr userDrawn="1"/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BDCF374B-2477-45CD-A00B-B8676A45ACDF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4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034013" y="3060131"/>
            <a:ext cx="6679932" cy="1354217"/>
          </a:xfrm>
        </p:spPr>
        <p:txBody>
          <a:bodyPr vert="horz" anchor="ctr" anchorCtr="0">
            <a:spAutoFit/>
          </a:bodyPr>
          <a:lstStyle>
            <a:lvl1pPr rtl="0">
              <a:lnSpc>
                <a:spcPct val="100000"/>
              </a:lnSpc>
              <a:defRPr sz="4400"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FA764DC8-CEA6-42F3-8E66-7C768AAD275E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4F85F68B-5AD9-41ED-B05F-153BF3BB613F}"/>
              </a:ext>
            </a:extLst>
          </p:cNvPr>
          <p:cNvCxnSpPr/>
          <p:nvPr userDrawn="1"/>
        </p:nvCxnSpPr>
        <p:spPr>
          <a:xfrm>
            <a:off x="914400" y="5289464"/>
            <a:ext cx="3512457" cy="0"/>
          </a:xfrm>
          <a:prstGeom prst="line">
            <a:avLst/>
          </a:prstGeom>
          <a:ln w="165100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07A055AF-941C-43B5-BC0A-01DB0A55B26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831851" y="2310871"/>
            <a:ext cx="3754664" cy="2852737"/>
          </a:xfrm>
        </p:spPr>
        <p:txBody>
          <a:bodyPr anchor="ctr" anchorCtr="0">
            <a:noAutofit/>
          </a:bodyPr>
          <a:lstStyle>
            <a:lvl1pPr>
              <a:defRPr sz="18800">
                <a:solidFill>
                  <a:schemeClr val="bg1"/>
                </a:solidFill>
              </a:defRPr>
            </a:lvl1pPr>
            <a:lvl2pPr>
              <a:defRPr sz="2000">
                <a:solidFill>
                  <a:schemeClr val="bg1"/>
                </a:solidFill>
              </a:defRPr>
            </a:lvl2pPr>
            <a:lvl3pPr>
              <a:defRPr sz="2000">
                <a:solidFill>
                  <a:schemeClr val="bg1"/>
                </a:solidFill>
              </a:defRPr>
            </a:lvl3pPr>
            <a:lvl4pPr>
              <a:defRPr sz="2000">
                <a:solidFill>
                  <a:schemeClr val="bg1"/>
                </a:solidFill>
              </a:defRPr>
            </a:lvl4pPr>
            <a:lvl5pPr>
              <a:defRPr sz="2000"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XX</a:t>
            </a:r>
          </a:p>
        </p:txBody>
      </p:sp>
    </p:spTree>
    <p:extLst>
      <p:ext uri="{BB962C8B-B14F-4D97-AF65-F5344CB8AC3E}">
        <p14:creationId xmlns:p14="http://schemas.microsoft.com/office/powerpoint/2010/main" val="342151346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EC6EE29E-F64A-419F-BFB0-EEDEB71953F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61680549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283" name="think-cell Slide" r:id="rId10" imgW="592" imgH="591" progId="TCLayout.ActiveDocument.1">
                  <p:embed/>
                </p:oleObj>
              </mc:Choice>
              <mc:Fallback>
                <p:oleObj name="think-cell Slide" r:id="rId10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EC6EE29E-F64A-419F-BFB0-EEDEB71953F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69526043-F22A-4ED3-B0A1-DD7C4F83AF9B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34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4"/>
            </p:custDataLst>
          </p:nvPr>
        </p:nvSpPr>
        <p:spPr>
          <a:xfrm>
            <a:off x="1505712" y="3556229"/>
            <a:ext cx="9180576" cy="523220"/>
          </a:xfrm>
          <a:prstGeom prst="rect">
            <a:avLst/>
          </a:prstGeom>
        </p:spPr>
        <p:txBody>
          <a:bodyPr vert="horz">
            <a:spAutoFit/>
          </a:bodyPr>
          <a:lstStyle>
            <a:lvl1pPr rtl="0">
              <a:lnSpc>
                <a:spcPct val="105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5"/>
            </p:custDataLst>
          </p:nvPr>
        </p:nvSpPr>
        <p:spPr>
          <a:xfrm>
            <a:off x="1505712" y="4284630"/>
            <a:ext cx="91805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556D1499-3230-4098-85B2-D4CC7CA621F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1361968159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0499159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307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67C50C85-5FB9-4798-A8A4-1DA5B9F3ACC9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FBE3DD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wrap="square" lIns="0" tIns="0" rIns="0" bIns="0" rtlCol="0" anchor="b" anchorCtr="0">
            <a:noAutofit/>
          </a:bodyPr>
          <a:lstStyle>
            <a:lvl1pPr rtl="0"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6552B7E-7081-4EA8-9351-FE4C7216ADF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9"/>
            </p:custDataLst>
          </p:nvPr>
        </p:nvSpPr>
        <p:spPr>
          <a:xfrm>
            <a:off x="554735" y="41597"/>
            <a:ext cx="2514601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C12E3834-0FD3-4DA2-8DCF-C744F65A27E7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lum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 bwMode="ltGray">
          <a:xfrm>
            <a:off x="10157063" y="6385178"/>
            <a:ext cx="1127390" cy="24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041883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89192774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331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9D2CA90-0144-4292-9526-98A508F5317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FBE3DD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>
            <a:lvl1pPr rtl="0"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9C07342-0520-417C-B878-54C94CBD853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9"/>
            </p:custDataLst>
          </p:nvPr>
        </p:nvSpPr>
        <p:spPr>
          <a:xfrm>
            <a:off x="554735" y="41597"/>
            <a:ext cx="3465577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68E398AF-77E5-4FE0-9F5C-A6F62210A48B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lum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 bwMode="ltGray">
          <a:xfrm>
            <a:off x="10157063" y="6385178"/>
            <a:ext cx="1127390" cy="24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5333635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6223487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4355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1725BD87-3C3D-45F6-BBCF-F06FD867659F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FBE3DD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45611"/>
            <a:ext cx="5065776" cy="384721"/>
          </a:xfrm>
        </p:spPr>
        <p:txBody>
          <a:bodyPr vert="horz" anchor="ctr" anchorCtr="0"/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33538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E9BE4D1E-183A-499B-BFC7-798294EB7AE9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9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056B72EC-3D4D-4ABE-A72D-880E3C7CA5D3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lum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 bwMode="ltGray">
          <a:xfrm>
            <a:off x="10157063" y="6385178"/>
            <a:ext cx="1127390" cy="24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82075187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34462626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9"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2D668F04-7049-40BA-8D63-D8BBB6921318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0415F114-7B0E-43F2-8881-F0D9FB2A643B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345611"/>
            <a:ext cx="6967728" cy="384721"/>
          </a:xfrm>
        </p:spPr>
        <p:txBody>
          <a:bodyPr vert="horz" anchor="ctr" anchorCtr="0"/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5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FBE3DD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712BED6B-950C-4FB8-AEE1-14FA61D013F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33538"/>
            <a:ext cx="6967728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7C393009-0681-4A8F-A1E9-19E10A949DCD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9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486A84EA-A7DD-487F-B7A5-DE64EF4696B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lum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 bwMode="ltGray">
          <a:xfrm>
            <a:off x="10157063" y="6385178"/>
            <a:ext cx="1127390" cy="24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3216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273248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6403"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1" hidden="1">
            <a:extLst>
              <a:ext uri="{FF2B5EF4-FFF2-40B4-BE49-F238E27FC236}">
                <a16:creationId xmlns:a16="http://schemas.microsoft.com/office/drawing/2014/main" id="{50854476-2923-4515-A585-4477FF86118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FBE3DD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8FFC5EFA-01A0-4033-8D7E-3C2B1F490A33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45611"/>
            <a:ext cx="7918704" cy="384721"/>
          </a:xfrm>
        </p:spPr>
        <p:txBody>
          <a:bodyPr vert="horz" anchor="ctr" anchorCtr="0"/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1555BB7F-874D-4148-9E84-841F62C8E9D4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33538"/>
            <a:ext cx="7918704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u="none" baseline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DEC2F904-C5C8-4B39-9C46-6CA56144D86A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9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600825C-A040-4E44-8953-825A82AD5430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lum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 bwMode="ltGray">
          <a:xfrm>
            <a:off x="10157063" y="6385178"/>
            <a:ext cx="1127390" cy="24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117724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648A5D5-75B9-4F02-A4CB-B3C65A9BF2C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49214563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27" name="think-cell Slide" r:id="rId9" imgW="592" imgH="591" progId="TCLayout.ActiveDocument.1">
                  <p:embed/>
                </p:oleObj>
              </mc:Choice>
              <mc:Fallback>
                <p:oleObj name="think-cell Slide" r:id="rId9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648A5D5-75B9-4F02-A4CB-B3C65A9BF2C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58AAF75-30DC-408A-933A-149F2D14D18F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5"/>
            </p:custDataLst>
          </p:nvPr>
        </p:nvSpPr>
        <p:spPr>
          <a:xfrm>
            <a:off x="554736" y="556932"/>
            <a:ext cx="11082528" cy="384721"/>
          </a:xfrm>
        </p:spPr>
        <p:txBody>
          <a:bodyPr vert="horz">
            <a:spAutoFit/>
          </a:bodyPr>
          <a:lstStyle>
            <a:lvl1pPr rtl="0"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931AA88E-24E2-4493-A340-98EE8666A3B2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ECCB5098-03C0-4738-925B-3B46081AE732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lum/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 bwMode="ltGray">
          <a:xfrm>
            <a:off x="10157063" y="6385178"/>
            <a:ext cx="1127390" cy="24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30900365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220E9A7C-FB74-480B-8212-8CE5C1AF5D1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2699640285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51" name="think-cell Slide" r:id="rId7" imgW="592" imgH="591" progId="TCLayout.ActiveDocument.1">
                  <p:embed/>
                </p:oleObj>
              </mc:Choice>
              <mc:Fallback>
                <p:oleObj name="think-cell Slide" r:id="rId7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220E9A7C-FB74-480B-8212-8CE5C1AF5D1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3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BD5E1493-E8EF-4031-B447-85DA0B4181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5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1C166C02-2E97-4226-9F01-88326758F090}"/>
              </a:ext>
            </a:extLst>
          </p:cNvPr>
          <p:cNvPicPr>
            <a:picLocks noChangeAspect="1"/>
          </p:cNvPicPr>
          <p:nvPr userDrawn="1"/>
        </p:nvPicPr>
        <p:blipFill>
          <a:blip r:embed="rId9">
            <a:lum/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 bwMode="ltGray">
          <a:xfrm>
            <a:off x="10157063" y="6385178"/>
            <a:ext cx="1127390" cy="24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879772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1" hidden="1">
            <a:extLst>
              <a:ext uri="{FF2B5EF4-FFF2-40B4-BE49-F238E27FC236}">
                <a16:creationId xmlns:a16="http://schemas.microsoft.com/office/drawing/2014/main" id="{A954CCC1-5027-4384-BFF6-B54153C697A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66893192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9475" name="think-cell Slide" r:id="rId5" imgW="592" imgH="591" progId="TCLayout.ActiveDocument.1">
                  <p:embed/>
                </p:oleObj>
              </mc:Choice>
              <mc:Fallback>
                <p:oleObj name="think-cell Slide" r:id="rId5" imgW="592" imgH="591" progId="TCLayout.ActiveDocument.1">
                  <p:embed/>
                  <p:pic>
                    <p:nvPicPr>
                      <p:cNvPr id="2" name="Object 1" hidden="1">
                        <a:extLst>
                          <a:ext uri="{FF2B5EF4-FFF2-40B4-BE49-F238E27FC236}">
                            <a16:creationId xmlns:a16="http://schemas.microsoft.com/office/drawing/2014/main" id="{A954CCC1-5027-4384-BFF6-B54153C697A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7935E5F4-E0DF-44AB-A95E-11FD6DC06023}"/>
              </a:ext>
            </a:extLst>
          </p:cNvPr>
          <p:cNvPicPr>
            <a:picLocks noChangeAspect="1"/>
          </p:cNvPicPr>
          <p:nvPr userDrawn="1"/>
        </p:nvPicPr>
        <p:blipFill>
          <a:blip r:embed="rId7">
            <a:lum/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 bwMode="ltGray">
          <a:xfrm>
            <a:off x="4113251" y="2993231"/>
            <a:ext cx="3965498" cy="8715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55335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48364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499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ED3A330D-704F-4050-81F6-50A136E78604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3" name="2. Slide Title">
            <a:extLst>
              <a:ext uri="{FF2B5EF4-FFF2-40B4-BE49-F238E27FC236}">
                <a16:creationId xmlns:a16="http://schemas.microsoft.com/office/drawing/2014/main" id="{5C829ED6-90BF-4B02-AD53-C2B66EC5467C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345611"/>
            <a:ext cx="11082528" cy="384721"/>
          </a:xfr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sp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0F8ABF34-9C24-45F4-B9AE-EDBE37FAC548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6" y="933538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/>
            <a:r>
              <a:rPr lang="en-US"/>
              <a:t>Click to edit Master subtitle style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0364ABB4-AE33-4DE9-A20C-DBDBFEC0CA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</p:spTree>
    <p:extLst>
      <p:ext uri="{BB962C8B-B14F-4D97-AF65-F5344CB8AC3E}">
        <p14:creationId xmlns:p14="http://schemas.microsoft.com/office/powerpoint/2010/main" val="2105556322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ntrast 1/2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F17EEF9-3DB9-4A02-BE2D-DE37DFD2B16E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71347348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1523" name="think-cell Slide" r:id="rId11" imgW="592" imgH="591" progId="TCLayout.ActiveDocument.1">
                  <p:embed/>
                </p:oleObj>
              </mc:Choice>
              <mc:Fallback>
                <p:oleObj name="think-cell Slide" r:id="rId11" imgW="592" imgH="591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F17EEF9-3DB9-4A02-BE2D-DE37DFD2B16E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8F6D83EC-F243-46BA-8827-531E63D39DA3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7" name="RectangleDark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0" name="2. Slide Title">
            <a:extLst>
              <a:ext uri="{FF2B5EF4-FFF2-40B4-BE49-F238E27FC236}">
                <a16:creationId xmlns:a16="http://schemas.microsoft.com/office/drawing/2014/main" id="{80B9914A-DB55-4BC1-945B-6BCB69651471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345611"/>
            <a:ext cx="5065776" cy="384721"/>
          </a:xfrm>
        </p:spPr>
        <p:txBody>
          <a:bodyPr vert="horz" anchor="ctr" anchorCtr="0"/>
          <a:lstStyle>
            <a:lvl1pPr rtl="0">
              <a:defRPr>
                <a:solidFill>
                  <a:schemeClr val="bg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1" name="3. Subtitle">
            <a:extLst>
              <a:ext uri="{FF2B5EF4-FFF2-40B4-BE49-F238E27FC236}">
                <a16:creationId xmlns:a16="http://schemas.microsoft.com/office/drawing/2014/main" id="{DFAFB1F1-9351-4B71-8B28-70BD6B35E3B1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933538"/>
            <a:ext cx="5065776" cy="246221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6404B0A-A2B8-4CC0-AACE-22B9A9D22DC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9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spAutoFit/>
          </a:bodyPr>
          <a:lstStyle>
            <a:lvl1pPr rtl="0">
              <a:defRPr lang="en-US" sz="800" b="0" dirty="0">
                <a:solidFill>
                  <a:schemeClr val="bg2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pic>
        <p:nvPicPr>
          <p:cNvPr id="11" name="Graphic 10">
            <a:extLst>
              <a:ext uri="{FF2B5EF4-FFF2-40B4-BE49-F238E27FC236}">
                <a16:creationId xmlns:a16="http://schemas.microsoft.com/office/drawing/2014/main" id="{9EABFFC1-B9EA-4B31-906F-B6521A6C4EE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lum bright="100000"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 bwMode="ltGray">
          <a:xfrm>
            <a:off x="10157063" y="6385178"/>
            <a:ext cx="1127390" cy="24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290801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Reverse Contrast 3/4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3B19533A-7C36-4239-BCB1-336E4EF4EA9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5373260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2547" name="think-cell Slide" r:id="rId11" imgW="473" imgH="473" progId="TCLayout.ActiveDocument.1">
                  <p:embed/>
                </p:oleObj>
              </mc:Choice>
              <mc:Fallback>
                <p:oleObj name="think-cell Slide" r:id="rId11" imgW="473" imgH="473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3B19533A-7C36-4239-BCB1-336E4EF4EA9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F05418DB-2F6D-4E1E-889F-DE7C7630E9DF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22" name="RectangleLight">
            <a:extLst>
              <a:ext uri="{FF2B5EF4-FFF2-40B4-BE49-F238E27FC236}">
                <a16:creationId xmlns:a16="http://schemas.microsoft.com/office/drawing/2014/main" id="{65BA59B8-E166-40EF-A08B-73C27149A153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0" y="0"/>
            <a:ext cx="3410584" cy="6858000"/>
          </a:xfrm>
          <a:prstGeom prst="rect">
            <a:avLst/>
          </a:prstGeom>
          <a:solidFill>
            <a:schemeClr val="bg1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5. Source" hidden="1">
            <a:extLst>
              <a:ext uri="{FF2B5EF4-FFF2-40B4-BE49-F238E27FC236}">
                <a16:creationId xmlns:a16="http://schemas.microsoft.com/office/drawing/2014/main" id="{4F4B7457-0497-46CF-9E9B-69EB8E74CC15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768EECA-1A03-46B2-B9BB-3C455A3710A4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7"/>
            </p:custDataLst>
          </p:nvPr>
        </p:nvSpPr>
        <p:spPr>
          <a:xfrm>
            <a:off x="554735" y="41597"/>
            <a:ext cx="2514600" cy="123111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lvl1pPr rtl="0">
              <a:defRPr lang="en-US" sz="800" b="0" dirty="0">
                <a:solidFill>
                  <a:schemeClr val="tx1"/>
                </a:solidFill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sp>
        <p:nvSpPr>
          <p:cNvPr id="11" name="2. Slide Title">
            <a:extLst>
              <a:ext uri="{FF2B5EF4-FFF2-40B4-BE49-F238E27FC236}">
                <a16:creationId xmlns:a16="http://schemas.microsoft.com/office/drawing/2014/main" id="{201E918A-7ADD-4595-9E5C-36C3D305CA4A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2744369"/>
            <a:ext cx="2514600" cy="769441"/>
          </a:xfrm>
        </p:spPr>
        <p:txBody>
          <a:bodyPr vert="horz" anchor="b">
            <a:noAutofit/>
          </a:bodyPr>
          <a:lstStyle>
            <a:lvl1pPr rtl="0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A0895B2F-2F72-4935-BC7F-BEA280D6C542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3659644"/>
            <a:ext cx="2514600" cy="492443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 rtl="0">
              <a:buNone/>
              <a:defRPr sz="1600" b="0" baseline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8E2ED065-559A-4FF2-B22A-E71850F2A7EC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lum/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 bwMode="ltGray">
          <a:xfrm>
            <a:off x="10157063" y="6385178"/>
            <a:ext cx="1127390" cy="2477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405616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Contrast 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6D01440F-CB45-4B1E-BF2B-97953CB35508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44836424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3571"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6D01440F-CB45-4B1E-BF2B-97953CB35508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" name="Rectangle 3" hidden="1">
            <a:extLst>
              <a:ext uri="{FF2B5EF4-FFF2-40B4-BE49-F238E27FC236}">
                <a16:creationId xmlns:a16="http://schemas.microsoft.com/office/drawing/2014/main" id="{ED3A330D-704F-4050-81F6-50A136E78604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tx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3" name="2. Slide Title">
            <a:extLst>
              <a:ext uri="{FF2B5EF4-FFF2-40B4-BE49-F238E27FC236}">
                <a16:creationId xmlns:a16="http://schemas.microsoft.com/office/drawing/2014/main" id="{5C829ED6-90BF-4B02-AD53-C2B66EC5467C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72212"/>
            <a:ext cx="11082528" cy="731520"/>
          </a:xfrm>
        </p:spPr>
        <p:txBody>
          <a:bodyPr vert="horz" wrap="square" lIns="0" tIns="0" rIns="0" bIns="0" rtlCol="0" anchor="ctr" anchorCtr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0F8ABF34-9C24-45F4-B9AE-EDBE37FAC548}"/>
              </a:ext>
            </a:extLst>
          </p:cNvPr>
          <p:cNvSpPr>
            <a:spLocks noGrp="1"/>
          </p:cNvSpPr>
          <p:nvPr>
            <p:ph type="subTitle" idx="1"/>
            <p:custDataLst>
              <p:tags r:id="rId5"/>
            </p:custDataLst>
          </p:nvPr>
        </p:nvSpPr>
        <p:spPr>
          <a:xfrm>
            <a:off x="554736" y="1123777"/>
            <a:ext cx="11082528" cy="2462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b="0" baseline="0" dirty="0"/>
            </a:lvl1pPr>
          </a:lstStyle>
          <a:p>
            <a:pPr lvl="0">
              <a:buNone/>
            </a:pPr>
            <a:r>
              <a:rPr lang="en-US"/>
              <a:t>Click to edit Master subtitle style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E4920261-0593-4AC5-992E-73B8CB0A1C71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9" name="5. Source" hidden="1">
            <a:extLst>
              <a:ext uri="{FF2B5EF4-FFF2-40B4-BE49-F238E27FC236}">
                <a16:creationId xmlns:a16="http://schemas.microsoft.com/office/drawing/2014/main" id="{0CC39C66-1ED1-4BBF-87FB-6C74C9A461BE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sz="80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11" name="1. On-page tracker">
            <a:extLst>
              <a:ext uri="{FF2B5EF4-FFF2-40B4-BE49-F238E27FC236}">
                <a16:creationId xmlns:a16="http://schemas.microsoft.com/office/drawing/2014/main" id="{0364ABB4-AE33-4DE9-A20C-DBDBFEC0CA11}"/>
              </a:ext>
            </a:extLst>
          </p:cNvPr>
          <p:cNvSpPr>
            <a:spLocks noGrp="1"/>
          </p:cNvSpPr>
          <p:nvPr>
            <p:ph type="body" sz="quarter" idx="10" hasCustomPrompt="1"/>
            <p:custDataLst>
              <p:tags r:id="rId8"/>
            </p:custDataLst>
          </p:nvPr>
        </p:nvSpPr>
        <p:spPr>
          <a:xfrm>
            <a:off x="554735" y="41597"/>
            <a:ext cx="3843338" cy="123111"/>
          </a:xfrm>
          <a:prstGeom prst="rect">
            <a:avLst/>
          </a:prstGeom>
          <a:noFill/>
          <a:ln w="6350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lvl1pPr>
              <a:defRPr lang="en-US" sz="800" b="0" dirty="0">
                <a:cs typeface="+mn-cs"/>
              </a:defRPr>
            </a:lvl1pPr>
          </a:lstStyle>
          <a:p>
            <a:pPr lvl="0">
              <a:buNone/>
            </a:pPr>
            <a:r>
              <a:rPr lang="en-US"/>
              <a:t>Add tracker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627C3447-804A-4ADB-BA29-D1CD7BA98857}"/>
              </a:ext>
            </a:extLst>
          </p:cNvPr>
          <p:cNvCxnSpPr>
            <a:cxnSpLocks/>
          </p:cNvCxnSpPr>
          <p:nvPr userDrawn="1"/>
        </p:nvCxnSpPr>
        <p:spPr bwMode="ltGray">
          <a:xfrm>
            <a:off x="588604" y="1017327"/>
            <a:ext cx="3084394" cy="0"/>
          </a:xfrm>
          <a:prstGeom prst="line">
            <a:avLst/>
          </a:prstGeom>
          <a:ln w="165100" cap="rnd">
            <a:solidFill>
              <a:schemeClr val="accent4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101012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Rectangle 280"/>
          <p:cNvSpPr>
            <a:spLocks noGrp="1" noChangeArrowheads="1"/>
          </p:cNvSpPr>
          <p:nvPr>
            <p:ph type="sldNum" sz="quarter" idx="10"/>
            <p:custDataLst>
              <p:tags r:id="rId1"/>
            </p:custDataLst>
          </p:nvPr>
        </p:nvSpPr>
        <p:spPr>
          <a:ln/>
        </p:spPr>
        <p:txBody>
          <a:bodyPr/>
          <a:lstStyle>
            <a:lvl1pPr>
              <a:defRPr lang="en-GB" sz="2041" b="0" kern="1200">
                <a:solidFill>
                  <a:srgbClr val="AAAAA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</a:lstStyle>
          <a:p>
            <a:pPr defTabSz="933003">
              <a:defRPr/>
            </a:pPr>
            <a:fld id="{E271AAED-6163-4724-AD23-2EB3F0C94845}" type="slidenum">
              <a:rPr lang="en-US" b="1" smtClean="0"/>
              <a:pPr defTabSz="933003">
                <a:defRPr/>
              </a:pPr>
              <a:t>‹#›</a:t>
            </a:fld>
            <a:r>
              <a:rPr lang="en-US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168343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_rels/slideMaster2.xml.rels><?xml version="1.0" encoding="UTF-8" standalone="yes"?>
<Relationships xmlns="http://schemas.openxmlformats.org/package/2006/relationships"><Relationship Id="rId13" Type="http://schemas.openxmlformats.org/officeDocument/2006/relationships/slideLayout" Target="../slideLayouts/slideLayout27.xml"/><Relationship Id="rId18" Type="http://schemas.openxmlformats.org/officeDocument/2006/relationships/slideLayout" Target="../slideLayouts/slideLayout32.xml"/><Relationship Id="rId26" Type="http://schemas.openxmlformats.org/officeDocument/2006/relationships/tags" Target="../tags/tag9.xml"/><Relationship Id="rId39" Type="http://schemas.openxmlformats.org/officeDocument/2006/relationships/tags" Target="../tags/tag22.xml"/><Relationship Id="rId21" Type="http://schemas.openxmlformats.org/officeDocument/2006/relationships/slideLayout" Target="../slideLayouts/slideLayout35.xml"/><Relationship Id="rId34" Type="http://schemas.openxmlformats.org/officeDocument/2006/relationships/tags" Target="../tags/tag17.xml"/><Relationship Id="rId42" Type="http://schemas.openxmlformats.org/officeDocument/2006/relationships/tags" Target="../tags/tag25.xml"/><Relationship Id="rId47" Type="http://schemas.openxmlformats.org/officeDocument/2006/relationships/image" Target="../media/image2.png"/><Relationship Id="rId7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6.xml"/><Relationship Id="rId16" Type="http://schemas.openxmlformats.org/officeDocument/2006/relationships/slideLayout" Target="../slideLayouts/slideLayout30.xml"/><Relationship Id="rId29" Type="http://schemas.openxmlformats.org/officeDocument/2006/relationships/tags" Target="../tags/tag12.xml"/><Relationship Id="rId1" Type="http://schemas.openxmlformats.org/officeDocument/2006/relationships/slideLayout" Target="../slideLayouts/slideLayout15.xml"/><Relationship Id="rId6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5.xml"/><Relationship Id="rId24" Type="http://schemas.openxmlformats.org/officeDocument/2006/relationships/vmlDrawing" Target="../drawings/vmlDrawing2.vml"/><Relationship Id="rId32" Type="http://schemas.openxmlformats.org/officeDocument/2006/relationships/tags" Target="../tags/tag15.xml"/><Relationship Id="rId37" Type="http://schemas.openxmlformats.org/officeDocument/2006/relationships/tags" Target="../tags/tag20.xml"/><Relationship Id="rId40" Type="http://schemas.openxmlformats.org/officeDocument/2006/relationships/tags" Target="../tags/tag23.xml"/><Relationship Id="rId45" Type="http://schemas.openxmlformats.org/officeDocument/2006/relationships/oleObject" Target="../embeddings/oleObject2.bin"/><Relationship Id="rId5" Type="http://schemas.openxmlformats.org/officeDocument/2006/relationships/slideLayout" Target="../slideLayouts/slideLayout19.xml"/><Relationship Id="rId15" Type="http://schemas.openxmlformats.org/officeDocument/2006/relationships/slideLayout" Target="../slideLayouts/slideLayout29.xml"/><Relationship Id="rId23" Type="http://schemas.openxmlformats.org/officeDocument/2006/relationships/theme" Target="../theme/theme2.xml"/><Relationship Id="rId28" Type="http://schemas.openxmlformats.org/officeDocument/2006/relationships/tags" Target="../tags/tag11.xml"/><Relationship Id="rId36" Type="http://schemas.openxmlformats.org/officeDocument/2006/relationships/tags" Target="../tags/tag19.xml"/><Relationship Id="rId10" Type="http://schemas.openxmlformats.org/officeDocument/2006/relationships/slideLayout" Target="../slideLayouts/slideLayout24.xml"/><Relationship Id="rId19" Type="http://schemas.openxmlformats.org/officeDocument/2006/relationships/slideLayout" Target="../slideLayouts/slideLayout33.xml"/><Relationship Id="rId31" Type="http://schemas.openxmlformats.org/officeDocument/2006/relationships/tags" Target="../tags/tag14.xml"/><Relationship Id="rId44" Type="http://schemas.openxmlformats.org/officeDocument/2006/relationships/tags" Target="../tags/tag27.xml"/><Relationship Id="rId4" Type="http://schemas.openxmlformats.org/officeDocument/2006/relationships/slideLayout" Target="../slideLayouts/slideLayout18.xml"/><Relationship Id="rId9" Type="http://schemas.openxmlformats.org/officeDocument/2006/relationships/slideLayout" Target="../slideLayouts/slideLayout23.xml"/><Relationship Id="rId14" Type="http://schemas.openxmlformats.org/officeDocument/2006/relationships/slideLayout" Target="../slideLayouts/slideLayout28.xml"/><Relationship Id="rId22" Type="http://schemas.openxmlformats.org/officeDocument/2006/relationships/slideLayout" Target="../slideLayouts/slideLayout36.xml"/><Relationship Id="rId27" Type="http://schemas.openxmlformats.org/officeDocument/2006/relationships/tags" Target="../tags/tag10.xml"/><Relationship Id="rId30" Type="http://schemas.openxmlformats.org/officeDocument/2006/relationships/tags" Target="../tags/tag13.xml"/><Relationship Id="rId35" Type="http://schemas.openxmlformats.org/officeDocument/2006/relationships/tags" Target="../tags/tag18.xml"/><Relationship Id="rId43" Type="http://schemas.openxmlformats.org/officeDocument/2006/relationships/tags" Target="../tags/tag26.xml"/><Relationship Id="rId48" Type="http://schemas.openxmlformats.org/officeDocument/2006/relationships/image" Target="../media/image3.svg"/><Relationship Id="rId8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7.xml"/><Relationship Id="rId12" Type="http://schemas.openxmlformats.org/officeDocument/2006/relationships/slideLayout" Target="../slideLayouts/slideLayout26.xml"/><Relationship Id="rId17" Type="http://schemas.openxmlformats.org/officeDocument/2006/relationships/slideLayout" Target="../slideLayouts/slideLayout31.xml"/><Relationship Id="rId25" Type="http://schemas.openxmlformats.org/officeDocument/2006/relationships/tags" Target="../tags/tag8.xml"/><Relationship Id="rId33" Type="http://schemas.openxmlformats.org/officeDocument/2006/relationships/tags" Target="../tags/tag16.xml"/><Relationship Id="rId38" Type="http://schemas.openxmlformats.org/officeDocument/2006/relationships/tags" Target="../tags/tag21.xml"/><Relationship Id="rId46" Type="http://schemas.openxmlformats.org/officeDocument/2006/relationships/image" Target="../media/image1.emf"/><Relationship Id="rId20" Type="http://schemas.openxmlformats.org/officeDocument/2006/relationships/slideLayout" Target="../slideLayouts/slideLayout34.xml"/><Relationship Id="rId41" Type="http://schemas.openxmlformats.org/officeDocument/2006/relationships/tags" Target="../tags/tag2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206102"/>
            <a:ext cx="10515600" cy="76130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967409"/>
            <a:ext cx="10515600" cy="520955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A66DFC8-27C6-4D33-AC17-4831216A6D22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2/24/2026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t>/25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 userDrawn="1"/>
        </p:nvGraphicFramePr>
        <p:xfrm>
          <a:off x="-1524000" y="1371601"/>
          <a:ext cx="1057276" cy="5356658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65358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36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69815">
                <a:tc gridSpan="2"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AU" sz="800" b="1">
                          <a:solidFill>
                            <a:schemeClr val="tx1"/>
                          </a:solidFill>
                        </a:rPr>
                        <a:t>This is only</a:t>
                      </a:r>
                      <a:r>
                        <a:rPr lang="en-AU" sz="800" b="1" baseline="0">
                          <a:solidFill>
                            <a:schemeClr val="tx1"/>
                          </a:solidFill>
                        </a:rPr>
                        <a:t> an aid. It will not print</a:t>
                      </a:r>
                      <a:endParaRPr lang="en-AU" sz="800" b="1">
                        <a:solidFill>
                          <a:schemeClr val="tx1"/>
                        </a:solidFill>
                      </a:endParaRPr>
                    </a:p>
                  </a:txBody>
                  <a:tcPr marL="33344" marR="33344" marT="32652" marB="32652" anchor="b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59593">
                <a:tc>
                  <a:txBody>
                    <a:bodyPr/>
                    <a:lstStyle/>
                    <a:p>
                      <a:r>
                        <a:rPr lang="en-AU" sz="700" b="1">
                          <a:solidFill>
                            <a:schemeClr val="tx2"/>
                          </a:solidFill>
                        </a:rPr>
                        <a:t>Dark Orange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R     230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G     112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B</a:t>
                      </a:r>
                      <a:r>
                        <a:rPr lang="en-AU" sz="700" b="0" baseline="0">
                          <a:solidFill>
                            <a:schemeClr val="tx2"/>
                          </a:solidFill>
                        </a:rPr>
                        <a:t>     21</a:t>
                      </a:r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sz="700" b="0">
                        <a:solidFill>
                          <a:srgbClr val="E67015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6701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59593">
                <a:tc>
                  <a:txBody>
                    <a:bodyPr/>
                    <a:lstStyle/>
                    <a:p>
                      <a:r>
                        <a:rPr lang="en-AU" sz="700" b="1">
                          <a:solidFill>
                            <a:schemeClr val="tx2"/>
                          </a:solidFill>
                        </a:rPr>
                        <a:t>Mid Orange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R     235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G     137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B</a:t>
                      </a:r>
                      <a:r>
                        <a:rPr lang="en-AU" sz="700" b="0" baseline="0">
                          <a:solidFill>
                            <a:schemeClr val="tx2"/>
                          </a:solidFill>
                        </a:rPr>
                        <a:t>     27</a:t>
                      </a:r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B891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70770">
                <a:tc>
                  <a:txBody>
                    <a:bodyPr/>
                    <a:lstStyle/>
                    <a:p>
                      <a:r>
                        <a:rPr lang="en-AU" sz="700" b="1">
                          <a:solidFill>
                            <a:schemeClr val="tx2"/>
                          </a:solidFill>
                        </a:rPr>
                        <a:t>Light</a:t>
                      </a:r>
                      <a:r>
                        <a:rPr lang="en-AU" sz="700" b="1" baseline="0">
                          <a:solidFill>
                            <a:schemeClr val="tx2"/>
                          </a:solidFill>
                        </a:rPr>
                        <a:t> </a:t>
                      </a:r>
                      <a:r>
                        <a:rPr lang="en-AU" sz="700" b="1">
                          <a:solidFill>
                            <a:schemeClr val="tx2"/>
                          </a:solidFill>
                        </a:rPr>
                        <a:t>Orange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R     243</a:t>
                      </a:r>
                    </a:p>
                    <a:p>
                      <a:pPr marL="268288" indent="-268288"/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G     174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B</a:t>
                      </a:r>
                      <a:r>
                        <a:rPr lang="en-AU" sz="700" b="0" baseline="0">
                          <a:solidFill>
                            <a:schemeClr val="tx2"/>
                          </a:solidFill>
                        </a:rPr>
                        <a:t>     0</a:t>
                      </a:r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3AE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59593">
                <a:tc>
                  <a:txBody>
                    <a:bodyPr/>
                    <a:lstStyle/>
                    <a:p>
                      <a:r>
                        <a:rPr lang="en-AU" sz="700" b="1">
                          <a:solidFill>
                            <a:schemeClr val="tx2"/>
                          </a:solidFill>
                        </a:rPr>
                        <a:t>Black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R</a:t>
                      </a:r>
                      <a:r>
                        <a:rPr lang="en-AU" sz="700" b="0" baseline="0">
                          <a:solidFill>
                            <a:schemeClr val="tx2"/>
                          </a:solidFill>
                        </a:rPr>
                        <a:t>     0</a:t>
                      </a:r>
                      <a:endParaRPr lang="en-AU" sz="700" b="0">
                        <a:solidFill>
                          <a:schemeClr val="tx2"/>
                        </a:solidFill>
                      </a:endParaRP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G     0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B</a:t>
                      </a:r>
                      <a:r>
                        <a:rPr lang="en-AU" sz="700" b="0" baseline="0">
                          <a:solidFill>
                            <a:schemeClr val="tx2"/>
                          </a:solidFill>
                        </a:rPr>
                        <a:t>     0</a:t>
                      </a:r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59593">
                <a:tc>
                  <a:txBody>
                    <a:bodyPr/>
                    <a:lstStyle/>
                    <a:p>
                      <a:r>
                        <a:rPr lang="en-AU" sz="700" b="1">
                          <a:solidFill>
                            <a:schemeClr val="tx2"/>
                          </a:solidFill>
                        </a:rPr>
                        <a:t>Grey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R     166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G     166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B</a:t>
                      </a:r>
                      <a:r>
                        <a:rPr lang="en-AU" sz="700" b="0" baseline="0">
                          <a:solidFill>
                            <a:schemeClr val="tx2"/>
                          </a:solidFill>
                        </a:rPr>
                        <a:t>     166</a:t>
                      </a:r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A6A6A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59593">
                <a:tc>
                  <a:txBody>
                    <a:bodyPr/>
                    <a:lstStyle/>
                    <a:p>
                      <a:r>
                        <a:rPr lang="en-AU" sz="700" b="1">
                          <a:solidFill>
                            <a:schemeClr val="tx2"/>
                          </a:solidFill>
                        </a:rPr>
                        <a:t>Mid Grey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R     191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G     191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B</a:t>
                      </a:r>
                      <a:r>
                        <a:rPr lang="en-AU" sz="700" b="0" baseline="0">
                          <a:solidFill>
                            <a:schemeClr val="tx2"/>
                          </a:solidFill>
                        </a:rPr>
                        <a:t>     191</a:t>
                      </a:r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BFBF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59593">
                <a:tc>
                  <a:txBody>
                    <a:bodyPr/>
                    <a:lstStyle/>
                    <a:p>
                      <a:r>
                        <a:rPr lang="en-AU" sz="700" b="1">
                          <a:solidFill>
                            <a:schemeClr val="tx2"/>
                          </a:solidFill>
                        </a:rPr>
                        <a:t>Blue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R     0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G     81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B</a:t>
                      </a:r>
                      <a:r>
                        <a:rPr lang="en-AU" sz="700" b="0" baseline="0">
                          <a:solidFill>
                            <a:schemeClr val="tx2"/>
                          </a:solidFill>
                        </a:rPr>
                        <a:t>     151</a:t>
                      </a:r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519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59593">
                <a:tc>
                  <a:txBody>
                    <a:bodyPr/>
                    <a:lstStyle/>
                    <a:p>
                      <a:r>
                        <a:rPr lang="en-AU" sz="700" b="1">
                          <a:solidFill>
                            <a:schemeClr val="tx2"/>
                          </a:solidFill>
                        </a:rPr>
                        <a:t>Sky</a:t>
                      </a:r>
                      <a:r>
                        <a:rPr lang="en-AU" sz="700" b="1" baseline="0">
                          <a:solidFill>
                            <a:schemeClr val="tx2"/>
                          </a:solidFill>
                        </a:rPr>
                        <a:t> Blue</a:t>
                      </a:r>
                      <a:endParaRPr lang="en-AU" sz="700" b="1">
                        <a:solidFill>
                          <a:schemeClr val="tx2"/>
                        </a:solidFill>
                      </a:endParaRP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R     0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G     174</a:t>
                      </a:r>
                    </a:p>
                    <a:p>
                      <a:r>
                        <a:rPr lang="en-AU" sz="700" b="0">
                          <a:solidFill>
                            <a:schemeClr val="tx2"/>
                          </a:solidFill>
                        </a:rPr>
                        <a:t>B</a:t>
                      </a:r>
                      <a:r>
                        <a:rPr lang="en-AU" sz="700" b="0" baseline="0">
                          <a:solidFill>
                            <a:schemeClr val="tx2"/>
                          </a:solidFill>
                        </a:rPr>
                        <a:t>     239</a:t>
                      </a:r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AE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559593">
                <a:tc gridSpan="2">
                  <a:txBody>
                    <a:bodyPr/>
                    <a:lstStyle/>
                    <a:p>
                      <a:pPr algn="ctr"/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3175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AU" sz="700" b="0">
                        <a:solidFill>
                          <a:schemeClr val="tx2"/>
                        </a:solidFill>
                      </a:endParaRPr>
                    </a:p>
                  </a:txBody>
                  <a:tcPr marL="33344" marR="33344" marT="32652" marB="32652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2F2F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425962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5"/>
            </p:custDataLst>
            <p:extLst>
              <p:ext uri="{D42A27DB-BD31-4B8C-83A1-F6EECF244321}">
                <p14:modId xmlns:p14="http://schemas.microsoft.com/office/powerpoint/2010/main" val="30107598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067" name="think-cell Slide" r:id="rId45" imgW="413" imgH="416" progId="TCLayout.ActiveDocument.1">
                  <p:embed/>
                </p:oleObj>
              </mc:Choice>
              <mc:Fallback>
                <p:oleObj name="think-cell Slide" r:id="rId45" imgW="413" imgH="416" progId="TCLayout.ActiveDocument.1">
                  <p:embed/>
                  <p:pic>
                    <p:nvPicPr>
                      <p:cNvPr id="3" name="Object 6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15B28737-798E-48D4-BBDB-8EB35CB9FFFB}"/>
              </a:ext>
            </a:extLst>
          </p:cNvPr>
          <p:cNvSpPr/>
          <p:nvPr userDrawn="1">
            <p:custDataLst>
              <p:tags r:id="rId26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  <a:sym typeface="Arial" panose="020B0604020202020204" pitchFamily="34" charset="0"/>
            </a:endParaRP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27"/>
            </p:custDataLst>
          </p:nvPr>
        </p:nvSpPr>
        <p:spPr>
          <a:xfrm>
            <a:off x="553972" y="6278400"/>
            <a:ext cx="7278624" cy="12311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square" lIns="0" tIns="0" rIns="0" bIns="0" rtlCol="0" anchor="b" anchorCtr="0">
            <a:spAutoFit/>
          </a:bodyPr>
          <a:lstStyle>
            <a:defPPr>
              <a:defRPr lang="en-US"/>
            </a:defPPr>
            <a:lvl1pPr marL="203200" marR="0" lvl="0" indent="-212725" fontAlgn="auto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800">
                <a:cs typeface="Arial" panose="020B0604020202020204" pitchFamily="34" charset="0"/>
              </a:defRPr>
            </a:lvl1pPr>
          </a:lstStyle>
          <a:p>
            <a:pPr marL="203200" marR="0" lvl="0" indent="-212725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8"/>
            </p:custDataLst>
          </p:nvPr>
        </p:nvSpPr>
        <p:spPr>
          <a:xfrm>
            <a:off x="554736" y="345611"/>
            <a:ext cx="11082528" cy="384721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ctr" anchorCtr="0">
            <a:spAutoFit/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grpSp>
        <p:nvGrpSpPr>
          <p:cNvPr id="59" name="Grid" hidden="1">
            <a:extLst>
              <a:ext uri="{FF2B5EF4-FFF2-40B4-BE49-F238E27FC236}">
                <a16:creationId xmlns:a16="http://schemas.microsoft.com/office/drawing/2014/main" id="{D35250B8-D61E-4F1A-9ACD-6E1BB958B78E}"/>
              </a:ext>
            </a:extLst>
          </p:cNvPr>
          <p:cNvGrpSpPr/>
          <p:nvPr userDrawn="1"/>
        </p:nvGrpSpPr>
        <p:grpSpPr>
          <a:xfrm>
            <a:off x="0" y="0"/>
            <a:ext cx="12190476" cy="6858000"/>
            <a:chOff x="0" y="0"/>
            <a:chExt cx="12190476" cy="6858000"/>
          </a:xfrm>
        </p:grpSpPr>
        <p:sp>
          <p:nvSpPr>
            <p:cNvPr id="60" name="slide margin">
              <a:extLst>
                <a:ext uri="{FF2B5EF4-FFF2-40B4-BE49-F238E27FC236}">
                  <a16:creationId xmlns:a16="http://schemas.microsoft.com/office/drawing/2014/main" id="{B96EBE04-E01D-4922-8601-F1AD43DC4DA0}"/>
                </a:ext>
              </a:extLst>
            </p:cNvPr>
            <p:cNvSpPr/>
            <p:nvPr/>
          </p:nvSpPr>
          <p:spPr bwMode="invGray">
            <a:xfrm>
              <a:off x="1524" y="0"/>
              <a:ext cx="12188952" cy="6858000"/>
            </a:xfrm>
            <a:custGeom>
              <a:avLst/>
              <a:gdLst>
                <a:gd name="connsiteX0" fmla="*/ 551868 w 12188952"/>
                <a:gd name="connsiteY0" fmla="*/ 1709928 h 6858000"/>
                <a:gd name="connsiteX1" fmla="*/ 551868 w 12188952"/>
                <a:gd name="connsiteY1" fmla="*/ 6217920 h 6858000"/>
                <a:gd name="connsiteX2" fmla="*/ 11636196 w 12188952"/>
                <a:gd name="connsiteY2" fmla="*/ 6217920 h 6858000"/>
                <a:gd name="connsiteX3" fmla="*/ 11636196 w 12188952"/>
                <a:gd name="connsiteY3" fmla="*/ 1709928 h 6858000"/>
                <a:gd name="connsiteX4" fmla="*/ 0 w 12188952"/>
                <a:gd name="connsiteY4" fmla="*/ 0 h 6858000"/>
                <a:gd name="connsiteX5" fmla="*/ 12188952 w 12188952"/>
                <a:gd name="connsiteY5" fmla="*/ 0 h 6858000"/>
                <a:gd name="connsiteX6" fmla="*/ 12188952 w 12188952"/>
                <a:gd name="connsiteY6" fmla="*/ 6858000 h 6858000"/>
                <a:gd name="connsiteX7" fmla="*/ 0 w 12188952"/>
                <a:gd name="connsiteY7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</a:cxnLst>
              <a:rect l="l" t="t" r="r" b="b"/>
              <a:pathLst>
                <a:path w="12188952" h="6858000">
                  <a:moveTo>
                    <a:pt x="551868" y="1709928"/>
                  </a:moveTo>
                  <a:lnTo>
                    <a:pt x="551868" y="6217920"/>
                  </a:lnTo>
                  <a:lnTo>
                    <a:pt x="11636196" y="6217920"/>
                  </a:lnTo>
                  <a:lnTo>
                    <a:pt x="11636196" y="1709928"/>
                  </a:lnTo>
                  <a:close/>
                  <a:moveTo>
                    <a:pt x="0" y="0"/>
                  </a:moveTo>
                  <a:lnTo>
                    <a:pt x="12188952" y="0"/>
                  </a:lnTo>
                  <a:lnTo>
                    <a:pt x="12188952" y="6858000"/>
                  </a:lnTo>
                  <a:lnTo>
                    <a:pt x="0" y="6858000"/>
                  </a:lnTo>
                  <a:close/>
                </a:path>
              </a:pathLst>
            </a:custGeom>
            <a:solidFill>
              <a:srgbClr val="FF0000">
                <a:alpha val="3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cxnSp>
          <p:nvCxnSpPr>
            <p:cNvPr id="61" name="Straight Connector 60">
              <a:extLst>
                <a:ext uri="{FF2B5EF4-FFF2-40B4-BE49-F238E27FC236}">
                  <a16:creationId xmlns:a16="http://schemas.microsoft.com/office/drawing/2014/main" id="{5CA037B0-2A91-4357-A969-80F65F949266}"/>
                </a:ext>
              </a:extLst>
            </p:cNvPr>
            <p:cNvCxnSpPr/>
            <p:nvPr/>
          </p:nvCxnSpPr>
          <p:spPr bwMode="invGray">
            <a:xfrm>
              <a:off x="85946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Straight Connector 61">
              <a:extLst>
                <a:ext uri="{FF2B5EF4-FFF2-40B4-BE49-F238E27FC236}">
                  <a16:creationId xmlns:a16="http://schemas.microsoft.com/office/drawing/2014/main" id="{E1BD7C67-EF90-4AA0-BA50-51299E7EEE4C}"/>
                </a:ext>
              </a:extLst>
            </p:cNvPr>
            <p:cNvCxnSpPr/>
            <p:nvPr/>
          </p:nvCxnSpPr>
          <p:spPr bwMode="invGray">
            <a:xfrm>
              <a:off x="1133254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Straight Connector 62">
              <a:extLst>
                <a:ext uri="{FF2B5EF4-FFF2-40B4-BE49-F238E27FC236}">
                  <a16:creationId xmlns:a16="http://schemas.microsoft.com/office/drawing/2014/main" id="{7719564A-5227-44A7-ABC0-4C6BBC1E2D6F}"/>
                </a:ext>
              </a:extLst>
            </p:cNvPr>
            <p:cNvCxnSpPr/>
            <p:nvPr/>
          </p:nvCxnSpPr>
          <p:spPr bwMode="invGray">
            <a:xfrm>
              <a:off x="1811559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Straight Connector 63">
              <a:extLst>
                <a:ext uri="{FF2B5EF4-FFF2-40B4-BE49-F238E27FC236}">
                  <a16:creationId xmlns:a16="http://schemas.microsoft.com/office/drawing/2014/main" id="{0FD85D0C-74E8-4603-86B8-FCC481122CE8}"/>
                </a:ext>
              </a:extLst>
            </p:cNvPr>
            <p:cNvCxnSpPr/>
            <p:nvPr/>
          </p:nvCxnSpPr>
          <p:spPr bwMode="invGray">
            <a:xfrm>
              <a:off x="2763658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Straight Connector 64">
              <a:extLst>
                <a:ext uri="{FF2B5EF4-FFF2-40B4-BE49-F238E27FC236}">
                  <a16:creationId xmlns:a16="http://schemas.microsoft.com/office/drawing/2014/main" id="{7F8BF8BD-68B4-4717-8162-382FFCC9BC9A}"/>
                </a:ext>
              </a:extLst>
            </p:cNvPr>
            <p:cNvCxnSpPr/>
            <p:nvPr/>
          </p:nvCxnSpPr>
          <p:spPr bwMode="invGray">
            <a:xfrm>
              <a:off x="3715757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Straight Connector 65">
              <a:extLst>
                <a:ext uri="{FF2B5EF4-FFF2-40B4-BE49-F238E27FC236}">
                  <a16:creationId xmlns:a16="http://schemas.microsoft.com/office/drawing/2014/main" id="{89DB0B65-FCD8-4DD7-833A-DEED6A420E2A}"/>
                </a:ext>
              </a:extLst>
            </p:cNvPr>
            <p:cNvCxnSpPr/>
            <p:nvPr/>
          </p:nvCxnSpPr>
          <p:spPr bwMode="invGray">
            <a:xfrm>
              <a:off x="4667856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Straight Connector 66">
              <a:extLst>
                <a:ext uri="{FF2B5EF4-FFF2-40B4-BE49-F238E27FC236}">
                  <a16:creationId xmlns:a16="http://schemas.microsoft.com/office/drawing/2014/main" id="{E18151F3-D51F-4302-95BF-AE8E806F628D}"/>
                </a:ext>
              </a:extLst>
            </p:cNvPr>
            <p:cNvCxnSpPr/>
            <p:nvPr/>
          </p:nvCxnSpPr>
          <p:spPr bwMode="invGray">
            <a:xfrm>
              <a:off x="5619955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Straight Connector 67">
              <a:extLst>
                <a:ext uri="{FF2B5EF4-FFF2-40B4-BE49-F238E27FC236}">
                  <a16:creationId xmlns:a16="http://schemas.microsoft.com/office/drawing/2014/main" id="{35A6B330-5ACC-486B-8131-B7F5407825B2}"/>
                </a:ext>
              </a:extLst>
            </p:cNvPr>
            <p:cNvCxnSpPr/>
            <p:nvPr/>
          </p:nvCxnSpPr>
          <p:spPr bwMode="invGray">
            <a:xfrm>
              <a:off x="6572054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Straight Connector 68">
              <a:extLst>
                <a:ext uri="{FF2B5EF4-FFF2-40B4-BE49-F238E27FC236}">
                  <a16:creationId xmlns:a16="http://schemas.microsoft.com/office/drawing/2014/main" id="{DA5DE7AD-CCFE-4A85-9421-C7CEA9F80DEC}"/>
                </a:ext>
              </a:extLst>
            </p:cNvPr>
            <p:cNvCxnSpPr/>
            <p:nvPr/>
          </p:nvCxnSpPr>
          <p:spPr bwMode="invGray">
            <a:xfrm>
              <a:off x="7524153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Straight Connector 69">
              <a:extLst>
                <a:ext uri="{FF2B5EF4-FFF2-40B4-BE49-F238E27FC236}">
                  <a16:creationId xmlns:a16="http://schemas.microsoft.com/office/drawing/2014/main" id="{6E2A9A81-75D1-41A9-9821-54FC36E753C1}"/>
                </a:ext>
              </a:extLst>
            </p:cNvPr>
            <p:cNvCxnSpPr/>
            <p:nvPr/>
          </p:nvCxnSpPr>
          <p:spPr bwMode="invGray">
            <a:xfrm>
              <a:off x="8476252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Straight Connector 70">
              <a:extLst>
                <a:ext uri="{FF2B5EF4-FFF2-40B4-BE49-F238E27FC236}">
                  <a16:creationId xmlns:a16="http://schemas.microsoft.com/office/drawing/2014/main" id="{86FE52AA-2DD1-4D00-A984-41CDC38B2D7F}"/>
                </a:ext>
              </a:extLst>
            </p:cNvPr>
            <p:cNvCxnSpPr/>
            <p:nvPr/>
          </p:nvCxnSpPr>
          <p:spPr bwMode="invGray">
            <a:xfrm>
              <a:off x="9428351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Straight Connector 71">
              <a:extLst>
                <a:ext uri="{FF2B5EF4-FFF2-40B4-BE49-F238E27FC236}">
                  <a16:creationId xmlns:a16="http://schemas.microsoft.com/office/drawing/2014/main" id="{85C9FC50-7177-43E6-9E56-DC9A2E6B7E6E}"/>
                </a:ext>
              </a:extLst>
            </p:cNvPr>
            <p:cNvCxnSpPr/>
            <p:nvPr/>
          </p:nvCxnSpPr>
          <p:spPr bwMode="invGray">
            <a:xfrm>
              <a:off x="10380450" y="0"/>
              <a:ext cx="0" cy="6858000"/>
            </a:xfrm>
            <a:prstGeom prst="line">
              <a:avLst/>
            </a:prstGeom>
            <a:ln>
              <a:solidFill>
                <a:srgbClr val="19D3C5">
                  <a:alpha val="40000"/>
                </a:srgbClr>
              </a:solidFill>
              <a:prstDash val="lg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3" name="Freeform: Shape 72">
              <a:extLst>
                <a:ext uri="{FF2B5EF4-FFF2-40B4-BE49-F238E27FC236}">
                  <a16:creationId xmlns:a16="http://schemas.microsoft.com/office/drawing/2014/main" id="{BC97F85A-62E2-4591-B8D0-4F068B177B5D}"/>
                </a:ext>
              </a:extLst>
            </p:cNvPr>
            <p:cNvSpPr/>
            <p:nvPr/>
          </p:nvSpPr>
          <p:spPr bwMode="invGray">
            <a:xfrm>
              <a:off x="152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4" name="Freeform: Shape 73">
              <a:extLst>
                <a:ext uri="{FF2B5EF4-FFF2-40B4-BE49-F238E27FC236}">
                  <a16:creationId xmlns:a16="http://schemas.microsoft.com/office/drawing/2014/main" id="{7F4B967A-CF91-473D-8A35-2BE771F9F590}"/>
                </a:ext>
              </a:extLst>
            </p:cNvPr>
            <p:cNvSpPr/>
            <p:nvPr/>
          </p:nvSpPr>
          <p:spPr bwMode="invGray">
            <a:xfrm>
              <a:off x="1167385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5AC41621-77EA-4492-8E68-0BE34108294A}"/>
                </a:ext>
              </a:extLst>
            </p:cNvPr>
            <p:cNvSpPr/>
            <p:nvPr/>
          </p:nvSpPr>
          <p:spPr bwMode="invGray">
            <a:xfrm>
              <a:off x="2119484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6" name="Freeform: Shape 75">
              <a:extLst>
                <a:ext uri="{FF2B5EF4-FFF2-40B4-BE49-F238E27FC236}">
                  <a16:creationId xmlns:a16="http://schemas.microsoft.com/office/drawing/2014/main" id="{31A06AD2-A9EA-45D9-B15C-089884A54107}"/>
                </a:ext>
              </a:extLst>
            </p:cNvPr>
            <p:cNvSpPr/>
            <p:nvPr/>
          </p:nvSpPr>
          <p:spPr bwMode="invGray">
            <a:xfrm>
              <a:off x="3071583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3A7B39CC-379F-4224-9E59-81B1690088A0}"/>
                </a:ext>
              </a:extLst>
            </p:cNvPr>
            <p:cNvSpPr/>
            <p:nvPr/>
          </p:nvSpPr>
          <p:spPr bwMode="invGray">
            <a:xfrm>
              <a:off x="4023681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8" name="Freeform: Shape 77">
              <a:extLst>
                <a:ext uri="{FF2B5EF4-FFF2-40B4-BE49-F238E27FC236}">
                  <a16:creationId xmlns:a16="http://schemas.microsoft.com/office/drawing/2014/main" id="{F8002ACB-1459-4214-B28A-B38E8A1FF8A6}"/>
                </a:ext>
              </a:extLst>
            </p:cNvPr>
            <p:cNvSpPr/>
            <p:nvPr/>
          </p:nvSpPr>
          <p:spPr bwMode="invGray">
            <a:xfrm>
              <a:off x="4975780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71D59E94-AA3C-4DE0-8345-20C71667A205}"/>
                </a:ext>
              </a:extLst>
            </p:cNvPr>
            <p:cNvSpPr/>
            <p:nvPr/>
          </p:nvSpPr>
          <p:spPr bwMode="invGray">
            <a:xfrm>
              <a:off x="5927879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0" name="Freeform: Shape 79">
              <a:extLst>
                <a:ext uri="{FF2B5EF4-FFF2-40B4-BE49-F238E27FC236}">
                  <a16:creationId xmlns:a16="http://schemas.microsoft.com/office/drawing/2014/main" id="{5805F09B-786C-43E4-8288-B1AAF94C8ADE}"/>
                </a:ext>
              </a:extLst>
            </p:cNvPr>
            <p:cNvSpPr/>
            <p:nvPr/>
          </p:nvSpPr>
          <p:spPr bwMode="invGray">
            <a:xfrm>
              <a:off x="6879978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5FB23B6E-567C-4896-8B32-DA4C452B4AE7}"/>
                </a:ext>
              </a:extLst>
            </p:cNvPr>
            <p:cNvSpPr/>
            <p:nvPr/>
          </p:nvSpPr>
          <p:spPr bwMode="invGray">
            <a:xfrm>
              <a:off x="7832077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2" name="Freeform: Shape 81">
              <a:extLst>
                <a:ext uri="{FF2B5EF4-FFF2-40B4-BE49-F238E27FC236}">
                  <a16:creationId xmlns:a16="http://schemas.microsoft.com/office/drawing/2014/main" id="{9B792231-972E-4476-BAF2-761E10463BA8}"/>
                </a:ext>
              </a:extLst>
            </p:cNvPr>
            <p:cNvSpPr/>
            <p:nvPr/>
          </p:nvSpPr>
          <p:spPr bwMode="invGray">
            <a:xfrm>
              <a:off x="8784176" y="0"/>
              <a:ext cx="339451" cy="6858000"/>
            </a:xfrm>
            <a:custGeom>
              <a:avLst/>
              <a:gdLst>
                <a:gd name="connsiteX0" fmla="*/ 0 w 339451"/>
                <a:gd name="connsiteY0" fmla="*/ 0 h 6858000"/>
                <a:gd name="connsiteX1" fmla="*/ 339451 w 339451"/>
                <a:gd name="connsiteY1" fmla="*/ 0 h 6858000"/>
                <a:gd name="connsiteX2" fmla="*/ 339451 w 339451"/>
                <a:gd name="connsiteY2" fmla="*/ 6858000 h 6858000"/>
                <a:gd name="connsiteX3" fmla="*/ 0 w 339451"/>
                <a:gd name="connsiteY3" fmla="*/ 6858000 h 6858000"/>
                <a:gd name="connsiteX4" fmla="*/ 0 w 339451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1" h="6858000">
                  <a:moveTo>
                    <a:pt x="0" y="0"/>
                  </a:moveTo>
                  <a:lnTo>
                    <a:pt x="339451" y="0"/>
                  </a:lnTo>
                  <a:lnTo>
                    <a:pt x="339451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908370B7-3D11-4F78-B977-D8F0DE2694ED}"/>
                </a:ext>
              </a:extLst>
            </p:cNvPr>
            <p:cNvSpPr/>
            <p:nvPr/>
          </p:nvSpPr>
          <p:spPr bwMode="invGray">
            <a:xfrm>
              <a:off x="9736274" y="0"/>
              <a:ext cx="339450" cy="6858000"/>
            </a:xfrm>
            <a:custGeom>
              <a:avLst/>
              <a:gdLst>
                <a:gd name="connsiteX0" fmla="*/ 0 w 339450"/>
                <a:gd name="connsiteY0" fmla="*/ 0 h 6858000"/>
                <a:gd name="connsiteX1" fmla="*/ 339450 w 339450"/>
                <a:gd name="connsiteY1" fmla="*/ 0 h 6858000"/>
                <a:gd name="connsiteX2" fmla="*/ 339450 w 339450"/>
                <a:gd name="connsiteY2" fmla="*/ 6858000 h 6858000"/>
                <a:gd name="connsiteX3" fmla="*/ 0 w 339450"/>
                <a:gd name="connsiteY3" fmla="*/ 6858000 h 6858000"/>
                <a:gd name="connsiteX4" fmla="*/ 0 w 339450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9450" h="6858000">
                  <a:moveTo>
                    <a:pt x="0" y="0"/>
                  </a:moveTo>
                  <a:lnTo>
                    <a:pt x="339450" y="0"/>
                  </a:lnTo>
                  <a:lnTo>
                    <a:pt x="339450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C11EA99D-D15D-43C2-BF4E-36554B346AB6}"/>
                </a:ext>
              </a:extLst>
            </p:cNvPr>
            <p:cNvSpPr/>
            <p:nvPr/>
          </p:nvSpPr>
          <p:spPr bwMode="invGray">
            <a:xfrm>
              <a:off x="10688372" y="0"/>
              <a:ext cx="336244" cy="6858000"/>
            </a:xfrm>
            <a:custGeom>
              <a:avLst/>
              <a:gdLst>
                <a:gd name="connsiteX0" fmla="*/ 0 w 336244"/>
                <a:gd name="connsiteY0" fmla="*/ 0 h 6858000"/>
                <a:gd name="connsiteX1" fmla="*/ 336244 w 336244"/>
                <a:gd name="connsiteY1" fmla="*/ 0 h 6858000"/>
                <a:gd name="connsiteX2" fmla="*/ 336244 w 336244"/>
                <a:gd name="connsiteY2" fmla="*/ 6858000 h 6858000"/>
                <a:gd name="connsiteX3" fmla="*/ 0 w 336244"/>
                <a:gd name="connsiteY3" fmla="*/ 6858000 h 6858000"/>
                <a:gd name="connsiteX4" fmla="*/ 0 w 336244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336244" h="6858000">
                  <a:moveTo>
                    <a:pt x="0" y="0"/>
                  </a:moveTo>
                  <a:lnTo>
                    <a:pt x="336244" y="0"/>
                  </a:lnTo>
                  <a:lnTo>
                    <a:pt x="336244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5" name="Freeform: Shape 84">
              <a:extLst>
                <a:ext uri="{FF2B5EF4-FFF2-40B4-BE49-F238E27FC236}">
                  <a16:creationId xmlns:a16="http://schemas.microsoft.com/office/drawing/2014/main" id="{3A72B2F6-0AFF-4E6E-AFFF-60767DB3FA63}"/>
                </a:ext>
              </a:extLst>
            </p:cNvPr>
            <p:cNvSpPr/>
            <p:nvPr/>
          </p:nvSpPr>
          <p:spPr bwMode="invGray">
            <a:xfrm>
              <a:off x="11637264" y="0"/>
              <a:ext cx="553212" cy="6858000"/>
            </a:xfrm>
            <a:custGeom>
              <a:avLst/>
              <a:gdLst>
                <a:gd name="connsiteX0" fmla="*/ 0 w 553212"/>
                <a:gd name="connsiteY0" fmla="*/ 0 h 6858000"/>
                <a:gd name="connsiteX1" fmla="*/ 553212 w 553212"/>
                <a:gd name="connsiteY1" fmla="*/ 0 h 6858000"/>
                <a:gd name="connsiteX2" fmla="*/ 553212 w 553212"/>
                <a:gd name="connsiteY2" fmla="*/ 6858000 h 6858000"/>
                <a:gd name="connsiteX3" fmla="*/ 0 w 553212"/>
                <a:gd name="connsiteY3" fmla="*/ 6858000 h 6858000"/>
                <a:gd name="connsiteX4" fmla="*/ 0 w 553212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553212" h="6858000">
                  <a:moveTo>
                    <a:pt x="0" y="0"/>
                  </a:moveTo>
                  <a:lnTo>
                    <a:pt x="553212" y="0"/>
                  </a:lnTo>
                  <a:lnTo>
                    <a:pt x="553212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0000">
                <a:alpha val="10000"/>
              </a:srgb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A68F8E74-3AE4-4AF9-9F36-63344C9076D2}"/>
                </a:ext>
              </a:extLst>
            </p:cNvPr>
            <p:cNvSpPr/>
            <p:nvPr/>
          </p:nvSpPr>
          <p:spPr bwMode="invGray">
            <a:xfrm>
              <a:off x="7219428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7" name="Freeform: Shape 86">
              <a:extLst>
                <a:ext uri="{FF2B5EF4-FFF2-40B4-BE49-F238E27FC236}">
                  <a16:creationId xmlns:a16="http://schemas.microsoft.com/office/drawing/2014/main" id="{31D5F169-E1D4-48A3-AE5B-F5F1BEF2E7CF}"/>
                </a:ext>
              </a:extLst>
            </p:cNvPr>
            <p:cNvSpPr/>
            <p:nvPr userDrawn="1"/>
          </p:nvSpPr>
          <p:spPr bwMode="invGray">
            <a:xfrm>
              <a:off x="1506835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4230F928-F9B2-4955-9800-74DE09DCE6F2}"/>
                </a:ext>
              </a:extLst>
            </p:cNvPr>
            <p:cNvSpPr/>
            <p:nvPr userDrawn="1"/>
          </p:nvSpPr>
          <p:spPr bwMode="invGray">
            <a:xfrm>
              <a:off x="2458934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89" name="Freeform: Shape 88">
              <a:extLst>
                <a:ext uri="{FF2B5EF4-FFF2-40B4-BE49-F238E27FC236}">
                  <a16:creationId xmlns:a16="http://schemas.microsoft.com/office/drawing/2014/main" id="{37C829A9-6808-4531-8C12-A84988E6DEE1}"/>
                </a:ext>
              </a:extLst>
            </p:cNvPr>
            <p:cNvSpPr/>
            <p:nvPr userDrawn="1"/>
          </p:nvSpPr>
          <p:spPr bwMode="invGray">
            <a:xfrm>
              <a:off x="3411033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7FA5964C-E9C5-4C2F-BD6E-47BAFB5B6D17}"/>
                </a:ext>
              </a:extLst>
            </p:cNvPr>
            <p:cNvSpPr/>
            <p:nvPr userDrawn="1"/>
          </p:nvSpPr>
          <p:spPr bwMode="invGray">
            <a:xfrm>
              <a:off x="4363132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1" name="Freeform: Shape 90">
              <a:extLst>
                <a:ext uri="{FF2B5EF4-FFF2-40B4-BE49-F238E27FC236}">
                  <a16:creationId xmlns:a16="http://schemas.microsoft.com/office/drawing/2014/main" id="{3C168D8D-76CE-4BE5-BE95-79B96300EA3F}"/>
                </a:ext>
              </a:extLst>
            </p:cNvPr>
            <p:cNvSpPr/>
            <p:nvPr userDrawn="1"/>
          </p:nvSpPr>
          <p:spPr bwMode="invGray">
            <a:xfrm>
              <a:off x="5315230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6749465C-813A-45F9-8C3E-5D06C8584929}"/>
                </a:ext>
              </a:extLst>
            </p:cNvPr>
            <p:cNvSpPr/>
            <p:nvPr userDrawn="1"/>
          </p:nvSpPr>
          <p:spPr bwMode="invGray">
            <a:xfrm>
              <a:off x="6267329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3" name="Freeform: Shape 92">
              <a:extLst>
                <a:ext uri="{FF2B5EF4-FFF2-40B4-BE49-F238E27FC236}">
                  <a16:creationId xmlns:a16="http://schemas.microsoft.com/office/drawing/2014/main" id="{53894C26-2473-4C24-B082-48DD1E92241C}"/>
                </a:ext>
              </a:extLst>
            </p:cNvPr>
            <p:cNvSpPr/>
            <p:nvPr userDrawn="1"/>
          </p:nvSpPr>
          <p:spPr bwMode="invGray">
            <a:xfrm>
              <a:off x="8171527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BFDA0320-8435-46CA-B1B3-5203F54A419F}"/>
                </a:ext>
              </a:extLst>
            </p:cNvPr>
            <p:cNvSpPr/>
            <p:nvPr userDrawn="1"/>
          </p:nvSpPr>
          <p:spPr bwMode="invGray">
            <a:xfrm>
              <a:off x="912362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5" name="Freeform: Shape 94">
              <a:extLst>
                <a:ext uri="{FF2B5EF4-FFF2-40B4-BE49-F238E27FC236}">
                  <a16:creationId xmlns:a16="http://schemas.microsoft.com/office/drawing/2014/main" id="{A42721E4-5D12-459C-AC2E-7CE148AF9062}"/>
                </a:ext>
              </a:extLst>
            </p:cNvPr>
            <p:cNvSpPr/>
            <p:nvPr userDrawn="1"/>
          </p:nvSpPr>
          <p:spPr bwMode="invGray">
            <a:xfrm>
              <a:off x="10075725" y="0"/>
              <a:ext cx="609447" cy="6858000"/>
            </a:xfrm>
            <a:custGeom>
              <a:avLst/>
              <a:gdLst>
                <a:gd name="connsiteX0" fmla="*/ 0 w 609447"/>
                <a:gd name="connsiteY0" fmla="*/ 0 h 6858000"/>
                <a:gd name="connsiteX1" fmla="*/ 609447 w 609447"/>
                <a:gd name="connsiteY1" fmla="*/ 0 h 6858000"/>
                <a:gd name="connsiteX2" fmla="*/ 609447 w 609447"/>
                <a:gd name="connsiteY2" fmla="*/ 6858000 h 6858000"/>
                <a:gd name="connsiteX3" fmla="*/ 0 w 609447"/>
                <a:gd name="connsiteY3" fmla="*/ 6858000 h 6858000"/>
                <a:gd name="connsiteX4" fmla="*/ 0 w 609447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7" h="6858000">
                  <a:moveTo>
                    <a:pt x="0" y="0"/>
                  </a:moveTo>
                  <a:lnTo>
                    <a:pt x="609447" y="0"/>
                  </a:lnTo>
                  <a:lnTo>
                    <a:pt x="609447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8BF7D46B-3779-49D0-BCB4-F2DCE091958D}"/>
                </a:ext>
              </a:extLst>
            </p:cNvPr>
            <p:cNvSpPr/>
            <p:nvPr userDrawn="1"/>
          </p:nvSpPr>
          <p:spPr bwMode="invGray">
            <a:xfrm>
              <a:off x="11027826" y="0"/>
              <a:ext cx="609438" cy="6858000"/>
            </a:xfrm>
            <a:custGeom>
              <a:avLst/>
              <a:gdLst>
                <a:gd name="connsiteX0" fmla="*/ 0 w 609438"/>
                <a:gd name="connsiteY0" fmla="*/ 0 h 6858000"/>
                <a:gd name="connsiteX1" fmla="*/ 609438 w 609438"/>
                <a:gd name="connsiteY1" fmla="*/ 0 h 6858000"/>
                <a:gd name="connsiteX2" fmla="*/ 609438 w 609438"/>
                <a:gd name="connsiteY2" fmla="*/ 6858000 h 6858000"/>
                <a:gd name="connsiteX3" fmla="*/ 0 w 609438"/>
                <a:gd name="connsiteY3" fmla="*/ 6858000 h 6858000"/>
                <a:gd name="connsiteX4" fmla="*/ 0 w 60943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38" h="6858000">
                  <a:moveTo>
                    <a:pt x="0" y="0"/>
                  </a:moveTo>
                  <a:lnTo>
                    <a:pt x="609438" y="0"/>
                  </a:lnTo>
                  <a:lnTo>
                    <a:pt x="60943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97" name="Freeform: Shape 96">
              <a:extLst>
                <a:ext uri="{FF2B5EF4-FFF2-40B4-BE49-F238E27FC236}">
                  <a16:creationId xmlns:a16="http://schemas.microsoft.com/office/drawing/2014/main" id="{634464F0-BD7F-4488-85F0-EC20C24BECAA}"/>
                </a:ext>
              </a:extLst>
            </p:cNvPr>
            <p:cNvSpPr/>
            <p:nvPr userDrawn="1"/>
          </p:nvSpPr>
          <p:spPr bwMode="invGray">
            <a:xfrm>
              <a:off x="554736" y="0"/>
              <a:ext cx="609448" cy="6858000"/>
            </a:xfrm>
            <a:custGeom>
              <a:avLst/>
              <a:gdLst>
                <a:gd name="connsiteX0" fmla="*/ 0 w 609448"/>
                <a:gd name="connsiteY0" fmla="*/ 0 h 6858000"/>
                <a:gd name="connsiteX1" fmla="*/ 609448 w 609448"/>
                <a:gd name="connsiteY1" fmla="*/ 0 h 6858000"/>
                <a:gd name="connsiteX2" fmla="*/ 609448 w 609448"/>
                <a:gd name="connsiteY2" fmla="*/ 6858000 h 6858000"/>
                <a:gd name="connsiteX3" fmla="*/ 0 w 609448"/>
                <a:gd name="connsiteY3" fmla="*/ 6858000 h 6858000"/>
                <a:gd name="connsiteX4" fmla="*/ 0 w 609448"/>
                <a:gd name="connsiteY4" fmla="*/ 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609448" h="6858000">
                  <a:moveTo>
                    <a:pt x="0" y="0"/>
                  </a:moveTo>
                  <a:lnTo>
                    <a:pt x="609448" y="0"/>
                  </a:lnTo>
                  <a:lnTo>
                    <a:pt x="609448" y="6858000"/>
                  </a:lnTo>
                  <a:lnTo>
                    <a:pt x="0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vert270" wrap="square" lIns="68572" tIns="34286" rIns="68572" bIns="34286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cxnSp>
          <p:nvCxnSpPr>
            <p:cNvPr id="98" name="Straight Connector 97">
              <a:extLst>
                <a:ext uri="{FF2B5EF4-FFF2-40B4-BE49-F238E27FC236}">
                  <a16:creationId xmlns:a16="http://schemas.microsoft.com/office/drawing/2014/main" id="{82B54541-0CDD-4724-8101-AABFF1207033}"/>
                </a:ext>
              </a:extLst>
            </p:cNvPr>
            <p:cNvCxnSpPr/>
            <p:nvPr userDrawn="1"/>
          </p:nvCxnSpPr>
          <p:spPr bwMode="invGray">
            <a:xfrm>
              <a:off x="0" y="6217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Straight Connector 98">
              <a:extLst>
                <a:ext uri="{FF2B5EF4-FFF2-40B4-BE49-F238E27FC236}">
                  <a16:creationId xmlns:a16="http://schemas.microsoft.com/office/drawing/2014/main" id="{45070398-8D55-4EE2-8CA4-47428E2AF03F}"/>
                </a:ext>
              </a:extLst>
            </p:cNvPr>
            <p:cNvCxnSpPr/>
            <p:nvPr userDrawn="1"/>
          </p:nvCxnSpPr>
          <p:spPr bwMode="invGray">
            <a:xfrm>
              <a:off x="0" y="3108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Straight Connector 99">
              <a:extLst>
                <a:ext uri="{FF2B5EF4-FFF2-40B4-BE49-F238E27FC236}">
                  <a16:creationId xmlns:a16="http://schemas.microsoft.com/office/drawing/2014/main" id="{42166891-56D0-4EBC-B681-501401DEF9D4}"/>
                </a:ext>
              </a:extLst>
            </p:cNvPr>
            <p:cNvCxnSpPr/>
            <p:nvPr userDrawn="1"/>
          </p:nvCxnSpPr>
          <p:spPr bwMode="invGray">
            <a:xfrm>
              <a:off x="0" y="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Straight Connector 100">
              <a:extLst>
                <a:ext uri="{FF2B5EF4-FFF2-40B4-BE49-F238E27FC236}">
                  <a16:creationId xmlns:a16="http://schemas.microsoft.com/office/drawing/2014/main" id="{C13A87E3-D106-41FF-A8CD-C27DABF0103D}"/>
                </a:ext>
              </a:extLst>
            </p:cNvPr>
            <p:cNvCxnSpPr/>
            <p:nvPr userDrawn="1"/>
          </p:nvCxnSpPr>
          <p:spPr bwMode="invGray">
            <a:xfrm>
              <a:off x="0" y="12435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Straight Connector 101">
              <a:extLst>
                <a:ext uri="{FF2B5EF4-FFF2-40B4-BE49-F238E27FC236}">
                  <a16:creationId xmlns:a16="http://schemas.microsoft.com/office/drawing/2014/main" id="{2164477D-838D-4C70-ADD7-37AD79A844AA}"/>
                </a:ext>
              </a:extLst>
            </p:cNvPr>
            <p:cNvCxnSpPr/>
            <p:nvPr userDrawn="1"/>
          </p:nvCxnSpPr>
          <p:spPr bwMode="invGray">
            <a:xfrm>
              <a:off x="0" y="9326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Straight Connector 104">
              <a:extLst>
                <a:ext uri="{FF2B5EF4-FFF2-40B4-BE49-F238E27FC236}">
                  <a16:creationId xmlns:a16="http://schemas.microsoft.com/office/drawing/2014/main" id="{72B193C0-8980-4BB2-8E91-7A1C9ABE0B6C}"/>
                </a:ext>
              </a:extLst>
            </p:cNvPr>
            <p:cNvCxnSpPr/>
            <p:nvPr userDrawn="1"/>
          </p:nvCxnSpPr>
          <p:spPr bwMode="invGray">
            <a:xfrm>
              <a:off x="0" y="18653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Straight Connector 106">
              <a:extLst>
                <a:ext uri="{FF2B5EF4-FFF2-40B4-BE49-F238E27FC236}">
                  <a16:creationId xmlns:a16="http://schemas.microsoft.com/office/drawing/2014/main" id="{C1A94AAA-1D98-4233-842E-2A2F52812358}"/>
                </a:ext>
              </a:extLst>
            </p:cNvPr>
            <p:cNvCxnSpPr/>
            <p:nvPr userDrawn="1"/>
          </p:nvCxnSpPr>
          <p:spPr bwMode="invGray">
            <a:xfrm>
              <a:off x="0" y="15544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Straight Connector 107">
              <a:extLst>
                <a:ext uri="{FF2B5EF4-FFF2-40B4-BE49-F238E27FC236}">
                  <a16:creationId xmlns:a16="http://schemas.microsoft.com/office/drawing/2014/main" id="{E21F2B43-A2DC-42F4-8EA4-A8A4DA6D6FA7}"/>
                </a:ext>
              </a:extLst>
            </p:cNvPr>
            <p:cNvCxnSpPr/>
            <p:nvPr userDrawn="1"/>
          </p:nvCxnSpPr>
          <p:spPr bwMode="invGray">
            <a:xfrm>
              <a:off x="0" y="24871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Straight Connector 108">
              <a:extLst>
                <a:ext uri="{FF2B5EF4-FFF2-40B4-BE49-F238E27FC236}">
                  <a16:creationId xmlns:a16="http://schemas.microsoft.com/office/drawing/2014/main" id="{A60F0923-6896-405D-AD16-F097448F3E3D}"/>
                </a:ext>
              </a:extLst>
            </p:cNvPr>
            <p:cNvCxnSpPr/>
            <p:nvPr userDrawn="1"/>
          </p:nvCxnSpPr>
          <p:spPr bwMode="invGray">
            <a:xfrm>
              <a:off x="0" y="21762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0" name="Straight Connector 109">
              <a:extLst>
                <a:ext uri="{FF2B5EF4-FFF2-40B4-BE49-F238E27FC236}">
                  <a16:creationId xmlns:a16="http://schemas.microsoft.com/office/drawing/2014/main" id="{BC70D5B1-47D7-451F-B83A-973A26731A22}"/>
                </a:ext>
              </a:extLst>
            </p:cNvPr>
            <p:cNvCxnSpPr/>
            <p:nvPr userDrawn="1"/>
          </p:nvCxnSpPr>
          <p:spPr bwMode="invGray">
            <a:xfrm>
              <a:off x="0" y="310896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3FD9A464-81FE-4829-A1C5-5CCEE42448B3}"/>
                </a:ext>
              </a:extLst>
            </p:cNvPr>
            <p:cNvCxnSpPr/>
            <p:nvPr userDrawn="1"/>
          </p:nvCxnSpPr>
          <p:spPr bwMode="invGray">
            <a:xfrm>
              <a:off x="0" y="27980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2" name="Straight Connector 111">
              <a:extLst>
                <a:ext uri="{FF2B5EF4-FFF2-40B4-BE49-F238E27FC236}">
                  <a16:creationId xmlns:a16="http://schemas.microsoft.com/office/drawing/2014/main" id="{8F55CAB0-53A2-417F-9F66-C0437933E98B}"/>
                </a:ext>
              </a:extLst>
            </p:cNvPr>
            <p:cNvCxnSpPr/>
            <p:nvPr userDrawn="1"/>
          </p:nvCxnSpPr>
          <p:spPr bwMode="invGray">
            <a:xfrm>
              <a:off x="0" y="373075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3" name="Straight Connector 112">
              <a:extLst>
                <a:ext uri="{FF2B5EF4-FFF2-40B4-BE49-F238E27FC236}">
                  <a16:creationId xmlns:a16="http://schemas.microsoft.com/office/drawing/2014/main" id="{1547EE77-7495-47CB-BEC9-D5C742DF2B2C}"/>
                </a:ext>
              </a:extLst>
            </p:cNvPr>
            <p:cNvCxnSpPr/>
            <p:nvPr userDrawn="1"/>
          </p:nvCxnSpPr>
          <p:spPr bwMode="invGray">
            <a:xfrm>
              <a:off x="0" y="341985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4" name="Straight Connector 113">
              <a:extLst>
                <a:ext uri="{FF2B5EF4-FFF2-40B4-BE49-F238E27FC236}">
                  <a16:creationId xmlns:a16="http://schemas.microsoft.com/office/drawing/2014/main" id="{CA942184-696A-4A78-BB9D-3D619B990987}"/>
                </a:ext>
              </a:extLst>
            </p:cNvPr>
            <p:cNvCxnSpPr/>
            <p:nvPr userDrawn="1"/>
          </p:nvCxnSpPr>
          <p:spPr bwMode="invGray">
            <a:xfrm>
              <a:off x="0" y="43525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1B5F4EE6-4D4C-4488-80DE-36C83D540765}"/>
                </a:ext>
              </a:extLst>
            </p:cNvPr>
            <p:cNvCxnSpPr/>
            <p:nvPr userDrawn="1"/>
          </p:nvCxnSpPr>
          <p:spPr bwMode="invGray">
            <a:xfrm>
              <a:off x="0" y="40416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6" name="Straight Connector 115">
              <a:extLst>
                <a:ext uri="{FF2B5EF4-FFF2-40B4-BE49-F238E27FC236}">
                  <a16:creationId xmlns:a16="http://schemas.microsoft.com/office/drawing/2014/main" id="{CD3A42E3-1ED2-4BBE-8B0B-CEA491522F0A}"/>
                </a:ext>
              </a:extLst>
            </p:cNvPr>
            <p:cNvCxnSpPr/>
            <p:nvPr userDrawn="1"/>
          </p:nvCxnSpPr>
          <p:spPr bwMode="invGray">
            <a:xfrm>
              <a:off x="0" y="49743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7" name="Straight Connector 116">
              <a:extLst>
                <a:ext uri="{FF2B5EF4-FFF2-40B4-BE49-F238E27FC236}">
                  <a16:creationId xmlns:a16="http://schemas.microsoft.com/office/drawing/2014/main" id="{94162AD8-9037-4220-B19F-7B3A0F44E941}"/>
                </a:ext>
              </a:extLst>
            </p:cNvPr>
            <p:cNvCxnSpPr/>
            <p:nvPr userDrawn="1"/>
          </p:nvCxnSpPr>
          <p:spPr bwMode="invGray">
            <a:xfrm>
              <a:off x="0" y="46634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8" name="Straight Connector 117">
              <a:extLst>
                <a:ext uri="{FF2B5EF4-FFF2-40B4-BE49-F238E27FC236}">
                  <a16:creationId xmlns:a16="http://schemas.microsoft.com/office/drawing/2014/main" id="{4C20FB70-03E4-4D7E-BA41-546EAAB33089}"/>
                </a:ext>
              </a:extLst>
            </p:cNvPr>
            <p:cNvCxnSpPr/>
            <p:nvPr userDrawn="1"/>
          </p:nvCxnSpPr>
          <p:spPr bwMode="invGray">
            <a:xfrm>
              <a:off x="0" y="55961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9" name="Straight Connector 118">
              <a:extLst>
                <a:ext uri="{FF2B5EF4-FFF2-40B4-BE49-F238E27FC236}">
                  <a16:creationId xmlns:a16="http://schemas.microsoft.com/office/drawing/2014/main" id="{A84D3C92-FDAE-47DB-9457-A9B216922E98}"/>
                </a:ext>
              </a:extLst>
            </p:cNvPr>
            <p:cNvCxnSpPr/>
            <p:nvPr userDrawn="1"/>
          </p:nvCxnSpPr>
          <p:spPr bwMode="invGray">
            <a:xfrm>
              <a:off x="0" y="52852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0" name="Straight Connector 119">
              <a:extLst>
                <a:ext uri="{FF2B5EF4-FFF2-40B4-BE49-F238E27FC236}">
                  <a16:creationId xmlns:a16="http://schemas.microsoft.com/office/drawing/2014/main" id="{B5DF0860-265F-4ABC-9F65-0C1D385DAA19}"/>
                </a:ext>
              </a:extLst>
            </p:cNvPr>
            <p:cNvCxnSpPr/>
            <p:nvPr userDrawn="1"/>
          </p:nvCxnSpPr>
          <p:spPr bwMode="invGray">
            <a:xfrm>
              <a:off x="0" y="62179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D878D1D5-E6E5-4FA6-AF6E-95E8AF796777}"/>
                </a:ext>
              </a:extLst>
            </p:cNvPr>
            <p:cNvCxnSpPr/>
            <p:nvPr userDrawn="1"/>
          </p:nvCxnSpPr>
          <p:spPr bwMode="invGray">
            <a:xfrm>
              <a:off x="0" y="59070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Straight Connector 121">
              <a:extLst>
                <a:ext uri="{FF2B5EF4-FFF2-40B4-BE49-F238E27FC236}">
                  <a16:creationId xmlns:a16="http://schemas.microsoft.com/office/drawing/2014/main" id="{E11FF29A-4B39-4335-9BD5-ED902309BF79}"/>
                </a:ext>
              </a:extLst>
            </p:cNvPr>
            <p:cNvCxnSpPr/>
            <p:nvPr userDrawn="1"/>
          </p:nvCxnSpPr>
          <p:spPr bwMode="invGray">
            <a:xfrm>
              <a:off x="0" y="65288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3A82A803-5E70-4523-9F20-67F308765C7E}"/>
                </a:ext>
              </a:extLst>
            </p:cNvPr>
            <p:cNvCxnSpPr/>
            <p:nvPr userDrawn="1"/>
          </p:nvCxnSpPr>
          <p:spPr bwMode="invGray">
            <a:xfrm>
              <a:off x="0" y="77724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Straight Connector 123">
              <a:extLst>
                <a:ext uri="{FF2B5EF4-FFF2-40B4-BE49-F238E27FC236}">
                  <a16:creationId xmlns:a16="http://schemas.microsoft.com/office/drawing/2014/main" id="{B4208CB2-5882-4416-87C9-284BDAF3367A}"/>
                </a:ext>
              </a:extLst>
            </p:cNvPr>
            <p:cNvCxnSpPr/>
            <p:nvPr userDrawn="1"/>
          </p:nvCxnSpPr>
          <p:spPr bwMode="invGray">
            <a:xfrm>
              <a:off x="0" y="46634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BD4116CD-6422-4E26-9703-D3F7C10FCD56}"/>
                </a:ext>
              </a:extLst>
            </p:cNvPr>
            <p:cNvCxnSpPr/>
            <p:nvPr userDrawn="1"/>
          </p:nvCxnSpPr>
          <p:spPr bwMode="invGray">
            <a:xfrm>
              <a:off x="0" y="15544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31AB3A35-E2FF-4178-896B-F08E77092825}"/>
                </a:ext>
              </a:extLst>
            </p:cNvPr>
            <p:cNvCxnSpPr/>
            <p:nvPr userDrawn="1"/>
          </p:nvCxnSpPr>
          <p:spPr bwMode="invGray">
            <a:xfrm>
              <a:off x="0" y="139903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2179C539-DD6F-48AA-8F80-27BC682014AF}"/>
                </a:ext>
              </a:extLst>
            </p:cNvPr>
            <p:cNvCxnSpPr/>
            <p:nvPr userDrawn="1"/>
          </p:nvCxnSpPr>
          <p:spPr bwMode="invGray">
            <a:xfrm>
              <a:off x="0" y="108813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2784004E-3271-4D1C-B1EA-CA1E334E0D03}"/>
                </a:ext>
              </a:extLst>
            </p:cNvPr>
            <p:cNvCxnSpPr/>
            <p:nvPr userDrawn="1"/>
          </p:nvCxnSpPr>
          <p:spPr bwMode="invGray">
            <a:xfrm>
              <a:off x="0" y="202082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3657725E-FBF6-491D-9BA1-E6A9727F4F2D}"/>
                </a:ext>
              </a:extLst>
            </p:cNvPr>
            <p:cNvCxnSpPr/>
            <p:nvPr userDrawn="1"/>
          </p:nvCxnSpPr>
          <p:spPr bwMode="invGray">
            <a:xfrm>
              <a:off x="0" y="170992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Straight Connector 129">
              <a:extLst>
                <a:ext uri="{FF2B5EF4-FFF2-40B4-BE49-F238E27FC236}">
                  <a16:creationId xmlns:a16="http://schemas.microsoft.com/office/drawing/2014/main" id="{31244567-76A7-47AF-9353-403D05D533F0}"/>
                </a:ext>
              </a:extLst>
            </p:cNvPr>
            <p:cNvCxnSpPr/>
            <p:nvPr userDrawn="1"/>
          </p:nvCxnSpPr>
          <p:spPr bwMode="invGray">
            <a:xfrm>
              <a:off x="0" y="264261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Straight Connector 130">
              <a:extLst>
                <a:ext uri="{FF2B5EF4-FFF2-40B4-BE49-F238E27FC236}">
                  <a16:creationId xmlns:a16="http://schemas.microsoft.com/office/drawing/2014/main" id="{EEC47A2A-ED3B-4AD0-ACD5-F8ED92644229}"/>
                </a:ext>
              </a:extLst>
            </p:cNvPr>
            <p:cNvCxnSpPr/>
            <p:nvPr userDrawn="1"/>
          </p:nvCxnSpPr>
          <p:spPr bwMode="invGray">
            <a:xfrm>
              <a:off x="0" y="233172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Straight Connector 131">
              <a:extLst>
                <a:ext uri="{FF2B5EF4-FFF2-40B4-BE49-F238E27FC236}">
                  <a16:creationId xmlns:a16="http://schemas.microsoft.com/office/drawing/2014/main" id="{0F3E01E5-F569-4020-BCB0-083537701AB0}"/>
                </a:ext>
              </a:extLst>
            </p:cNvPr>
            <p:cNvCxnSpPr/>
            <p:nvPr userDrawn="1"/>
          </p:nvCxnSpPr>
          <p:spPr bwMode="invGray">
            <a:xfrm>
              <a:off x="0" y="326440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Straight Connector 132">
              <a:extLst>
                <a:ext uri="{FF2B5EF4-FFF2-40B4-BE49-F238E27FC236}">
                  <a16:creationId xmlns:a16="http://schemas.microsoft.com/office/drawing/2014/main" id="{71121A42-5912-44C8-B9A3-FDEC8EA70284}"/>
                </a:ext>
              </a:extLst>
            </p:cNvPr>
            <p:cNvCxnSpPr/>
            <p:nvPr userDrawn="1"/>
          </p:nvCxnSpPr>
          <p:spPr bwMode="invGray">
            <a:xfrm>
              <a:off x="0" y="295351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Straight Connector 133">
              <a:extLst>
                <a:ext uri="{FF2B5EF4-FFF2-40B4-BE49-F238E27FC236}">
                  <a16:creationId xmlns:a16="http://schemas.microsoft.com/office/drawing/2014/main" id="{659B1DE7-25C8-4743-8284-FA656D339F55}"/>
                </a:ext>
              </a:extLst>
            </p:cNvPr>
            <p:cNvCxnSpPr/>
            <p:nvPr userDrawn="1"/>
          </p:nvCxnSpPr>
          <p:spPr bwMode="invGray">
            <a:xfrm>
              <a:off x="0" y="388620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5" name="Straight Connector 134">
              <a:extLst>
                <a:ext uri="{FF2B5EF4-FFF2-40B4-BE49-F238E27FC236}">
                  <a16:creationId xmlns:a16="http://schemas.microsoft.com/office/drawing/2014/main" id="{526249F1-59FB-44FC-8AF9-D7F90AFBEE2C}"/>
                </a:ext>
              </a:extLst>
            </p:cNvPr>
            <p:cNvCxnSpPr/>
            <p:nvPr userDrawn="1"/>
          </p:nvCxnSpPr>
          <p:spPr bwMode="invGray">
            <a:xfrm>
              <a:off x="0" y="357530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E6D42779-D977-4405-A149-D8DE5B52134A}"/>
                </a:ext>
              </a:extLst>
            </p:cNvPr>
            <p:cNvCxnSpPr/>
            <p:nvPr userDrawn="1"/>
          </p:nvCxnSpPr>
          <p:spPr bwMode="invGray">
            <a:xfrm>
              <a:off x="0" y="450799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EE8A2F-6AD9-4AE7-B04B-7892891F84AC}"/>
                </a:ext>
              </a:extLst>
            </p:cNvPr>
            <p:cNvCxnSpPr/>
            <p:nvPr userDrawn="1"/>
          </p:nvCxnSpPr>
          <p:spPr bwMode="invGray">
            <a:xfrm>
              <a:off x="0" y="419709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B8F4A59A-16C3-4C3A-AB79-FE22721EA641}"/>
                </a:ext>
              </a:extLst>
            </p:cNvPr>
            <p:cNvCxnSpPr/>
            <p:nvPr userDrawn="1"/>
          </p:nvCxnSpPr>
          <p:spPr bwMode="invGray">
            <a:xfrm>
              <a:off x="0" y="512978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5CA3A6CC-1A49-42F6-A318-99D9224BDC91}"/>
                </a:ext>
              </a:extLst>
            </p:cNvPr>
            <p:cNvCxnSpPr/>
            <p:nvPr userDrawn="1"/>
          </p:nvCxnSpPr>
          <p:spPr bwMode="invGray">
            <a:xfrm>
              <a:off x="0" y="481888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2DC3484E-5EF8-49C4-B1F6-75C854D50C80}"/>
                </a:ext>
              </a:extLst>
            </p:cNvPr>
            <p:cNvCxnSpPr/>
            <p:nvPr userDrawn="1"/>
          </p:nvCxnSpPr>
          <p:spPr bwMode="invGray">
            <a:xfrm>
              <a:off x="0" y="5751576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33461A54-E77E-414D-B7E0-7364070D9566}"/>
                </a:ext>
              </a:extLst>
            </p:cNvPr>
            <p:cNvCxnSpPr/>
            <p:nvPr userDrawn="1"/>
          </p:nvCxnSpPr>
          <p:spPr bwMode="invGray">
            <a:xfrm>
              <a:off x="0" y="5440680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2" name="Straight Connector 141">
              <a:extLst>
                <a:ext uri="{FF2B5EF4-FFF2-40B4-BE49-F238E27FC236}">
                  <a16:creationId xmlns:a16="http://schemas.microsoft.com/office/drawing/2014/main" id="{29C48517-171B-43FD-A41C-58C9B531BDB5}"/>
                </a:ext>
              </a:extLst>
            </p:cNvPr>
            <p:cNvCxnSpPr/>
            <p:nvPr userDrawn="1"/>
          </p:nvCxnSpPr>
          <p:spPr bwMode="invGray">
            <a:xfrm>
              <a:off x="0" y="6373368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3" name="Straight Connector 142">
              <a:extLst>
                <a:ext uri="{FF2B5EF4-FFF2-40B4-BE49-F238E27FC236}">
                  <a16:creationId xmlns:a16="http://schemas.microsoft.com/office/drawing/2014/main" id="{F429932A-1238-48FC-B171-20A3AA531D40}"/>
                </a:ext>
              </a:extLst>
            </p:cNvPr>
            <p:cNvCxnSpPr/>
            <p:nvPr userDrawn="1"/>
          </p:nvCxnSpPr>
          <p:spPr bwMode="invGray">
            <a:xfrm>
              <a:off x="0" y="6062472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4" name="Straight Connector 143">
              <a:extLst>
                <a:ext uri="{FF2B5EF4-FFF2-40B4-BE49-F238E27FC236}">
                  <a16:creationId xmlns:a16="http://schemas.microsoft.com/office/drawing/2014/main" id="{7BED7651-AF04-41D4-9476-5A43476D85BB}"/>
                </a:ext>
              </a:extLst>
            </p:cNvPr>
            <p:cNvCxnSpPr/>
            <p:nvPr userDrawn="1"/>
          </p:nvCxnSpPr>
          <p:spPr bwMode="invGray">
            <a:xfrm>
              <a:off x="0" y="6684264"/>
              <a:ext cx="12188952" cy="0"/>
            </a:xfrm>
            <a:prstGeom prst="line">
              <a:avLst/>
            </a:prstGeom>
            <a:ln w="6350">
              <a:solidFill>
                <a:srgbClr val="19D3C5">
                  <a:alpha val="20000"/>
                </a:srgbClr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5" name="main body box">
              <a:extLst>
                <a:ext uri="{FF2B5EF4-FFF2-40B4-BE49-F238E27FC236}">
                  <a16:creationId xmlns:a16="http://schemas.microsoft.com/office/drawing/2014/main" id="{100DE417-9DB9-4840-8370-B716FFA27760}"/>
                </a:ext>
              </a:extLst>
            </p:cNvPr>
            <p:cNvSpPr/>
            <p:nvPr userDrawn="1"/>
          </p:nvSpPr>
          <p:spPr bwMode="invGray">
            <a:xfrm>
              <a:off x="554736" y="1709928"/>
              <a:ext cx="11082528" cy="4507992"/>
            </a:xfrm>
            <a:prstGeom prst="rect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  <p:txBody>
            <a:bodyPr vert="horz" wrap="square" lIns="68572" tIns="34286" rIns="68572" bIns="34286" numCol="1" anchor="t" anchorCtr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323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cxnSp>
          <p:nvCxnSpPr>
            <p:cNvPr id="146" name="Straight Connector 145">
              <a:extLst>
                <a:ext uri="{FF2B5EF4-FFF2-40B4-BE49-F238E27FC236}">
                  <a16:creationId xmlns:a16="http://schemas.microsoft.com/office/drawing/2014/main" id="{B93A1E2B-8C80-482F-83BE-384344D09839}"/>
                </a:ext>
              </a:extLst>
            </p:cNvPr>
            <p:cNvCxnSpPr/>
            <p:nvPr userDrawn="1"/>
          </p:nvCxnSpPr>
          <p:spPr bwMode="invGray">
            <a:xfrm>
              <a:off x="554736" y="2177796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  <p:cxnSp>
          <p:nvCxnSpPr>
            <p:cNvPr id="147" name="Straight Connector 146">
              <a:extLst>
                <a:ext uri="{FF2B5EF4-FFF2-40B4-BE49-F238E27FC236}">
                  <a16:creationId xmlns:a16="http://schemas.microsoft.com/office/drawing/2014/main" id="{BEAB22C5-0A46-4041-9158-6DC76EA2F350}"/>
                </a:ext>
              </a:extLst>
            </p:cNvPr>
            <p:cNvCxnSpPr/>
            <p:nvPr userDrawn="1"/>
          </p:nvCxnSpPr>
          <p:spPr bwMode="invGray">
            <a:xfrm>
              <a:off x="554736" y="1711453"/>
              <a:ext cx="11082528" cy="0"/>
            </a:xfrm>
            <a:prstGeom prst="line">
              <a:avLst/>
            </a:prstGeom>
            <a:noFill/>
            <a:ln w="12700">
              <a:solidFill>
                <a:srgbClr val="19D3C5">
                  <a:alpha val="50000"/>
                </a:srgbClr>
              </a:solidFill>
            </a:ln>
          </p:spPr>
        </p:cxnSp>
      </p:grpSp>
      <p:sp>
        <p:nvSpPr>
          <p:cNvPr id="4" name="Sticker" hidden="1">
            <a:extLst>
              <a:ext uri="{FF2B5EF4-FFF2-40B4-BE49-F238E27FC236}">
                <a16:creationId xmlns:a16="http://schemas.microsoft.com/office/drawing/2014/main" id="{F9BB011A-568C-4B05-AE57-EB000B2FD8BB}"/>
              </a:ext>
            </a:extLst>
          </p:cNvPr>
          <p:cNvSpPr txBox="1"/>
          <p:nvPr userDrawn="1"/>
        </p:nvSpPr>
        <p:spPr>
          <a:xfrm>
            <a:off x="554736" y="1289273"/>
            <a:ext cx="450444" cy="123111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vert="horz" wrap="none" lIns="0" tIns="0" rIns="0" bIns="0" rtlCol="0">
            <a:spAutoFit/>
          </a:bodyPr>
          <a:lstStyle>
            <a:defPPr>
              <a:defRPr lang="en-US"/>
            </a:defPPr>
            <a:lvl1pPr lvl="0">
              <a:spcBef>
                <a:spcPts val="300"/>
              </a:spcBef>
              <a:spcAft>
                <a:spcPts val="300"/>
              </a:spcAft>
              <a:buNone/>
              <a:defRPr sz="800" b="1" cap="all" baseline="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800" b="1" i="0" u="none" strike="noStrike" kern="1200" cap="all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STICKER</a:t>
            </a:r>
          </a:p>
        </p:txBody>
      </p:sp>
      <p:sp>
        <p:nvSpPr>
          <p:cNvPr id="169" name="ACET" hidden="1">
            <a:extLst>
              <a:ext uri="{FF2B5EF4-FFF2-40B4-BE49-F238E27FC236}">
                <a16:creationId xmlns:a16="http://schemas.microsoft.com/office/drawing/2014/main" id="{62CF7362-20CB-4908-AFFE-D4E2B9A5DF3B}"/>
              </a:ext>
            </a:extLst>
          </p:cNvPr>
          <p:cNvSpPr txBox="1"/>
          <p:nvPr userDrawn="1">
            <p:custDataLst>
              <p:tags r:id="rId29"/>
            </p:custDataLst>
          </p:nvPr>
        </p:nvSpPr>
        <p:spPr>
          <a:xfrm>
            <a:off x="5987738" y="2170800"/>
            <a:ext cx="3049253" cy="569387"/>
          </a:xfrm>
          <a:prstGeom prst="rect">
            <a:avLst/>
          </a:prstGeom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0" tIns="0" rIns="0" bIns="0" rtlCol="0" anchor="t" anchorCtr="0">
            <a:spAutoFit/>
          </a:bodyPr>
          <a:lstStyle>
            <a:defPPr>
              <a:defRPr lang="en-US"/>
            </a:defPPr>
            <a:lvl1pPr lv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Segoe UI" panose="020B0502040204020203" pitchFamily="34" charset="0"/>
              <a:buChar char="​"/>
              <a:defRPr sz="1600">
                <a:cs typeface="Arial" panose="020B0604020202020204" pitchFamily="34" charset="0"/>
              </a:defRPr>
            </a:lvl1pPr>
            <a:lvl2pPr marL="228600" lvl="1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Wingdings" panose="05000000000000000000" pitchFamily="2" charset="2"/>
              <a:buChar char=""/>
              <a:defRPr sz="1600"/>
            </a:lvl2pPr>
            <a:lvl3pPr marL="442913" lvl="2" indent="-21431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10000"/>
              <a:buFont typeface="Arial" panose="020B0604020202020204" pitchFamily="34" charset="0"/>
              <a:buChar char="‒"/>
              <a:defRPr sz="1600"/>
            </a:lvl3pPr>
            <a:lvl4pPr marL="598488" lvl="3" indent="-15240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600"/>
            </a:lvl4pPr>
            <a:lvl5pPr marL="817563" lvl="4" indent="-1476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̶"/>
              <a:defRPr sz="1600"/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Above Chart Exhibit Title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16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Unit of Measure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C1F3293-4EFE-461D-940D-7EE66BAE31C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 flipH="1">
            <a:off x="551524" y="2483241"/>
            <a:ext cx="2743200" cy="1384995"/>
          </a:xfrm>
          <a:prstGeom prst="rect">
            <a:avLst/>
          </a:prstGeom>
        </p:spPr>
        <p:txBody>
          <a:bodyPr vert="horz" wrap="square" lIns="0" tIns="0" rIns="0" bIns="0" rtlCol="0">
            <a:sp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149" name="Graphic 148">
            <a:extLst>
              <a:ext uri="{FF2B5EF4-FFF2-40B4-BE49-F238E27FC236}">
                <a16:creationId xmlns:a16="http://schemas.microsoft.com/office/drawing/2014/main" id="{DA13EA10-1EB8-4F91-8B20-D921FB21BC3F}"/>
              </a:ext>
            </a:extLst>
          </p:cNvPr>
          <p:cNvPicPr>
            <a:picLocks noChangeAspect="1"/>
          </p:cNvPicPr>
          <p:nvPr userDrawn="1"/>
        </p:nvPicPr>
        <p:blipFill>
          <a:blip r:embed="rId47">
            <a:lum/>
            <a:extLst>
              <a:ext uri="{96DAC541-7B7A-43D3-8B79-37D633B846F1}">
                <asvg:svgBlip xmlns:asvg="http://schemas.microsoft.com/office/drawing/2016/SVG/main" r:embed="rId48"/>
              </a:ext>
            </a:extLst>
          </a:blip>
          <a:stretch>
            <a:fillRect/>
          </a:stretch>
        </p:blipFill>
        <p:spPr bwMode="ltGray">
          <a:xfrm>
            <a:off x="10157063" y="6385178"/>
            <a:ext cx="1127390" cy="247778"/>
          </a:xfrm>
          <a:prstGeom prst="rect">
            <a:avLst/>
          </a:prstGeom>
        </p:spPr>
      </p:pic>
      <p:grpSp>
        <p:nvGrpSpPr>
          <p:cNvPr id="148" name="LegendLines" hidden="1">
            <a:extLst>
              <a:ext uri="{FF2B5EF4-FFF2-40B4-BE49-F238E27FC236}">
                <a16:creationId xmlns:a16="http://schemas.microsoft.com/office/drawing/2014/main" id="{151A64A7-188B-441F-8990-A3B78A3F7C39}"/>
              </a:ext>
            </a:extLst>
          </p:cNvPr>
          <p:cNvGrpSpPr/>
          <p:nvPr userDrawn="1"/>
        </p:nvGrpSpPr>
        <p:grpSpPr>
          <a:xfrm>
            <a:off x="10317304" y="3150223"/>
            <a:ext cx="1319960" cy="958286"/>
            <a:chOff x="10162879" y="3243772"/>
            <a:chExt cx="1319960" cy="958286"/>
          </a:xfrm>
        </p:grpSpPr>
        <p:sp>
          <p:nvSpPr>
            <p:cNvPr id="150" name="Legend1" hidden="1">
              <a:extLst>
                <a:ext uri="{FF2B5EF4-FFF2-40B4-BE49-F238E27FC236}">
                  <a16:creationId xmlns:a16="http://schemas.microsoft.com/office/drawing/2014/main" id="{525E5B8C-817E-408A-85F3-93831C28D3CD}"/>
                </a:ext>
              </a:extLst>
            </p:cNvPr>
            <p:cNvSpPr txBox="1"/>
            <p:nvPr/>
          </p:nvSpPr>
          <p:spPr>
            <a:xfrm>
              <a:off x="10886522" y="324377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51" name="Legend2" hidden="1">
              <a:extLst>
                <a:ext uri="{FF2B5EF4-FFF2-40B4-BE49-F238E27FC236}">
                  <a16:creationId xmlns:a16="http://schemas.microsoft.com/office/drawing/2014/main" id="{5AE811D7-48FA-4C68-8B2D-1E67FF428519}"/>
                </a:ext>
              </a:extLst>
            </p:cNvPr>
            <p:cNvSpPr txBox="1"/>
            <p:nvPr/>
          </p:nvSpPr>
          <p:spPr>
            <a:xfrm>
              <a:off x="10886522" y="3615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52" name="Legend3" hidden="1">
              <a:extLst>
                <a:ext uri="{FF2B5EF4-FFF2-40B4-BE49-F238E27FC236}">
                  <a16:creationId xmlns:a16="http://schemas.microsoft.com/office/drawing/2014/main" id="{7C939495-4AF5-4DD0-9A3B-3C62D90CB4D0}"/>
                </a:ext>
              </a:extLst>
            </p:cNvPr>
            <p:cNvSpPr txBox="1"/>
            <p:nvPr/>
          </p:nvSpPr>
          <p:spPr>
            <a:xfrm>
              <a:off x="10886522" y="398661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53" name="LineLegend3" hidden="1">
              <a:extLst>
                <a:ext uri="{FF2B5EF4-FFF2-40B4-BE49-F238E27FC236}">
                  <a16:creationId xmlns:a16="http://schemas.microsoft.com/office/drawing/2014/main" id="{DD1E267E-5AC2-4DF7-828B-173383A2B812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409278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54" name="LineLegend2" hidden="1">
              <a:extLst>
                <a:ext uri="{FF2B5EF4-FFF2-40B4-BE49-F238E27FC236}">
                  <a16:creationId xmlns:a16="http://schemas.microsoft.com/office/drawing/2014/main" id="{BFD8FDCF-CB2F-449E-8A2C-BDC11A6EC1A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719425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55" name="LineLegend1" hidden="1">
              <a:extLst>
                <a:ext uri="{FF2B5EF4-FFF2-40B4-BE49-F238E27FC236}">
                  <a16:creationId xmlns:a16="http://schemas.microsoft.com/office/drawing/2014/main" id="{0CCAF319-5D89-44D9-BED6-1841FAC9BC6B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10162879" y="335149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anchor="ctr"/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</p:grpSp>
      <p:grpSp>
        <p:nvGrpSpPr>
          <p:cNvPr id="156" name="LegendMoons" hidden="1">
            <a:extLst>
              <a:ext uri="{FF2B5EF4-FFF2-40B4-BE49-F238E27FC236}">
                <a16:creationId xmlns:a16="http://schemas.microsoft.com/office/drawing/2014/main" id="{B1A443E4-61EA-4E0D-9AA1-08D8709F5C28}"/>
              </a:ext>
            </a:extLst>
          </p:cNvPr>
          <p:cNvGrpSpPr/>
          <p:nvPr userDrawn="1"/>
        </p:nvGrpSpPr>
        <p:grpSpPr>
          <a:xfrm>
            <a:off x="10688315" y="1145373"/>
            <a:ext cx="948949" cy="1731859"/>
            <a:chOff x="7723680" y="1702457"/>
            <a:chExt cx="948949" cy="1731859"/>
          </a:xfrm>
        </p:grpSpPr>
        <p:sp>
          <p:nvSpPr>
            <p:cNvPr id="157" name="Legend1" hidden="1">
              <a:extLst>
                <a:ext uri="{FF2B5EF4-FFF2-40B4-BE49-F238E27FC236}">
                  <a16:creationId xmlns:a16="http://schemas.microsoft.com/office/drawing/2014/main" id="{EF3A1971-B8E5-465C-905B-88E5A75A26F4}"/>
                </a:ext>
              </a:extLst>
            </p:cNvPr>
            <p:cNvSpPr txBox="1"/>
            <p:nvPr/>
          </p:nvSpPr>
          <p:spPr>
            <a:xfrm>
              <a:off x="8076312" y="1709816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58" name="Legend2" hidden="1">
              <a:extLst>
                <a:ext uri="{FF2B5EF4-FFF2-40B4-BE49-F238E27FC236}">
                  <a16:creationId xmlns:a16="http://schemas.microsoft.com/office/drawing/2014/main" id="{2672B014-4602-41C9-B32B-F969F9224C0D}"/>
                </a:ext>
              </a:extLst>
            </p:cNvPr>
            <p:cNvSpPr txBox="1"/>
            <p:nvPr/>
          </p:nvSpPr>
          <p:spPr>
            <a:xfrm>
              <a:off x="8076312" y="2085275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59" name="Legend3" hidden="1">
              <a:extLst>
                <a:ext uri="{FF2B5EF4-FFF2-40B4-BE49-F238E27FC236}">
                  <a16:creationId xmlns:a16="http://schemas.microsoft.com/office/drawing/2014/main" id="{FAD76577-9630-4748-B286-108D8BF2D538}"/>
                </a:ext>
              </a:extLst>
            </p:cNvPr>
            <p:cNvSpPr txBox="1"/>
            <p:nvPr/>
          </p:nvSpPr>
          <p:spPr>
            <a:xfrm>
              <a:off x="8076312" y="246073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60" name="Legend4" hidden="1">
              <a:extLst>
                <a:ext uri="{FF2B5EF4-FFF2-40B4-BE49-F238E27FC236}">
                  <a16:creationId xmlns:a16="http://schemas.microsoft.com/office/drawing/2014/main" id="{1E8C61B5-A033-4EAA-8E75-97D05E16AB9A}"/>
                </a:ext>
              </a:extLst>
            </p:cNvPr>
            <p:cNvSpPr txBox="1"/>
            <p:nvPr/>
          </p:nvSpPr>
          <p:spPr>
            <a:xfrm>
              <a:off x="8076312" y="2836193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61" name="Legend5" hidden="1">
              <a:extLst>
                <a:ext uri="{FF2B5EF4-FFF2-40B4-BE49-F238E27FC236}">
                  <a16:creationId xmlns:a16="http://schemas.microsoft.com/office/drawing/2014/main" id="{8A6E5214-4AAE-420D-9508-2B1133DDDBAC}"/>
                </a:ext>
              </a:extLst>
            </p:cNvPr>
            <p:cNvSpPr txBox="1"/>
            <p:nvPr/>
          </p:nvSpPr>
          <p:spPr>
            <a:xfrm>
              <a:off x="8076312" y="321165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grpSp>
          <p:nvGrpSpPr>
            <p:cNvPr id="162" name="MoonLegend1" hidden="1">
              <a:extLst>
                <a:ext uri="{FF2B5EF4-FFF2-40B4-BE49-F238E27FC236}">
                  <a16:creationId xmlns:a16="http://schemas.microsoft.com/office/drawing/2014/main" id="{0AB2FB40-2072-4124-95AE-B468AEC1AE24}"/>
                </a:ext>
              </a:extLst>
            </p:cNvPr>
            <p:cNvGrpSpPr>
              <a:grpSpLocks noChangeAspect="1"/>
            </p:cNvGrpSpPr>
            <p:nvPr>
              <p:custDataLst>
                <p:tags r:id="rId30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185" name="Oval 184" hidden="1">
                <a:extLst>
                  <a:ext uri="{FF2B5EF4-FFF2-40B4-BE49-F238E27FC236}">
                    <a16:creationId xmlns:a16="http://schemas.microsoft.com/office/drawing/2014/main" id="{AD4555BA-2A5E-4FB2-B93A-85931AC7567E}"/>
                  </a:ext>
                </a:extLst>
              </p:cNvPr>
              <p:cNvSpPr/>
              <p:nvPr>
                <p:custDataLst>
                  <p:tags r:id="rId4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87" name="Arc 186" hidden="1">
                <a:extLst>
                  <a:ext uri="{FF2B5EF4-FFF2-40B4-BE49-F238E27FC236}">
                    <a16:creationId xmlns:a16="http://schemas.microsoft.com/office/drawing/2014/main" id="{171A04FB-FA2D-439C-8449-7B20B52723C1}"/>
                  </a:ext>
                </a:extLst>
              </p:cNvPr>
              <p:cNvSpPr/>
              <p:nvPr>
                <p:custDataLst>
                  <p:tags r:id="rId4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63" name="MoonLegend2" hidden="1">
              <a:extLst>
                <a:ext uri="{FF2B5EF4-FFF2-40B4-BE49-F238E27FC236}">
                  <a16:creationId xmlns:a16="http://schemas.microsoft.com/office/drawing/2014/main" id="{29649F01-B818-4BDB-B5D0-97D18D0427A6}"/>
                </a:ext>
              </a:extLst>
            </p:cNvPr>
            <p:cNvGrpSpPr>
              <a:grpSpLocks noChangeAspect="1"/>
            </p:cNvGrpSpPr>
            <p:nvPr>
              <p:custDataLst>
                <p:tags r:id="rId31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183" name="Oval 182" hidden="1">
                <a:extLst>
                  <a:ext uri="{FF2B5EF4-FFF2-40B4-BE49-F238E27FC236}">
                    <a16:creationId xmlns:a16="http://schemas.microsoft.com/office/drawing/2014/main" id="{A5FC3E64-4C6E-4E36-BE83-C84EC9EE21DA}"/>
                  </a:ext>
                </a:extLst>
              </p:cNvPr>
              <p:cNvSpPr/>
              <p:nvPr>
                <p:custDataLst>
                  <p:tags r:id="rId4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84" name="Arc 183" hidden="1">
                <a:extLst>
                  <a:ext uri="{FF2B5EF4-FFF2-40B4-BE49-F238E27FC236}">
                    <a16:creationId xmlns:a16="http://schemas.microsoft.com/office/drawing/2014/main" id="{3BC45817-B3C3-4149-B8C5-589AC7D3E586}"/>
                  </a:ext>
                </a:extLst>
              </p:cNvPr>
              <p:cNvSpPr/>
              <p:nvPr>
                <p:custDataLst>
                  <p:tags r:id="rId4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64" name="MoonLegend3" hidden="1">
              <a:extLst>
                <a:ext uri="{FF2B5EF4-FFF2-40B4-BE49-F238E27FC236}">
                  <a16:creationId xmlns:a16="http://schemas.microsoft.com/office/drawing/2014/main" id="{0F1E25D0-27E2-49C7-8683-0ED454CC371F}"/>
                </a:ext>
              </a:extLst>
            </p:cNvPr>
            <p:cNvGrpSpPr>
              <a:grpSpLocks noChangeAspect="1"/>
            </p:cNvGrpSpPr>
            <p:nvPr>
              <p:custDataLst>
                <p:tags r:id="rId32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181" name="Oval 180" hidden="1">
                <a:extLst>
                  <a:ext uri="{FF2B5EF4-FFF2-40B4-BE49-F238E27FC236}">
                    <a16:creationId xmlns:a16="http://schemas.microsoft.com/office/drawing/2014/main" id="{8D0FE53F-5379-4259-837E-BD8F45814F32}"/>
                  </a:ext>
                </a:extLst>
              </p:cNvPr>
              <p:cNvSpPr/>
              <p:nvPr>
                <p:custDataLst>
                  <p:tags r:id="rId3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82" name="Arc 181" hidden="1">
                <a:extLst>
                  <a:ext uri="{FF2B5EF4-FFF2-40B4-BE49-F238E27FC236}">
                    <a16:creationId xmlns:a16="http://schemas.microsoft.com/office/drawing/2014/main" id="{301827BC-DA1C-4C9D-BA37-238CBC66CC7B}"/>
                  </a:ext>
                </a:extLst>
              </p:cNvPr>
              <p:cNvSpPr/>
              <p:nvPr>
                <p:custDataLst>
                  <p:tags r:id="rId4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65" name="MoonLegend4" hidden="1">
              <a:extLst>
                <a:ext uri="{FF2B5EF4-FFF2-40B4-BE49-F238E27FC236}">
                  <a16:creationId xmlns:a16="http://schemas.microsoft.com/office/drawing/2014/main" id="{D9ABAF3C-785C-43DA-8DF2-14D78AF24227}"/>
                </a:ext>
              </a:extLst>
            </p:cNvPr>
            <p:cNvGrpSpPr>
              <a:grpSpLocks noChangeAspect="1"/>
            </p:cNvGrpSpPr>
            <p:nvPr>
              <p:custDataLst>
                <p:tags r:id="rId33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79" name="Oval 178" hidden="1">
                <a:extLst>
                  <a:ext uri="{FF2B5EF4-FFF2-40B4-BE49-F238E27FC236}">
                    <a16:creationId xmlns:a16="http://schemas.microsoft.com/office/drawing/2014/main" id="{ED28823B-2BA9-44E2-B13F-9912075A4022}"/>
                  </a:ext>
                </a:extLst>
              </p:cNvPr>
              <p:cNvSpPr/>
              <p:nvPr>
                <p:custDataLst>
                  <p:tags r:id="rId3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80" name="Arc 179" hidden="1">
                <a:extLst>
                  <a:ext uri="{FF2B5EF4-FFF2-40B4-BE49-F238E27FC236}">
                    <a16:creationId xmlns:a16="http://schemas.microsoft.com/office/drawing/2014/main" id="{EE662F6B-A8F2-4A8B-8D12-4D9B3838D727}"/>
                  </a:ext>
                </a:extLst>
              </p:cNvPr>
              <p:cNvSpPr/>
              <p:nvPr>
                <p:custDataLst>
                  <p:tags r:id="rId3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  <p:grpSp>
          <p:nvGrpSpPr>
            <p:cNvPr id="166" name="MoonLegend5" hidden="1">
              <a:extLst>
                <a:ext uri="{FF2B5EF4-FFF2-40B4-BE49-F238E27FC236}">
                  <a16:creationId xmlns:a16="http://schemas.microsoft.com/office/drawing/2014/main" id="{C4493A1D-8558-4689-BE0F-921ECBA867F8}"/>
                </a:ext>
              </a:extLst>
            </p:cNvPr>
            <p:cNvGrpSpPr>
              <a:grpSpLocks noChangeAspect="1"/>
            </p:cNvGrpSpPr>
            <p:nvPr>
              <p:custDataLst>
                <p:tags r:id="rId34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67" name="Oval 166" hidden="1">
                <a:extLst>
                  <a:ext uri="{FF2B5EF4-FFF2-40B4-BE49-F238E27FC236}">
                    <a16:creationId xmlns:a16="http://schemas.microsoft.com/office/drawing/2014/main" id="{27D34144-4F45-4651-A3F2-54C839312D12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D0D0D0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  <p:sp>
            <p:nvSpPr>
              <p:cNvPr id="168" name="Arc 167" hidden="1">
                <a:extLst>
                  <a:ext uri="{FF2B5EF4-FFF2-40B4-BE49-F238E27FC236}">
                    <a16:creationId xmlns:a16="http://schemas.microsoft.com/office/drawing/2014/main" id="{54C9C893-E6F1-4278-A24D-56F0136D2C4F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marL="0" marR="0" lvl="0" indent="0" algn="ctr" defTabSz="914400" rtl="0" eaLnBrk="1" fontAlgn="auto" latinLnBrk="0" hangingPunct="1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endParaRPr>
              </a:p>
            </p:txBody>
          </p:sp>
        </p:grpSp>
      </p:grpSp>
      <p:grpSp>
        <p:nvGrpSpPr>
          <p:cNvPr id="188" name="LegendBoxes" hidden="1">
            <a:extLst>
              <a:ext uri="{FF2B5EF4-FFF2-40B4-BE49-F238E27FC236}">
                <a16:creationId xmlns:a16="http://schemas.microsoft.com/office/drawing/2014/main" id="{08BB07AF-865F-408B-8050-9708629B5A63}"/>
              </a:ext>
            </a:extLst>
          </p:cNvPr>
          <p:cNvGrpSpPr/>
          <p:nvPr userDrawn="1"/>
        </p:nvGrpSpPr>
        <p:grpSpPr>
          <a:xfrm>
            <a:off x="10714801" y="4381500"/>
            <a:ext cx="922463" cy="1717282"/>
            <a:chOff x="10652400" y="4322824"/>
            <a:chExt cx="922463" cy="1717282"/>
          </a:xfrm>
        </p:grpSpPr>
        <p:sp>
          <p:nvSpPr>
            <p:cNvPr id="189" name="RectangleLegend1" hidden="1">
              <a:extLst>
                <a:ext uri="{FF2B5EF4-FFF2-40B4-BE49-F238E27FC236}">
                  <a16:creationId xmlns:a16="http://schemas.microsoft.com/office/drawing/2014/main" id="{AE448928-F520-4F1B-A755-7D3C0BFC8DE3}"/>
                </a:ext>
              </a:extLst>
            </p:cNvPr>
            <p:cNvSpPr/>
            <p:nvPr/>
          </p:nvSpPr>
          <p:spPr>
            <a:xfrm>
              <a:off x="10652400" y="4344182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0" name="RectangleLegend2" hidden="1">
              <a:extLst>
                <a:ext uri="{FF2B5EF4-FFF2-40B4-BE49-F238E27FC236}">
                  <a16:creationId xmlns:a16="http://schemas.microsoft.com/office/drawing/2014/main" id="{BC2C92CC-8018-4188-9D80-284328C85804}"/>
                </a:ext>
              </a:extLst>
            </p:cNvPr>
            <p:cNvSpPr/>
            <p:nvPr/>
          </p:nvSpPr>
          <p:spPr>
            <a:xfrm>
              <a:off x="10652400" y="4723680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1" name="RectangleLegend3" hidden="1">
              <a:extLst>
                <a:ext uri="{FF2B5EF4-FFF2-40B4-BE49-F238E27FC236}">
                  <a16:creationId xmlns:a16="http://schemas.microsoft.com/office/drawing/2014/main" id="{3DEE8081-2EEE-4779-9E43-25DCAEB638FB}"/>
                </a:ext>
              </a:extLst>
            </p:cNvPr>
            <p:cNvSpPr/>
            <p:nvPr/>
          </p:nvSpPr>
          <p:spPr>
            <a:xfrm>
              <a:off x="10652400" y="5097276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2" name="RectangleLegend4" hidden="1">
              <a:extLst>
                <a:ext uri="{FF2B5EF4-FFF2-40B4-BE49-F238E27FC236}">
                  <a16:creationId xmlns:a16="http://schemas.microsoft.com/office/drawing/2014/main" id="{A2B05A2F-7FC4-4DD4-A2AD-3A0F5F0751F1}"/>
                </a:ext>
              </a:extLst>
            </p:cNvPr>
            <p:cNvSpPr/>
            <p:nvPr/>
          </p:nvSpPr>
          <p:spPr>
            <a:xfrm>
              <a:off x="10652400" y="5470872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3" name="RectangleLegend5" hidden="1">
              <a:extLst>
                <a:ext uri="{FF2B5EF4-FFF2-40B4-BE49-F238E27FC236}">
                  <a16:creationId xmlns:a16="http://schemas.microsoft.com/office/drawing/2014/main" id="{B9BCDC0E-5930-4445-B860-461E8CF941CE}"/>
                </a:ext>
              </a:extLst>
            </p:cNvPr>
            <p:cNvSpPr/>
            <p:nvPr/>
          </p:nvSpPr>
          <p:spPr>
            <a:xfrm>
              <a:off x="10652400" y="5844468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94" name="Legend1" hidden="1">
              <a:extLst>
                <a:ext uri="{FF2B5EF4-FFF2-40B4-BE49-F238E27FC236}">
                  <a16:creationId xmlns:a16="http://schemas.microsoft.com/office/drawing/2014/main" id="{2074072C-AB93-48AB-B96D-3158534069D2}"/>
                </a:ext>
              </a:extLst>
            </p:cNvPr>
            <p:cNvSpPr txBox="1"/>
            <p:nvPr/>
          </p:nvSpPr>
          <p:spPr>
            <a:xfrm>
              <a:off x="10978546" y="4322824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95" name="Legend2" hidden="1">
              <a:extLst>
                <a:ext uri="{FF2B5EF4-FFF2-40B4-BE49-F238E27FC236}">
                  <a16:creationId xmlns:a16="http://schemas.microsoft.com/office/drawing/2014/main" id="{D3F42F3E-393B-4479-99D3-BB70BD315F02}"/>
                </a:ext>
              </a:extLst>
            </p:cNvPr>
            <p:cNvSpPr txBox="1"/>
            <p:nvPr/>
          </p:nvSpPr>
          <p:spPr>
            <a:xfrm>
              <a:off x="10978546" y="470232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96" name="Legend3" hidden="1">
              <a:extLst>
                <a:ext uri="{FF2B5EF4-FFF2-40B4-BE49-F238E27FC236}">
                  <a16:creationId xmlns:a16="http://schemas.microsoft.com/office/drawing/2014/main" id="{2F02967F-1CAA-403B-98B9-DAE3A0368EA1}"/>
                </a:ext>
              </a:extLst>
            </p:cNvPr>
            <p:cNvSpPr txBox="1"/>
            <p:nvPr/>
          </p:nvSpPr>
          <p:spPr>
            <a:xfrm>
              <a:off x="10978546" y="5081820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197" name="Legend4" hidden="1">
              <a:extLst>
                <a:ext uri="{FF2B5EF4-FFF2-40B4-BE49-F238E27FC236}">
                  <a16:creationId xmlns:a16="http://schemas.microsoft.com/office/drawing/2014/main" id="{28911C8D-C078-4CA1-960E-75C7475662DF}"/>
                </a:ext>
              </a:extLst>
            </p:cNvPr>
            <p:cNvSpPr txBox="1"/>
            <p:nvPr/>
          </p:nvSpPr>
          <p:spPr>
            <a:xfrm>
              <a:off x="10978546" y="5453241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  <p:sp>
          <p:nvSpPr>
            <p:cNvPr id="227" name="Legend5" hidden="1">
              <a:extLst>
                <a:ext uri="{FF2B5EF4-FFF2-40B4-BE49-F238E27FC236}">
                  <a16:creationId xmlns:a16="http://schemas.microsoft.com/office/drawing/2014/main" id="{CF4AB107-B697-452A-848D-1435C262EAE0}"/>
                </a:ext>
              </a:extLst>
            </p:cNvPr>
            <p:cNvSpPr txBox="1"/>
            <p:nvPr/>
          </p:nvSpPr>
          <p:spPr>
            <a:xfrm>
              <a:off x="10978545" y="5824662"/>
              <a:ext cx="596317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none" lIns="0" tIns="0" rIns="0" bIns="0" rtlCol="0" anchor="ctr" anchorCtr="0">
              <a:sp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6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400" b="0" i="0" u="none" strike="noStrike" kern="120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Legend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885420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77" r:id="rId2"/>
    <p:sldLayoutId id="2147483678" r:id="rId3"/>
    <p:sldLayoutId id="2147483679" r:id="rId4"/>
    <p:sldLayoutId id="2147483680" r:id="rId5"/>
    <p:sldLayoutId id="2147483681" r:id="rId6"/>
    <p:sldLayoutId id="2147483682" r:id="rId7"/>
    <p:sldLayoutId id="2147483683" r:id="rId8"/>
    <p:sldLayoutId id="2147483684" r:id="rId9"/>
    <p:sldLayoutId id="2147483685" r:id="rId10"/>
    <p:sldLayoutId id="2147483686" r:id="rId11"/>
    <p:sldLayoutId id="2147483687" r:id="rId12"/>
    <p:sldLayoutId id="2147483688" r:id="rId13"/>
    <p:sldLayoutId id="2147483689" r:id="rId14"/>
    <p:sldLayoutId id="2147483690" r:id="rId15"/>
    <p:sldLayoutId id="2147483691" r:id="rId16"/>
    <p:sldLayoutId id="2147483692" r:id="rId17"/>
    <p:sldLayoutId id="2147483693" r:id="rId18"/>
    <p:sldLayoutId id="2147483694" r:id="rId19"/>
    <p:sldLayoutId id="2147483695" r:id="rId20"/>
    <p:sldLayoutId id="2147483696" r:id="rId21"/>
    <p:sldLayoutId id="2147483697" r:id="rId22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lang="en-US" sz="2500" b="1" kern="1200" spc="0" baseline="0" dirty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Clr>
          <a:schemeClr val="tx1"/>
        </a:buClr>
        <a:buSzPct val="100000"/>
        <a:buFont typeface="Segoe UI" panose="020B0502040204020203" pitchFamily="34" charset="0"/>
        <a:buChar char="​"/>
        <a:defRPr lang="en-US" sz="1600" kern="1200" dirty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Wingdings" panose="05000000000000000000" pitchFamily="2" charset="2"/>
        <a:buChar char="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2pPr>
      <a:lvl3pPr marL="438912" indent="-210312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10000"/>
        <a:buFont typeface="Arial" panose="020B0604020202020204" pitchFamily="34" charset="0"/>
        <a:buChar char="‒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3pPr>
      <a:lvl4pPr marL="594360" indent="-15544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•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4pPr>
      <a:lvl5pPr marL="813816" indent="-146304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Clr>
          <a:schemeClr val="tx1"/>
        </a:buClr>
        <a:buSzPct val="100000"/>
        <a:buFont typeface="Arial" panose="020B0604020202020204" pitchFamily="34" charset="0"/>
        <a:buChar char="̶"/>
        <a:defRPr lang="en-US" sz="1600" kern="1200" dirty="0">
          <a:solidFill>
            <a:schemeClr val="tx1"/>
          </a:solidFill>
          <a:latin typeface="+mn-lt"/>
          <a:ea typeface="+mn-ea"/>
          <a:cs typeface="+mn-cs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2.xml"/><Relationship Id="rId4" Type="http://schemas.openxmlformats.org/officeDocument/2006/relationships/image" Target="../media/image10.jpe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13" Type="http://schemas.openxmlformats.org/officeDocument/2006/relationships/image" Target="../media/image22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12" Type="http://schemas.openxmlformats.org/officeDocument/2006/relationships/image" Target="../media/image2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15.png"/><Relationship Id="rId11" Type="http://schemas.openxmlformats.org/officeDocument/2006/relationships/image" Target="../media/image20.png"/><Relationship Id="rId5" Type="http://schemas.openxmlformats.org/officeDocument/2006/relationships/image" Target="../media/image14.png"/><Relationship Id="rId15" Type="http://schemas.openxmlformats.org/officeDocument/2006/relationships/image" Target="../media/image24.png"/><Relationship Id="rId10" Type="http://schemas.openxmlformats.org/officeDocument/2006/relationships/image" Target="../media/image19.png"/><Relationship Id="rId4" Type="http://schemas.openxmlformats.org/officeDocument/2006/relationships/image" Target="../media/image13.png"/><Relationship Id="rId9" Type="http://schemas.openxmlformats.org/officeDocument/2006/relationships/image" Target="../media/image18.png"/><Relationship Id="rId14" Type="http://schemas.openxmlformats.org/officeDocument/2006/relationships/image" Target="../media/image2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1.png"/><Relationship Id="rId13" Type="http://schemas.openxmlformats.org/officeDocument/2006/relationships/image" Target="../media/image36.png"/><Relationship Id="rId18" Type="http://schemas.openxmlformats.org/officeDocument/2006/relationships/image" Target="../media/image41.png"/><Relationship Id="rId26" Type="http://schemas.openxmlformats.org/officeDocument/2006/relationships/image" Target="../media/image49.png"/><Relationship Id="rId3" Type="http://schemas.openxmlformats.org/officeDocument/2006/relationships/image" Target="../media/image26.png"/><Relationship Id="rId21" Type="http://schemas.openxmlformats.org/officeDocument/2006/relationships/image" Target="../media/image44.png"/><Relationship Id="rId7" Type="http://schemas.openxmlformats.org/officeDocument/2006/relationships/image" Target="../media/image30.png"/><Relationship Id="rId12" Type="http://schemas.openxmlformats.org/officeDocument/2006/relationships/image" Target="../media/image35.png"/><Relationship Id="rId17" Type="http://schemas.openxmlformats.org/officeDocument/2006/relationships/image" Target="../media/image40.png"/><Relationship Id="rId25" Type="http://schemas.openxmlformats.org/officeDocument/2006/relationships/image" Target="../media/image48.png"/><Relationship Id="rId2" Type="http://schemas.openxmlformats.org/officeDocument/2006/relationships/notesSlide" Target="../notesSlides/notesSlide4.xml"/><Relationship Id="rId16" Type="http://schemas.openxmlformats.org/officeDocument/2006/relationships/image" Target="../media/image39.png"/><Relationship Id="rId20" Type="http://schemas.openxmlformats.org/officeDocument/2006/relationships/image" Target="../media/image43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29.png"/><Relationship Id="rId11" Type="http://schemas.openxmlformats.org/officeDocument/2006/relationships/image" Target="../media/image34.png"/><Relationship Id="rId24" Type="http://schemas.openxmlformats.org/officeDocument/2006/relationships/image" Target="../media/image47.png"/><Relationship Id="rId5" Type="http://schemas.openxmlformats.org/officeDocument/2006/relationships/image" Target="../media/image28.png"/><Relationship Id="rId15" Type="http://schemas.openxmlformats.org/officeDocument/2006/relationships/image" Target="../media/image38.png"/><Relationship Id="rId23" Type="http://schemas.openxmlformats.org/officeDocument/2006/relationships/image" Target="../media/image46.png"/><Relationship Id="rId10" Type="http://schemas.openxmlformats.org/officeDocument/2006/relationships/image" Target="../media/image33.png"/><Relationship Id="rId19" Type="http://schemas.openxmlformats.org/officeDocument/2006/relationships/image" Target="../media/image42.png"/><Relationship Id="rId4" Type="http://schemas.openxmlformats.org/officeDocument/2006/relationships/image" Target="../media/image27.png"/><Relationship Id="rId9" Type="http://schemas.openxmlformats.org/officeDocument/2006/relationships/image" Target="../media/image32.png"/><Relationship Id="rId14" Type="http://schemas.openxmlformats.org/officeDocument/2006/relationships/image" Target="../media/image37.png"/><Relationship Id="rId22" Type="http://schemas.openxmlformats.org/officeDocument/2006/relationships/image" Target="../media/image45.png"/><Relationship Id="rId27" Type="http://schemas.openxmlformats.org/officeDocument/2006/relationships/image" Target="../media/image50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6.png"/><Relationship Id="rId13" Type="http://schemas.openxmlformats.org/officeDocument/2006/relationships/image" Target="../media/image61.png"/><Relationship Id="rId18" Type="http://schemas.openxmlformats.org/officeDocument/2006/relationships/image" Target="../media/image66.png"/><Relationship Id="rId3" Type="http://schemas.openxmlformats.org/officeDocument/2006/relationships/image" Target="../media/image51.png"/><Relationship Id="rId21" Type="http://schemas.openxmlformats.org/officeDocument/2006/relationships/image" Target="../media/image69.png"/><Relationship Id="rId7" Type="http://schemas.openxmlformats.org/officeDocument/2006/relationships/image" Target="../media/image55.png"/><Relationship Id="rId12" Type="http://schemas.openxmlformats.org/officeDocument/2006/relationships/image" Target="../media/image60.png"/><Relationship Id="rId17" Type="http://schemas.openxmlformats.org/officeDocument/2006/relationships/image" Target="../media/image65.png"/><Relationship Id="rId2" Type="http://schemas.openxmlformats.org/officeDocument/2006/relationships/notesSlide" Target="../notesSlides/notesSlide5.xml"/><Relationship Id="rId16" Type="http://schemas.openxmlformats.org/officeDocument/2006/relationships/image" Target="../media/image64.png"/><Relationship Id="rId20" Type="http://schemas.openxmlformats.org/officeDocument/2006/relationships/image" Target="../media/image68.png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54.png"/><Relationship Id="rId11" Type="http://schemas.openxmlformats.org/officeDocument/2006/relationships/image" Target="../media/image59.png"/><Relationship Id="rId5" Type="http://schemas.openxmlformats.org/officeDocument/2006/relationships/image" Target="../media/image53.png"/><Relationship Id="rId15" Type="http://schemas.openxmlformats.org/officeDocument/2006/relationships/image" Target="../media/image63.png"/><Relationship Id="rId10" Type="http://schemas.openxmlformats.org/officeDocument/2006/relationships/image" Target="../media/image58.png"/><Relationship Id="rId19" Type="http://schemas.openxmlformats.org/officeDocument/2006/relationships/image" Target="../media/image67.png"/><Relationship Id="rId4" Type="http://schemas.openxmlformats.org/officeDocument/2006/relationships/image" Target="../media/image52.png"/><Relationship Id="rId9" Type="http://schemas.openxmlformats.org/officeDocument/2006/relationships/image" Target="../media/image57.png"/><Relationship Id="rId14" Type="http://schemas.openxmlformats.org/officeDocument/2006/relationships/image" Target="../media/image62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3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3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3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3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3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6.xml"/><Relationship Id="rId6" Type="http://schemas.microsoft.com/office/2007/relationships/hdphoto" Target="../media/hdphoto1.wdp"/><Relationship Id="rId5" Type="http://schemas.openxmlformats.org/officeDocument/2006/relationships/image" Target="../media/image86.png"/><Relationship Id="rId4" Type="http://schemas.openxmlformats.org/officeDocument/2006/relationships/chart" Target="../charts/char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6.xml"/><Relationship Id="rId4" Type="http://schemas.microsoft.com/office/2007/relationships/hdphoto" Target="../media/hdphoto1.wdp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3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3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5.xml"/><Relationship Id="rId4" Type="http://schemas.openxmlformats.org/officeDocument/2006/relationships/image" Target="../media/image10.jpe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3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6.xml"/><Relationship Id="rId2" Type="http://schemas.openxmlformats.org/officeDocument/2006/relationships/slideLayout" Target="../slideLayouts/slideLayout1.xml"/><Relationship Id="rId1" Type="http://schemas.openxmlformats.org/officeDocument/2006/relationships/themeOverride" Target="../theme/themeOverride6.xml"/><Relationship Id="rId4" Type="http://schemas.openxmlformats.org/officeDocument/2006/relationships/image" Target="../media/image10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7"/>
          <p:cNvSpPr txBox="1">
            <a:spLocks/>
          </p:cNvSpPr>
          <p:nvPr/>
        </p:nvSpPr>
        <p:spPr>
          <a:xfrm>
            <a:off x="673100" y="2240280"/>
            <a:ext cx="10515600" cy="230938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4400" b="1" noProof="0" dirty="0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ARCHITECTURE</a:t>
            </a:r>
          </a:p>
          <a:p>
            <a:pPr lvl="0">
              <a:defRPr/>
            </a:pPr>
            <a:br>
              <a:rPr kumimoji="0" lang="vi-VN" sz="48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charset="0"/>
                <a:ea typeface="Calibri" charset="0"/>
                <a:cs typeface="Calibri" charset="0"/>
              </a:rPr>
            </a:br>
            <a:r>
              <a:rPr lang="en-US" sz="4800" b="1" dirty="0" err="1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Giải</a:t>
            </a:r>
            <a:r>
              <a:rPr lang="en-US" sz="4800" b="1" dirty="0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 </a:t>
            </a:r>
            <a:r>
              <a:rPr lang="en-US" sz="4800" b="1" dirty="0" err="1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pháp</a:t>
            </a:r>
            <a:r>
              <a:rPr lang="en-US" sz="4800" b="1" dirty="0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 Upload File </a:t>
            </a:r>
            <a:r>
              <a:rPr lang="en-US" sz="4800" b="1" dirty="0" err="1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xử</a:t>
            </a:r>
            <a:r>
              <a:rPr lang="en-US" sz="4800" b="1" dirty="0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 </a:t>
            </a:r>
            <a:r>
              <a:rPr lang="en-US" sz="4800" b="1" dirty="0" err="1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lý</a:t>
            </a:r>
            <a:r>
              <a:rPr lang="en-US" sz="4800" b="1" dirty="0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 </a:t>
            </a:r>
            <a:r>
              <a:rPr lang="en-US" sz="4800" b="1" dirty="0" err="1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dữ</a:t>
            </a:r>
            <a:r>
              <a:rPr lang="en-US" sz="4800" b="1" dirty="0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 </a:t>
            </a:r>
            <a:r>
              <a:rPr lang="en-US" sz="4800" b="1" dirty="0" err="1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liệu</a:t>
            </a:r>
            <a:r>
              <a:rPr lang="en-US" sz="4800" b="1" dirty="0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 XML, Excel, CSV</a:t>
            </a:r>
            <a:endParaRPr kumimoji="0" lang="en-US" sz="48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charset="0"/>
              <a:ea typeface="Calibri" charset="0"/>
              <a:cs typeface="Calibri" charset="0"/>
            </a:endParaRPr>
          </a:p>
        </p:txBody>
      </p:sp>
      <p:sp>
        <p:nvSpPr>
          <p:cNvPr id="6" name="Title Placeholder 7"/>
          <p:cNvSpPr txBox="1">
            <a:spLocks/>
          </p:cNvSpPr>
          <p:nvPr/>
        </p:nvSpPr>
        <p:spPr>
          <a:xfrm>
            <a:off x="673100" y="6219825"/>
            <a:ext cx="10515600" cy="3984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charset="0"/>
              <a:cs typeface="Calibri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Title Placeholder 7"/>
          <p:cNvSpPr txBox="1">
            <a:spLocks/>
          </p:cNvSpPr>
          <p:nvPr/>
        </p:nvSpPr>
        <p:spPr>
          <a:xfrm>
            <a:off x="508000" y="5413380"/>
            <a:ext cx="10515600" cy="127014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2400" b="1" dirty="0">
                <a:solidFill>
                  <a:prstClr val="white"/>
                </a:solidFill>
                <a:latin typeface="Calibri"/>
                <a:ea typeface="Calibri"/>
                <a:cs typeface="Calibri"/>
              </a:rPr>
              <a:t>Feb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 </a:t>
            </a:r>
            <a:r>
              <a:rPr kumimoji="0" lang="vi-VN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20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/>
                <a:ea typeface="Calibri"/>
                <a:cs typeface="Calibri"/>
              </a:rPr>
              <a:t>26</a:t>
            </a:r>
          </a:p>
        </p:txBody>
      </p:sp>
    </p:spTree>
    <p:extLst>
      <p:ext uri="{BB962C8B-B14F-4D97-AF65-F5344CB8AC3E}">
        <p14:creationId xmlns:p14="http://schemas.microsoft.com/office/powerpoint/2010/main" val="250799717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/>
          <p:cNvSpPr/>
          <p:nvPr/>
        </p:nvSpPr>
        <p:spPr>
          <a:xfrm>
            <a:off x="0" y="0"/>
            <a:ext cx="4083269" cy="6858000"/>
          </a:xfrm>
          <a:prstGeom prst="rect">
            <a:avLst/>
          </a:prstGeom>
          <a:gradFill>
            <a:gsLst>
              <a:gs pos="9000">
                <a:srgbClr val="EB212E"/>
              </a:gs>
              <a:gs pos="91000">
                <a:srgbClr val="F17030"/>
              </a:gs>
            </a:gsLst>
            <a:lin ang="2700000" scaled="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4400" b="1"/>
              <a:t>AGENDA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4294967295"/>
          </p:nvPr>
        </p:nvSpPr>
        <p:spPr>
          <a:xfrm>
            <a:off x="10155238" y="6607626"/>
            <a:ext cx="2036762" cy="152400"/>
          </a:xfrm>
          <a:noFill/>
        </p:spPr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EBD5762-3BDC-484D-9503-7EA6D5A9A8CE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cxnSp>
        <p:nvCxnSpPr>
          <p:cNvPr id="5" name="Straight Connector 4"/>
          <p:cNvCxnSpPr/>
          <p:nvPr/>
        </p:nvCxnSpPr>
        <p:spPr>
          <a:xfrm>
            <a:off x="538851" y="729685"/>
            <a:ext cx="3084394" cy="0"/>
          </a:xfrm>
          <a:prstGeom prst="line">
            <a:avLst/>
          </a:prstGeom>
          <a:ln w="165100" cap="rnd">
            <a:solidFill>
              <a:srgbClr val="FFB81C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itle Placeholder 7"/>
          <p:cNvSpPr txBox="1">
            <a:spLocks/>
          </p:cNvSpPr>
          <p:nvPr/>
        </p:nvSpPr>
        <p:spPr>
          <a:xfrm>
            <a:off x="4499221" y="222987"/>
            <a:ext cx="3339341" cy="1385957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vi-VN" sz="3200">
                <a:solidFill>
                  <a:srgbClr val="F04E23"/>
                </a:solidFill>
              </a:rPr>
              <a:t>Contents</a:t>
            </a:r>
            <a:endParaRPr lang="en-US" sz="3200">
              <a:solidFill>
                <a:srgbClr val="F04E23"/>
              </a:solidFill>
            </a:endParaRPr>
          </a:p>
        </p:txBody>
      </p:sp>
      <p:sp>
        <p:nvSpPr>
          <p:cNvPr id="7" name="Title Placeholder 7"/>
          <p:cNvSpPr txBox="1">
            <a:spLocks/>
          </p:cNvSpPr>
          <p:nvPr/>
        </p:nvSpPr>
        <p:spPr>
          <a:xfrm>
            <a:off x="5979603" y="2021793"/>
            <a:ext cx="5634126" cy="798431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sz="2800">
                <a:solidFill>
                  <a:schemeClr val="tx1"/>
                </a:solidFill>
                <a:cs typeface="Arial" panose="020B0604020202020204" pitchFamily="34" charset="0"/>
              </a:rPr>
              <a:t>Business Requirement</a:t>
            </a:r>
            <a:endParaRPr lang="en-US" sz="1500">
              <a:solidFill>
                <a:schemeClr val="tx1"/>
              </a:solidFill>
              <a:cs typeface="Arial" panose="020B0604020202020204" pitchFamily="34" charset="0"/>
            </a:endParaRPr>
          </a:p>
        </p:txBody>
      </p:sp>
      <p:sp>
        <p:nvSpPr>
          <p:cNvPr id="8" name="Title Placeholder 7"/>
          <p:cNvSpPr txBox="1">
            <a:spLocks/>
          </p:cNvSpPr>
          <p:nvPr/>
        </p:nvSpPr>
        <p:spPr>
          <a:xfrm>
            <a:off x="5979603" y="4105613"/>
            <a:ext cx="5793297" cy="733921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en-US" sz="2800">
                <a:solidFill>
                  <a:schemeClr val="tx1"/>
                </a:solidFill>
                <a:latin typeface="Calibri" panose="020F0502020204030204" pitchFamily="34" charset="0"/>
                <a:cs typeface="Calibri" panose="020F0502020204030204" pitchFamily="34" charset="0"/>
              </a:rPr>
              <a:t>Application Architecture</a:t>
            </a:r>
          </a:p>
        </p:txBody>
      </p:sp>
      <p:sp>
        <p:nvSpPr>
          <p:cNvPr id="12" name="Title Placeholder 7"/>
          <p:cNvSpPr txBox="1">
            <a:spLocks/>
          </p:cNvSpPr>
          <p:nvPr/>
        </p:nvSpPr>
        <p:spPr>
          <a:xfrm>
            <a:off x="4819261" y="2021793"/>
            <a:ext cx="1160343" cy="75586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vi-VN" sz="5500">
                <a:solidFill>
                  <a:srgbClr val="F04E23"/>
                </a:solidFill>
              </a:rPr>
              <a:t>01</a:t>
            </a:r>
            <a:endParaRPr lang="en-US" sz="5500">
              <a:solidFill>
                <a:srgbClr val="F04E23"/>
              </a:solidFill>
            </a:endParaRPr>
          </a:p>
        </p:txBody>
      </p:sp>
      <p:sp>
        <p:nvSpPr>
          <p:cNvPr id="13" name="Title Placeholder 7"/>
          <p:cNvSpPr txBox="1">
            <a:spLocks/>
          </p:cNvSpPr>
          <p:nvPr/>
        </p:nvSpPr>
        <p:spPr>
          <a:xfrm>
            <a:off x="4819260" y="4105613"/>
            <a:ext cx="1160343" cy="755868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r>
              <a:rPr lang="vi-VN" sz="5500">
                <a:solidFill>
                  <a:srgbClr val="F04E23"/>
                </a:solidFill>
              </a:rPr>
              <a:t>02</a:t>
            </a:r>
            <a:endParaRPr lang="en-US" sz="5500">
              <a:solidFill>
                <a:srgbClr val="F04E23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1798352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97"/>
          <a:stretch/>
        </p:blipFill>
        <p:spPr>
          <a:xfrm>
            <a:off x="0" y="1482480"/>
            <a:ext cx="12186745" cy="3131038"/>
          </a:xfrm>
          <a:prstGeom prst="rect">
            <a:avLst/>
          </a:prstGeom>
        </p:spPr>
      </p:pic>
      <p:sp>
        <p:nvSpPr>
          <p:cNvPr id="4" name="Title Placeholder 7"/>
          <p:cNvSpPr txBox="1">
            <a:spLocks/>
          </p:cNvSpPr>
          <p:nvPr/>
        </p:nvSpPr>
        <p:spPr>
          <a:xfrm>
            <a:off x="576577" y="1762538"/>
            <a:ext cx="4300223" cy="2570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27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charset="0"/>
                <a:cs typeface="Calibri" charset="0"/>
              </a:rPr>
              <a:t>0</a:t>
            </a:r>
            <a:r>
              <a:rPr lang="en-US" sz="27000" b="0">
                <a:solidFill>
                  <a:prstClr val="white"/>
                </a:solidFill>
              </a:rPr>
              <a:t>1</a:t>
            </a:r>
            <a:endParaRPr kumimoji="0" lang="en-US" sz="27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charset="0"/>
              <a:cs typeface="Calibri" charset="0"/>
            </a:endParaRPr>
          </a:p>
        </p:txBody>
      </p:sp>
      <p:sp>
        <p:nvSpPr>
          <p:cNvPr id="5" name="Title Placeholder 7"/>
          <p:cNvSpPr txBox="1">
            <a:spLocks/>
          </p:cNvSpPr>
          <p:nvPr/>
        </p:nvSpPr>
        <p:spPr>
          <a:xfrm>
            <a:off x="4544391" y="2112579"/>
            <a:ext cx="7205649" cy="124022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4800" b="1">
                <a:solidFill>
                  <a:prstClr val="white"/>
                </a:solidFill>
                <a:latin typeface="Calibri" charset="0"/>
                <a:ea typeface="Calibri" charset="0"/>
                <a:cs typeface="Calibri" charset="0"/>
              </a:rPr>
              <a:t>Business requirement</a:t>
            </a:r>
          </a:p>
        </p:txBody>
      </p:sp>
      <p:sp>
        <p:nvSpPr>
          <p:cNvPr id="6" name="Title Placeholder 7"/>
          <p:cNvSpPr txBox="1">
            <a:spLocks/>
          </p:cNvSpPr>
          <p:nvPr/>
        </p:nvSpPr>
        <p:spPr>
          <a:xfrm>
            <a:off x="4544392" y="3223743"/>
            <a:ext cx="7205648" cy="11097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lvl="0" algn="ctr">
              <a:lnSpc>
                <a:spcPct val="120000"/>
              </a:lnSpc>
              <a:defRPr/>
            </a:pPr>
            <a:r>
              <a:rPr lang="it-IT" sz="2300" dirty="0">
                <a:solidFill>
                  <a:srgbClr val="FFB81C"/>
                </a:solidFill>
              </a:rPr>
              <a:t>App Upload File</a:t>
            </a:r>
          </a:p>
        </p:txBody>
      </p:sp>
      <p:cxnSp>
        <p:nvCxnSpPr>
          <p:cNvPr id="15" name="Straight Connector 14"/>
          <p:cNvCxnSpPr/>
          <p:nvPr/>
        </p:nvCxnSpPr>
        <p:spPr>
          <a:xfrm>
            <a:off x="914400" y="682388"/>
            <a:ext cx="3084394" cy="0"/>
          </a:xfrm>
          <a:prstGeom prst="line">
            <a:avLst/>
          </a:prstGeom>
          <a:ln w="165100" cap="rnd">
            <a:solidFill>
              <a:srgbClr val="FFB81C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2069012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914400"/>
          </a:xfrm>
          <a:ln>
            <a:noFill/>
          </a:ln>
        </p:spPr>
        <p:txBody>
          <a:bodyPr>
            <a:normAutofit/>
          </a:bodyPr>
          <a:lstStyle/>
          <a:p>
            <a:pPr>
              <a:tabLst>
                <a:tab pos="228600" algn="l"/>
              </a:tabLst>
            </a:pPr>
            <a:r>
              <a:rPr lang="en-AU" sz="3200" dirty="0" err="1">
                <a:latin typeface="+mn-lt"/>
                <a:cs typeface="Times New Roman" panose="02020603050405020304" pitchFamily="18" charset="0"/>
              </a:rPr>
              <a:t>Nhu</a:t>
            </a:r>
            <a:r>
              <a:rPr lang="en-AU" sz="32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sz="3200" dirty="0" err="1">
                <a:latin typeface="+mn-lt"/>
                <a:cs typeface="Times New Roman" panose="02020603050405020304" pitchFamily="18" charset="0"/>
              </a:rPr>
              <a:t>cầu</a:t>
            </a:r>
            <a:r>
              <a:rPr lang="en-AU" sz="32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sz="3200" dirty="0" err="1">
                <a:latin typeface="+mn-lt"/>
                <a:cs typeface="Times New Roman" panose="02020603050405020304" pitchFamily="18" charset="0"/>
              </a:rPr>
              <a:t>nghiệp</a:t>
            </a:r>
            <a:r>
              <a:rPr lang="en-AU" sz="32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sz="3200" dirty="0" err="1">
                <a:latin typeface="+mn-lt"/>
                <a:cs typeface="Times New Roman" panose="02020603050405020304" pitchFamily="18" charset="0"/>
              </a:rPr>
              <a:t>vụ</a:t>
            </a:r>
            <a:endParaRPr lang="en-AU" sz="32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96199" y="933812"/>
            <a:ext cx="1049271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Google Shape;94;p14" descr="image.png">
            <a:extLst>
              <a:ext uri="{FF2B5EF4-FFF2-40B4-BE49-F238E27FC236}">
                <a16:creationId xmlns:a16="http://schemas.microsoft.com/office/drawing/2014/main" id="{A1DC57BD-C11F-4444-AC29-49F1AF2464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6334125" y="1347787"/>
            <a:ext cx="5286375" cy="51720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95;p14" descr="image.png">
            <a:extLst>
              <a:ext uri="{FF2B5EF4-FFF2-40B4-BE49-F238E27FC236}">
                <a16:creationId xmlns:a16="http://schemas.microsoft.com/office/drawing/2014/main" id="{E3C81F54-019B-4FC0-9D24-BC903D4A035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375743"/>
            <a:ext cx="2547937" cy="1607641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96;p14" descr="image.png">
            <a:extLst>
              <a:ext uri="{FF2B5EF4-FFF2-40B4-BE49-F238E27FC236}">
                <a16:creationId xmlns:a16="http://schemas.microsoft.com/office/drawing/2014/main" id="{168F90AA-CAC1-4C82-9800-27159B8B0FF3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09937" y="2375743"/>
            <a:ext cx="2547937" cy="1607641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97;p14" descr="image.png">
            <a:extLst>
              <a:ext uri="{FF2B5EF4-FFF2-40B4-BE49-F238E27FC236}">
                <a16:creationId xmlns:a16="http://schemas.microsoft.com/office/drawing/2014/main" id="{300735B1-4073-4D6A-8440-51EBAAA83F3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173884"/>
            <a:ext cx="2547937" cy="1794271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98;p14" descr="image.png">
            <a:extLst>
              <a:ext uri="{FF2B5EF4-FFF2-40B4-BE49-F238E27FC236}">
                <a16:creationId xmlns:a16="http://schemas.microsoft.com/office/drawing/2014/main" id="{12D3CD7B-27BE-4E82-9B73-93D347649764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3309937" y="4173884"/>
            <a:ext cx="2547937" cy="1794271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99;p14">
            <a:extLst>
              <a:ext uri="{FF2B5EF4-FFF2-40B4-BE49-F238E27FC236}">
                <a16:creationId xmlns:a16="http://schemas.microsoft.com/office/drawing/2014/main" id="{56DE540A-EC1F-4622-8E81-789FF198D3D7}"/>
              </a:ext>
            </a:extLst>
          </p:cNvPr>
          <p:cNvSpPr txBox="1"/>
          <p:nvPr/>
        </p:nvSpPr>
        <p:spPr>
          <a:xfrm>
            <a:off x="571500" y="1899493"/>
            <a:ext cx="5550693" cy="25391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0480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 err="1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Thách</a:t>
            </a:r>
            <a:r>
              <a:rPr lang="en-US" sz="1650" b="0" i="0" u="none" strike="noStrike" cap="none" dirty="0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 </a:t>
            </a:r>
            <a:r>
              <a:rPr lang="en-US" sz="1650" b="0" i="0" u="none" strike="noStrike" cap="none" dirty="0" err="1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thức</a:t>
            </a:r>
            <a:r>
              <a:rPr lang="en-US" sz="1650" b="0" i="0" u="none" strike="noStrike" cap="none" dirty="0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 &amp; </a:t>
            </a:r>
            <a:r>
              <a:rPr lang="en-US" sz="1650" b="0" i="0" u="none" strike="noStrike" cap="none" dirty="0" err="1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Nhu</a:t>
            </a:r>
            <a:r>
              <a:rPr lang="en-US" sz="1650" b="0" i="0" u="none" strike="noStrike" cap="none" dirty="0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 </a:t>
            </a:r>
            <a:r>
              <a:rPr lang="en-US" sz="1650" b="0" i="0" u="none" strike="noStrike" cap="none" dirty="0" err="1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cầu</a:t>
            </a:r>
            <a:r>
              <a:rPr lang="en-US" sz="1650" b="0" i="0" u="none" strike="noStrike" cap="none" dirty="0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 </a:t>
            </a:r>
            <a:r>
              <a:rPr lang="en-US" sz="1650" b="0" i="0" u="none" strike="noStrike" cap="none" dirty="0" err="1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Hiện</a:t>
            </a:r>
            <a:r>
              <a:rPr lang="en-US" sz="1650" b="0" i="0" u="none" strike="noStrike" cap="none" dirty="0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 </a:t>
            </a:r>
            <a:r>
              <a:rPr lang="en-US" sz="1650" b="0" i="0" u="none" strike="noStrike" cap="none" dirty="0" err="1">
                <a:solidFill>
                  <a:srgbClr val="0F172A"/>
                </a:solidFill>
                <a:ea typeface="Roboto SemiBold"/>
                <a:cs typeface="Roboto SemiBold"/>
                <a:sym typeface="Roboto SemiBold"/>
              </a:rPr>
              <a:t>tại</a:t>
            </a:r>
            <a:endParaRPr dirty="0"/>
          </a:p>
        </p:txBody>
      </p:sp>
      <p:pic>
        <p:nvPicPr>
          <p:cNvPr id="13" name="Google Shape;100;p14" descr="image.png">
            <a:extLst>
              <a:ext uri="{FF2B5EF4-FFF2-40B4-BE49-F238E27FC236}">
                <a16:creationId xmlns:a16="http://schemas.microsoft.com/office/drawing/2014/main" id="{7087B93A-4742-4E45-A743-8F7E284F847C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571500" y="1909018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01;p14">
            <a:extLst>
              <a:ext uri="{FF2B5EF4-FFF2-40B4-BE49-F238E27FC236}">
                <a16:creationId xmlns:a16="http://schemas.microsoft.com/office/drawing/2014/main" id="{3B31A0DB-7D70-466A-8E68-447E188854FB}"/>
              </a:ext>
            </a:extLst>
          </p:cNvPr>
          <p:cNvSpPr txBox="1"/>
          <p:nvPr/>
        </p:nvSpPr>
        <p:spPr>
          <a:xfrm>
            <a:off x="6667500" y="1681162"/>
            <a:ext cx="4850606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36195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0" i="0" u="none" strike="noStrike" cap="none">
                <a:solidFill>
                  <a:srgbClr val="00A8E8"/>
                </a:solidFill>
                <a:latin typeface="Roboto SemiBold"/>
                <a:ea typeface="Roboto SemiBold"/>
                <a:cs typeface="Roboto SemiBold"/>
                <a:sym typeface="Roboto SemiBold"/>
              </a:rPr>
              <a:t>Hệ thống Upload Enterprise</a:t>
            </a:r>
            <a:endParaRPr/>
          </a:p>
        </p:txBody>
      </p:sp>
      <p:sp>
        <p:nvSpPr>
          <p:cNvPr id="15" name="Google Shape;102;p14">
            <a:extLst>
              <a:ext uri="{FF2B5EF4-FFF2-40B4-BE49-F238E27FC236}">
                <a16:creationId xmlns:a16="http://schemas.microsoft.com/office/drawing/2014/main" id="{633F4991-D6CE-4A6A-9E5B-49849E5C3948}"/>
              </a:ext>
            </a:extLst>
          </p:cNvPr>
          <p:cNvSpPr/>
          <p:nvPr/>
        </p:nvSpPr>
        <p:spPr>
          <a:xfrm>
            <a:off x="6667500" y="2138362"/>
            <a:ext cx="4619625" cy="9525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6" name="Google Shape;103;p14" descr="image.png">
            <a:extLst>
              <a:ext uri="{FF2B5EF4-FFF2-40B4-BE49-F238E27FC236}">
                <a16:creationId xmlns:a16="http://schemas.microsoft.com/office/drawing/2014/main" id="{E932C2D4-E4A6-42CC-85BB-33216ED736CE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667500" y="4471987"/>
            <a:ext cx="4619625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04;p14" descr="image.png">
            <a:extLst>
              <a:ext uri="{FF2B5EF4-FFF2-40B4-BE49-F238E27FC236}">
                <a16:creationId xmlns:a16="http://schemas.microsoft.com/office/drawing/2014/main" id="{A2F1B7A0-8BBF-4BF6-891E-C7E341BA5E2B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800100" y="2432893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8" name="Google Shape;105;p14">
            <a:extLst>
              <a:ext uri="{FF2B5EF4-FFF2-40B4-BE49-F238E27FC236}">
                <a16:creationId xmlns:a16="http://schemas.microsoft.com/office/drawing/2014/main" id="{9F94876B-4636-4E5E-BA5D-F891D0958CF1}"/>
              </a:ext>
            </a:extLst>
          </p:cNvPr>
          <p:cNvSpPr txBox="1"/>
          <p:nvPr/>
        </p:nvSpPr>
        <p:spPr>
          <a:xfrm>
            <a:off x="781050" y="2794843"/>
            <a:ext cx="2235279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Dữ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200" b="1" i="0" u="none" strike="noStrike" cap="none" dirty="0" err="1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liệu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200" b="1" i="0" u="none" strike="noStrike" cap="none" dirty="0" err="1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Phân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200" b="1" i="0" u="none" strike="noStrike" cap="none" dirty="0" err="1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tán</a:t>
            </a:r>
            <a:endParaRPr dirty="0"/>
          </a:p>
        </p:txBody>
      </p:sp>
      <p:sp>
        <p:nvSpPr>
          <p:cNvPr id="19" name="Google Shape;106;p14">
            <a:extLst>
              <a:ext uri="{FF2B5EF4-FFF2-40B4-BE49-F238E27FC236}">
                <a16:creationId xmlns:a16="http://schemas.microsoft.com/office/drawing/2014/main" id="{BE88BCD5-9043-4CCD-AACF-AEF7D7300BA4}"/>
              </a:ext>
            </a:extLst>
          </p:cNvPr>
          <p:cNvSpPr txBox="1"/>
          <p:nvPr/>
        </p:nvSpPr>
        <p:spPr>
          <a:xfrm>
            <a:off x="781049" y="3052018"/>
            <a:ext cx="2128837" cy="9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Dữ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liệu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nằm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rải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rác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trên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các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máy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trạm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cá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nhân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vi-VN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số lượng files nhiều và có dung lượng khác như từ vài KB cho đến GB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dirty="0"/>
          </a:p>
        </p:txBody>
      </p:sp>
      <p:pic>
        <p:nvPicPr>
          <p:cNvPr id="20" name="Google Shape;107;p14" descr="image.png">
            <a:extLst>
              <a:ext uri="{FF2B5EF4-FFF2-40B4-BE49-F238E27FC236}">
                <a16:creationId xmlns:a16="http://schemas.microsoft.com/office/drawing/2014/main" id="{BD984C2A-B2D0-4A58-B94B-262A3DF11137}"/>
              </a:ext>
            </a:extLst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3462337" y="2432893"/>
            <a:ext cx="3048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108;p14">
            <a:extLst>
              <a:ext uri="{FF2B5EF4-FFF2-40B4-BE49-F238E27FC236}">
                <a16:creationId xmlns:a16="http://schemas.microsoft.com/office/drawing/2014/main" id="{05870A9A-7D6B-4735-BC6C-5C0FBF39B506}"/>
              </a:ext>
            </a:extLst>
          </p:cNvPr>
          <p:cNvSpPr txBox="1"/>
          <p:nvPr/>
        </p:nvSpPr>
        <p:spPr>
          <a:xfrm>
            <a:off x="3462337" y="2805112"/>
            <a:ext cx="2235279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Đa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200" b="1" i="0" u="none" strike="noStrike" cap="none" dirty="0" err="1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dạng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200" b="1" i="0" u="none" strike="noStrike" cap="none" dirty="0" err="1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Định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 </a:t>
            </a:r>
            <a:r>
              <a:rPr lang="en-US" sz="1200" b="1" i="0" u="none" strike="noStrike" cap="none" dirty="0" err="1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dạng</a:t>
            </a:r>
            <a:endParaRPr dirty="0"/>
          </a:p>
        </p:txBody>
      </p:sp>
      <p:sp>
        <p:nvSpPr>
          <p:cNvPr id="22" name="Google Shape;109;p14">
            <a:extLst>
              <a:ext uri="{FF2B5EF4-FFF2-40B4-BE49-F238E27FC236}">
                <a16:creationId xmlns:a16="http://schemas.microsoft.com/office/drawing/2014/main" id="{39344FEB-8D44-4B1E-870A-81180B9F45C3}"/>
              </a:ext>
            </a:extLst>
          </p:cNvPr>
          <p:cNvSpPr txBox="1"/>
          <p:nvPr/>
        </p:nvSpPr>
        <p:spPr>
          <a:xfrm>
            <a:off x="3452812" y="3048743"/>
            <a:ext cx="2128837" cy="9048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Cần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xử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lý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linh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hoạt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nhiều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loại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vi-VN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dữ liệu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có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cấu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vi-VN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trúc, bán cấu trúc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dữ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liệu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phức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tạp</a:t>
            </a:r>
            <a:r>
              <a:rPr lang="vi-VN" sz="1050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như (XML, Excel, CSV)</a:t>
            </a:r>
            <a:endParaRPr dirty="0"/>
          </a:p>
        </p:txBody>
      </p:sp>
      <p:pic>
        <p:nvPicPr>
          <p:cNvPr id="23" name="Google Shape;110;p14" descr="image.png">
            <a:extLst>
              <a:ext uri="{FF2B5EF4-FFF2-40B4-BE49-F238E27FC236}">
                <a16:creationId xmlns:a16="http://schemas.microsoft.com/office/drawing/2014/main" id="{9223FDA0-E118-4339-B42F-7A822358B011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00100" y="4364384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111;p14">
            <a:extLst>
              <a:ext uri="{FF2B5EF4-FFF2-40B4-BE49-F238E27FC236}">
                <a16:creationId xmlns:a16="http://schemas.microsoft.com/office/drawing/2014/main" id="{E219F947-03DC-4501-AFE2-ED3A0364A7AD}"/>
              </a:ext>
            </a:extLst>
          </p:cNvPr>
          <p:cNvSpPr txBox="1"/>
          <p:nvPr/>
        </p:nvSpPr>
        <p:spPr>
          <a:xfrm>
            <a:off x="800100" y="4773959"/>
            <a:ext cx="2235279" cy="1846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200" b="1" i="0" u="none" strike="noStrike" cap="none" dirty="0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Cơ chế maker/checker</a:t>
            </a:r>
            <a:endParaRPr dirty="0"/>
          </a:p>
        </p:txBody>
      </p:sp>
      <p:sp>
        <p:nvSpPr>
          <p:cNvPr id="25" name="Google Shape;112;p14">
            <a:extLst>
              <a:ext uri="{FF2B5EF4-FFF2-40B4-BE49-F238E27FC236}">
                <a16:creationId xmlns:a16="http://schemas.microsoft.com/office/drawing/2014/main" id="{8B1AD26E-D98D-46C9-A99C-4DBC5FAC008B}"/>
              </a:ext>
            </a:extLst>
          </p:cNvPr>
          <p:cNvSpPr txBox="1"/>
          <p:nvPr/>
        </p:nvSpPr>
        <p:spPr>
          <a:xfrm>
            <a:off x="800100" y="5031134"/>
            <a:ext cx="2128837" cy="4524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vi-VN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Chưa có cơ chế maker/checker, ghi nhật ký upload, phê duyệt ...</a:t>
            </a:r>
            <a:endParaRPr dirty="0"/>
          </a:p>
        </p:txBody>
      </p:sp>
      <p:pic>
        <p:nvPicPr>
          <p:cNvPr id="26" name="Google Shape;113;p14" descr="image.png">
            <a:extLst>
              <a:ext uri="{FF2B5EF4-FFF2-40B4-BE49-F238E27FC236}">
                <a16:creationId xmlns:a16="http://schemas.microsoft.com/office/drawing/2014/main" id="{CF08948C-5E36-4474-B296-294C566E4404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3538537" y="4364384"/>
            <a:ext cx="3048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114;p14">
            <a:extLst>
              <a:ext uri="{FF2B5EF4-FFF2-40B4-BE49-F238E27FC236}">
                <a16:creationId xmlns:a16="http://schemas.microsoft.com/office/drawing/2014/main" id="{C82667D1-477E-4B3A-8D74-E969FCDC84D7}"/>
              </a:ext>
            </a:extLst>
          </p:cNvPr>
          <p:cNvSpPr txBox="1"/>
          <p:nvPr/>
        </p:nvSpPr>
        <p:spPr>
          <a:xfrm>
            <a:off x="3538537" y="4773959"/>
            <a:ext cx="2235279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Chất lượng Dữ liệu</a:t>
            </a:r>
            <a:endParaRPr/>
          </a:p>
        </p:txBody>
      </p:sp>
      <p:sp>
        <p:nvSpPr>
          <p:cNvPr id="28" name="Google Shape;115;p14">
            <a:extLst>
              <a:ext uri="{FF2B5EF4-FFF2-40B4-BE49-F238E27FC236}">
                <a16:creationId xmlns:a16="http://schemas.microsoft.com/office/drawing/2014/main" id="{63BEE155-D348-4A20-B27C-25669F911716}"/>
              </a:ext>
            </a:extLst>
          </p:cNvPr>
          <p:cNvSpPr txBox="1"/>
          <p:nvPr/>
        </p:nvSpPr>
        <p:spPr>
          <a:xfrm>
            <a:off x="3538537" y="5031134"/>
            <a:ext cx="2128837" cy="678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4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Khó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kiểm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soát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vi-VN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chất lượng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dữ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liệu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thiếu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quy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trình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tự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động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validate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tính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đúng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đắn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trước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khi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lưu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050" b="0" i="0" u="none" strike="noStrike" cap="none" dirty="0" err="1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trữ</a:t>
            </a:r>
            <a:r>
              <a:rPr lang="en-US" sz="1050" b="0" i="0" u="none" strike="noStrike" cap="none" dirty="0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dirty="0"/>
          </a:p>
        </p:txBody>
      </p:sp>
      <p:pic>
        <p:nvPicPr>
          <p:cNvPr id="29" name="Google Shape;116;p14" descr="image.png">
            <a:extLst>
              <a:ext uri="{FF2B5EF4-FFF2-40B4-BE49-F238E27FC236}">
                <a16:creationId xmlns:a16="http://schemas.microsoft.com/office/drawing/2014/main" id="{6C6A4D27-9276-4871-B35C-3A733E502D58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667500" y="1700212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117;p14">
            <a:extLst>
              <a:ext uri="{FF2B5EF4-FFF2-40B4-BE49-F238E27FC236}">
                <a16:creationId xmlns:a16="http://schemas.microsoft.com/office/drawing/2014/main" id="{533EC12D-C840-4822-BB23-92A47C4A06C0}"/>
              </a:ext>
            </a:extLst>
          </p:cNvPr>
          <p:cNvSpPr txBox="1"/>
          <p:nvPr/>
        </p:nvSpPr>
        <p:spPr>
          <a:xfrm>
            <a:off x="6981825" y="2386012"/>
            <a:ext cx="4305300" cy="5539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lvl="0">
              <a:lnSpc>
                <a:spcPct val="150000"/>
              </a:lnSpc>
            </a:pPr>
            <a:r>
              <a:rPr lang="vi-VN" sz="1200" dirty="0">
                <a:solidFill>
                  <a:srgbClr val="F1F5F9"/>
                </a:solidFill>
                <a:latin typeface="Open Sans"/>
                <a:ea typeface="Open Sans"/>
                <a:cs typeface="Open Sans"/>
                <a:sym typeface="Open Sans"/>
              </a:rPr>
              <a:t>Giải quyết bài toán thu thập dữ liệu từ các kênh thủ công vào hệ thống tập trung một cách tự động và chuẩn hóa</a:t>
            </a:r>
            <a:endParaRPr dirty="0"/>
          </a:p>
        </p:txBody>
      </p:sp>
      <p:sp>
        <p:nvSpPr>
          <p:cNvPr id="31" name="Google Shape;118;p14">
            <a:extLst>
              <a:ext uri="{FF2B5EF4-FFF2-40B4-BE49-F238E27FC236}">
                <a16:creationId xmlns:a16="http://schemas.microsoft.com/office/drawing/2014/main" id="{63F2DF72-DEAB-4DD7-82E1-647D8348B68F}"/>
              </a:ext>
            </a:extLst>
          </p:cNvPr>
          <p:cNvSpPr txBox="1"/>
          <p:nvPr/>
        </p:nvSpPr>
        <p:spPr>
          <a:xfrm>
            <a:off x="6981825" y="2986087"/>
            <a:ext cx="43053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1F5F9"/>
                </a:solidFill>
                <a:latin typeface="Open Sans"/>
                <a:ea typeface="Open Sans"/>
                <a:cs typeface="Open Sans"/>
                <a:sym typeface="Open Sans"/>
              </a:rPr>
              <a:t>Tự động hóa luồng xử lý khép kín: Tải lên → Validate → Phê duyệt → Ingest vào Target DB.</a:t>
            </a:r>
            <a:endParaRPr/>
          </a:p>
        </p:txBody>
      </p:sp>
      <p:sp>
        <p:nvSpPr>
          <p:cNvPr id="32" name="Google Shape;119;p14">
            <a:extLst>
              <a:ext uri="{FF2B5EF4-FFF2-40B4-BE49-F238E27FC236}">
                <a16:creationId xmlns:a16="http://schemas.microsoft.com/office/drawing/2014/main" id="{488D1FC1-2EB0-4DF1-82CF-53CA3F985D1A}"/>
              </a:ext>
            </a:extLst>
          </p:cNvPr>
          <p:cNvSpPr txBox="1"/>
          <p:nvPr/>
        </p:nvSpPr>
        <p:spPr>
          <a:xfrm>
            <a:off x="6981825" y="3586162"/>
            <a:ext cx="43053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F1F5F9"/>
                </a:solidFill>
                <a:latin typeface="Open Sans"/>
                <a:ea typeface="Open Sans"/>
                <a:cs typeface="Open Sans"/>
                <a:sym typeface="Open Sans"/>
              </a:rPr>
              <a:t>Đảm bảo hiệu năng xử lý file lớn (Lên tới 5GB/file) và linh hoạt mở rộng (Auto-scale).</a:t>
            </a:r>
            <a:endParaRPr/>
          </a:p>
        </p:txBody>
      </p:sp>
      <p:pic>
        <p:nvPicPr>
          <p:cNvPr id="33" name="Google Shape;120;p14" descr="image.png">
            <a:extLst>
              <a:ext uri="{FF2B5EF4-FFF2-40B4-BE49-F238E27FC236}">
                <a16:creationId xmlns:a16="http://schemas.microsoft.com/office/drawing/2014/main" id="{D713C93F-345B-4B3E-8295-6A8918AB4A35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667500" y="2428875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4" name="Google Shape;121;p14" descr="image.png">
            <a:extLst>
              <a:ext uri="{FF2B5EF4-FFF2-40B4-BE49-F238E27FC236}">
                <a16:creationId xmlns:a16="http://schemas.microsoft.com/office/drawing/2014/main" id="{7E3C0290-B1F4-4917-A899-B3C90DC4A080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667500" y="3028950"/>
            <a:ext cx="171450" cy="1809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" name="Google Shape;122;p14" descr="image.png">
            <a:extLst>
              <a:ext uri="{FF2B5EF4-FFF2-40B4-BE49-F238E27FC236}">
                <a16:creationId xmlns:a16="http://schemas.microsoft.com/office/drawing/2014/main" id="{1F896CE1-37B7-4B76-B1DE-AFCAA1218436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667500" y="3629025"/>
            <a:ext cx="171450" cy="180975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56424915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914400"/>
          </a:xfrm>
          <a:ln>
            <a:noFill/>
          </a:ln>
        </p:spPr>
        <p:txBody>
          <a:bodyPr>
            <a:normAutofit/>
          </a:bodyPr>
          <a:lstStyle/>
          <a:p>
            <a:pPr>
              <a:tabLst>
                <a:tab pos="228600" algn="l"/>
              </a:tabLst>
            </a:pPr>
            <a:r>
              <a:rPr lang="en-AU" sz="3200" dirty="0" err="1">
                <a:latin typeface="+mn-lt"/>
                <a:cs typeface="Times New Roman" panose="02020603050405020304" pitchFamily="18" charset="0"/>
              </a:rPr>
              <a:t>Luồng</a:t>
            </a:r>
            <a:r>
              <a:rPr lang="en-AU" sz="32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sz="3200" dirty="0" err="1">
                <a:latin typeface="+mn-lt"/>
                <a:cs typeface="Times New Roman" panose="02020603050405020304" pitchFamily="18" charset="0"/>
              </a:rPr>
              <a:t>hành</a:t>
            </a:r>
            <a:r>
              <a:rPr lang="en-AU" sz="32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sz="3200" dirty="0" err="1">
                <a:latin typeface="+mn-lt"/>
                <a:cs typeface="Times New Roman" panose="02020603050405020304" pitchFamily="18" charset="0"/>
              </a:rPr>
              <a:t>trình</a:t>
            </a:r>
            <a:r>
              <a:rPr lang="en-AU" sz="3200" dirty="0">
                <a:latin typeface="+mn-lt"/>
                <a:cs typeface="Times New Roman" panose="02020603050405020304" pitchFamily="18" charset="0"/>
              </a:rPr>
              <a:t> ng</a:t>
            </a:r>
            <a:r>
              <a:rPr lang="vi-VN" sz="3200" dirty="0">
                <a:latin typeface="+mn-lt"/>
                <a:cs typeface="Times New Roman" panose="02020603050405020304" pitchFamily="18" charset="0"/>
              </a:rPr>
              <a:t>ư</a:t>
            </a:r>
            <a:r>
              <a:rPr lang="en-US" sz="3200" dirty="0" err="1">
                <a:latin typeface="+mn-lt"/>
                <a:cs typeface="Times New Roman" panose="02020603050405020304" pitchFamily="18" charset="0"/>
              </a:rPr>
              <a:t>ời</a:t>
            </a:r>
            <a:r>
              <a:rPr lang="en-US" sz="32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US" sz="3200" dirty="0" err="1">
                <a:latin typeface="+mn-lt"/>
                <a:cs typeface="Times New Roman" panose="02020603050405020304" pitchFamily="18" charset="0"/>
              </a:rPr>
              <a:t>dùng</a:t>
            </a:r>
            <a:r>
              <a:rPr lang="en-US" sz="3200" dirty="0">
                <a:latin typeface="+mn-lt"/>
                <a:cs typeface="Times New Roman" panose="02020603050405020304" pitchFamily="18" charset="0"/>
              </a:rPr>
              <a:t> upload file</a:t>
            </a:r>
            <a:endParaRPr lang="en-AU" sz="32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96199" y="933812"/>
            <a:ext cx="1049271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812;p104">
            <a:extLst>
              <a:ext uri="{FF2B5EF4-FFF2-40B4-BE49-F238E27FC236}">
                <a16:creationId xmlns:a16="http://schemas.microsoft.com/office/drawing/2014/main" id="{FFB1C43F-A862-478C-A644-28B1C7615B6C}"/>
              </a:ext>
            </a:extLst>
          </p:cNvPr>
          <p:cNvSpPr txBox="1"/>
          <p:nvPr/>
        </p:nvSpPr>
        <p:spPr>
          <a:xfrm>
            <a:off x="7375065" y="1130450"/>
            <a:ext cx="4502548" cy="555860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Login (IAM)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ng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ư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ời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dùng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login, hệ thống trả về menu được phân quyền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Khởi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tạo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upload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chọn chức năng upload file 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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chọn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loại file cần upload (ví dụ: file dữ liệu Thuế)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Chọn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files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endParaRPr lang="en-US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Upload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lô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chọn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file zip,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trong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đó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bao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gồm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nhiều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files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thuế</a:t>
            </a:r>
            <a:endParaRPr lang="en-US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Upload file đ</a:t>
            </a: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ơ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n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chọn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file XML</a:t>
            </a:r>
            <a:endParaRPr lang="en-US" sz="1400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Front-end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xác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thực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files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kiểm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tra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định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dạng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files,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nếu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lỗi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trả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về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thông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báo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lỗi</a:t>
            </a:r>
            <a:endParaRPr lang="en-US" sz="1400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Upload file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files đ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ư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ợc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upload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lên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object storage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Preview Data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xem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tóm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tắt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file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đã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upload,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xem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dữ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liệu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sample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 hoặc xem toàn bộ nội dung file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Trình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phê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duyệt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gửi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yêu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cầu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phê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duyệt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cho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ng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ư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ời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thẩm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quyền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Phê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duyệt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có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thể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xem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dữ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liệu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Phê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duyệt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/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từ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chối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files upload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Load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dữ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liệu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dữ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liệu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đ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ư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ợc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load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vào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DB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thành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công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.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Thông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báo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mail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cho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ng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ư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ời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dùng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endParaRPr lang="en-US" sz="1400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 descr="C:\Users\vietda2\AppData\Local\Microsoft\Windows\INetCache\Content.MSO\E6ADB35B.tmp">
            <a:extLst>
              <a:ext uri="{FF2B5EF4-FFF2-40B4-BE49-F238E27FC236}">
                <a16:creationId xmlns:a16="http://schemas.microsoft.com/office/drawing/2014/main" id="{99E72454-2AA5-456E-8AF8-1FDBB7461FA0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7455" y="824230"/>
            <a:ext cx="6847609" cy="502412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672883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914400"/>
          </a:xfrm>
          <a:ln>
            <a:noFill/>
          </a:ln>
        </p:spPr>
        <p:txBody>
          <a:bodyPr>
            <a:normAutofit/>
          </a:bodyPr>
          <a:lstStyle/>
          <a:p>
            <a:pPr>
              <a:tabLst>
                <a:tab pos="228600" algn="l"/>
              </a:tabLst>
            </a:pPr>
            <a:r>
              <a:rPr lang="en-AU" sz="4000" dirty="0" err="1">
                <a:latin typeface="+mn-lt"/>
                <a:cs typeface="Times New Roman" panose="02020603050405020304" pitchFamily="18" charset="0"/>
              </a:rPr>
              <a:t>Yêu</a:t>
            </a:r>
            <a:r>
              <a:rPr lang="en-AU" sz="40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sz="4000" dirty="0" err="1">
                <a:latin typeface="+mn-lt"/>
                <a:cs typeface="Times New Roman" panose="02020603050405020304" pitchFamily="18" charset="0"/>
              </a:rPr>
              <a:t>cầu</a:t>
            </a:r>
            <a:r>
              <a:rPr lang="en-AU" sz="40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sz="4000" dirty="0" err="1">
                <a:latin typeface="+mn-lt"/>
                <a:cs typeface="Times New Roman" panose="02020603050405020304" pitchFamily="18" charset="0"/>
              </a:rPr>
              <a:t>ch</a:t>
            </a:r>
            <a:r>
              <a:rPr lang="en-US" sz="4000" dirty="0" err="1">
                <a:latin typeface="+mn-lt"/>
                <a:cs typeface="Times New Roman" panose="02020603050405020304" pitchFamily="18" charset="0"/>
              </a:rPr>
              <a:t>ức</a:t>
            </a:r>
            <a:r>
              <a:rPr lang="en-US" sz="4000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US" sz="4000" dirty="0" err="1">
                <a:latin typeface="+mn-lt"/>
                <a:cs typeface="Times New Roman" panose="02020603050405020304" pitchFamily="18" charset="0"/>
              </a:rPr>
              <a:t>năng</a:t>
            </a:r>
            <a:endParaRPr lang="en-AU" sz="4000" dirty="0"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2" name="Rectangle 1"/>
          <p:cNvSpPr/>
          <p:nvPr/>
        </p:nvSpPr>
        <p:spPr>
          <a:xfrm>
            <a:off x="596199" y="933812"/>
            <a:ext cx="1049271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Google Shape;159;p16" descr="image.png">
            <a:extLst>
              <a:ext uri="{FF2B5EF4-FFF2-40B4-BE49-F238E27FC236}">
                <a16:creationId xmlns:a16="http://schemas.microsoft.com/office/drawing/2014/main" id="{C0FB1608-6379-4711-9073-9DDD7018B1D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2067519"/>
            <a:ext cx="5238750" cy="63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160;p16" descr="image.png">
            <a:extLst>
              <a:ext uri="{FF2B5EF4-FFF2-40B4-BE49-F238E27FC236}">
                <a16:creationId xmlns:a16="http://schemas.microsoft.com/office/drawing/2014/main" id="{86B80BFF-6246-4786-94C0-F1B8E67B63E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859583"/>
            <a:ext cx="5238750" cy="63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161;p16" descr="image.png">
            <a:extLst>
              <a:ext uri="{FF2B5EF4-FFF2-40B4-BE49-F238E27FC236}">
                <a16:creationId xmlns:a16="http://schemas.microsoft.com/office/drawing/2014/main" id="{EFED7E15-736C-470B-AEC3-4807464A38D6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3613844"/>
            <a:ext cx="5238750" cy="63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62;p16" descr="image.png">
            <a:extLst>
              <a:ext uri="{FF2B5EF4-FFF2-40B4-BE49-F238E27FC236}">
                <a16:creationId xmlns:a16="http://schemas.microsoft.com/office/drawing/2014/main" id="{EE4CE90D-18DD-44ED-8CDC-887E4C71A3B5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571500" y="4368105"/>
            <a:ext cx="5238750" cy="63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163;p16" descr="image.png">
            <a:extLst>
              <a:ext uri="{FF2B5EF4-FFF2-40B4-BE49-F238E27FC236}">
                <a16:creationId xmlns:a16="http://schemas.microsoft.com/office/drawing/2014/main" id="{FD7C243B-715C-4021-9E97-2F0E673EC8C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571500" y="5122366"/>
            <a:ext cx="5238750" cy="63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64;p16" descr="image.png">
            <a:extLst>
              <a:ext uri="{FF2B5EF4-FFF2-40B4-BE49-F238E27FC236}">
                <a16:creationId xmlns:a16="http://schemas.microsoft.com/office/drawing/2014/main" id="{09CA9523-CA20-41F3-988F-3FFBCFF8F7C3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6381750" y="2105322"/>
            <a:ext cx="5238750" cy="63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165;p16" descr="image.png">
            <a:extLst>
              <a:ext uri="{FF2B5EF4-FFF2-40B4-BE49-F238E27FC236}">
                <a16:creationId xmlns:a16="http://schemas.microsoft.com/office/drawing/2014/main" id="{1196E416-4469-4B11-A3A2-AB80722EA367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381750" y="2859583"/>
            <a:ext cx="5238750" cy="63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" name="Google Shape;166;p16" descr="image.png">
            <a:extLst>
              <a:ext uri="{FF2B5EF4-FFF2-40B4-BE49-F238E27FC236}">
                <a16:creationId xmlns:a16="http://schemas.microsoft.com/office/drawing/2014/main" id="{9E274316-AF73-432A-81F8-E230CF2B2474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6381750" y="3613844"/>
            <a:ext cx="5238750" cy="63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6" name="Google Shape;167;p16" descr="image.png">
            <a:extLst>
              <a:ext uri="{FF2B5EF4-FFF2-40B4-BE49-F238E27FC236}">
                <a16:creationId xmlns:a16="http://schemas.microsoft.com/office/drawing/2014/main" id="{48774C0D-A5FE-4E8A-ABCB-D35878A8BAC7}"/>
              </a:ext>
            </a:extLst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381750" y="4368105"/>
            <a:ext cx="5238750" cy="63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7" name="Google Shape;168;p16" descr="image.png">
            <a:extLst>
              <a:ext uri="{FF2B5EF4-FFF2-40B4-BE49-F238E27FC236}">
                <a16:creationId xmlns:a16="http://schemas.microsoft.com/office/drawing/2014/main" id="{26AD5EC8-5868-4CC1-8CE4-046927471D9C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6381750" y="5122366"/>
            <a:ext cx="5238750" cy="63996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69;p16" descr="image.png">
            <a:extLst>
              <a:ext uri="{FF2B5EF4-FFF2-40B4-BE49-F238E27FC236}">
                <a16:creationId xmlns:a16="http://schemas.microsoft.com/office/drawing/2014/main" id="{0FEF278A-7878-4D56-A8A8-4FC7154F9C09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723900" y="2229147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70;p16" descr="image.png">
            <a:extLst>
              <a:ext uri="{FF2B5EF4-FFF2-40B4-BE49-F238E27FC236}">
                <a16:creationId xmlns:a16="http://schemas.microsoft.com/office/drawing/2014/main" id="{15BA5F8F-DE65-40AF-9CF9-2B86CC4D8A11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23900" y="2983408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171;p16" descr="image.png">
            <a:extLst>
              <a:ext uri="{FF2B5EF4-FFF2-40B4-BE49-F238E27FC236}">
                <a16:creationId xmlns:a16="http://schemas.microsoft.com/office/drawing/2014/main" id="{585C214A-0381-43EC-A5D4-6E104E9F6CE6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23900" y="3737669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172;p16" descr="image.png">
            <a:extLst>
              <a:ext uri="{FF2B5EF4-FFF2-40B4-BE49-F238E27FC236}">
                <a16:creationId xmlns:a16="http://schemas.microsoft.com/office/drawing/2014/main" id="{3CC48809-2AA6-4BF7-B552-99C165170BC3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723900" y="4491930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" name="Google Shape;173;p16" descr="image.png">
            <a:extLst>
              <a:ext uri="{FF2B5EF4-FFF2-40B4-BE49-F238E27FC236}">
                <a16:creationId xmlns:a16="http://schemas.microsoft.com/office/drawing/2014/main" id="{DFB1EB9D-334D-4849-81AD-230A1B5075D5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23900" y="5246191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" name="Google Shape;174;p16" descr="image.png">
            <a:extLst>
              <a:ext uri="{FF2B5EF4-FFF2-40B4-BE49-F238E27FC236}">
                <a16:creationId xmlns:a16="http://schemas.microsoft.com/office/drawing/2014/main" id="{E6782203-0A0A-42A6-BF7D-B094FE07AA3B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6534150" y="2229147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" name="Google Shape;175;p16" descr="image.png">
            <a:extLst>
              <a:ext uri="{FF2B5EF4-FFF2-40B4-BE49-F238E27FC236}">
                <a16:creationId xmlns:a16="http://schemas.microsoft.com/office/drawing/2014/main" id="{43A0E9D5-F322-49BA-AE2E-0CC1411DDB68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534150" y="2983408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5" name="Google Shape;176;p16" descr="image.png">
            <a:extLst>
              <a:ext uri="{FF2B5EF4-FFF2-40B4-BE49-F238E27FC236}">
                <a16:creationId xmlns:a16="http://schemas.microsoft.com/office/drawing/2014/main" id="{0DEB648E-7022-4110-8FF2-573F5EDD132B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6534150" y="3737669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6" name="Google Shape;177;p16" descr="image.png">
            <a:extLst>
              <a:ext uri="{FF2B5EF4-FFF2-40B4-BE49-F238E27FC236}">
                <a16:creationId xmlns:a16="http://schemas.microsoft.com/office/drawing/2014/main" id="{D8C44469-9683-4C0D-8DFC-05EC86AF42DD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534150" y="4491930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7" name="Google Shape;178;p16" descr="image.png">
            <a:extLst>
              <a:ext uri="{FF2B5EF4-FFF2-40B4-BE49-F238E27FC236}">
                <a16:creationId xmlns:a16="http://schemas.microsoft.com/office/drawing/2014/main" id="{DAB84765-6603-40E6-8C38-D949CCDFAA6B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534150" y="5246191"/>
            <a:ext cx="34290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" name="Google Shape;179;p16" descr="image.png">
            <a:extLst>
              <a:ext uri="{FF2B5EF4-FFF2-40B4-BE49-F238E27FC236}">
                <a16:creationId xmlns:a16="http://schemas.microsoft.com/office/drawing/2014/main" id="{13BDA88F-1729-4D5F-8628-F18D3D41E363}"/>
              </a:ext>
            </a:extLst>
          </p:cNvPr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800100" y="2324397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180;p16">
            <a:extLst>
              <a:ext uri="{FF2B5EF4-FFF2-40B4-BE49-F238E27FC236}">
                <a16:creationId xmlns:a16="http://schemas.microsoft.com/office/drawing/2014/main" id="{9CB3B877-A039-482C-81AF-ED1160C34F36}"/>
              </a:ext>
            </a:extLst>
          </p:cNvPr>
          <p:cNvSpPr txBox="1"/>
          <p:nvPr/>
        </p:nvSpPr>
        <p:spPr>
          <a:xfrm>
            <a:off x="1181100" y="2229147"/>
            <a:ext cx="4000500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1. Xác thực/phân quyền</a:t>
            </a:r>
            <a:endParaRPr/>
          </a:p>
        </p:txBody>
      </p:sp>
      <p:sp>
        <p:nvSpPr>
          <p:cNvPr id="30" name="Google Shape;181;p16">
            <a:extLst>
              <a:ext uri="{FF2B5EF4-FFF2-40B4-BE49-F238E27FC236}">
                <a16:creationId xmlns:a16="http://schemas.microsoft.com/office/drawing/2014/main" id="{CDCCE564-E0AF-43B3-A084-8013CF686829}"/>
              </a:ext>
            </a:extLst>
          </p:cNvPr>
          <p:cNvSpPr txBox="1"/>
          <p:nvPr/>
        </p:nvSpPr>
        <p:spPr>
          <a:xfrm>
            <a:off x="1181100" y="2448222"/>
            <a:ext cx="3810000" cy="173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Xác thực IAM. Phân quyền chặt chẽ theo role và phòng ban.</a:t>
            </a:r>
            <a:endParaRPr/>
          </a:p>
        </p:txBody>
      </p:sp>
      <p:pic>
        <p:nvPicPr>
          <p:cNvPr id="31" name="Google Shape;182;p16" descr="image.png">
            <a:extLst>
              <a:ext uri="{FF2B5EF4-FFF2-40B4-BE49-F238E27FC236}">
                <a16:creationId xmlns:a16="http://schemas.microsoft.com/office/drawing/2014/main" id="{C732EA0F-870F-4E88-A4EA-5A6E41C1696A}"/>
              </a:ext>
            </a:extLst>
          </p:cNvPr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800100" y="3078658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183;p16">
            <a:extLst>
              <a:ext uri="{FF2B5EF4-FFF2-40B4-BE49-F238E27FC236}">
                <a16:creationId xmlns:a16="http://schemas.microsoft.com/office/drawing/2014/main" id="{3AE1B9BA-76D7-4522-8A09-25771A21F525}"/>
              </a:ext>
            </a:extLst>
          </p:cNvPr>
          <p:cNvSpPr txBox="1"/>
          <p:nvPr/>
        </p:nvSpPr>
        <p:spPr>
          <a:xfrm>
            <a:off x="1181100" y="2983408"/>
            <a:ext cx="3830478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2. Upload files</a:t>
            </a:r>
            <a:endParaRPr/>
          </a:p>
        </p:txBody>
      </p:sp>
      <p:sp>
        <p:nvSpPr>
          <p:cNvPr id="33" name="Google Shape;184;p16">
            <a:extLst>
              <a:ext uri="{FF2B5EF4-FFF2-40B4-BE49-F238E27FC236}">
                <a16:creationId xmlns:a16="http://schemas.microsoft.com/office/drawing/2014/main" id="{6B6488CD-122C-445C-B606-107280F284D1}"/>
              </a:ext>
            </a:extLst>
          </p:cNvPr>
          <p:cNvSpPr txBox="1"/>
          <p:nvPr/>
        </p:nvSpPr>
        <p:spPr>
          <a:xfrm>
            <a:off x="1181100" y="3202483"/>
            <a:ext cx="3648075" cy="173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Hỗ trợ đa định dạng: XML, CSV, Excel với dung lượng lớn.</a:t>
            </a:r>
            <a:endParaRPr/>
          </a:p>
        </p:txBody>
      </p:sp>
      <p:pic>
        <p:nvPicPr>
          <p:cNvPr id="34" name="Google Shape;185;p16" descr="image.png">
            <a:extLst>
              <a:ext uri="{FF2B5EF4-FFF2-40B4-BE49-F238E27FC236}">
                <a16:creationId xmlns:a16="http://schemas.microsoft.com/office/drawing/2014/main" id="{FE2334F5-D39C-4F18-AA26-C26545DD2816}"/>
              </a:ext>
            </a:extLst>
          </p:cNvPr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819150" y="3832919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186;p16">
            <a:extLst>
              <a:ext uri="{FF2B5EF4-FFF2-40B4-BE49-F238E27FC236}">
                <a16:creationId xmlns:a16="http://schemas.microsoft.com/office/drawing/2014/main" id="{ABA94E83-BC71-403E-B10D-B591275D0AD9}"/>
              </a:ext>
            </a:extLst>
          </p:cNvPr>
          <p:cNvSpPr txBox="1"/>
          <p:nvPr/>
        </p:nvSpPr>
        <p:spPr>
          <a:xfrm>
            <a:off x="1181100" y="3737669"/>
            <a:ext cx="3590448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3. Kiểm tra trạng thái</a:t>
            </a:r>
            <a:endParaRPr/>
          </a:p>
        </p:txBody>
      </p:sp>
      <p:sp>
        <p:nvSpPr>
          <p:cNvPr id="36" name="Google Shape;187;p16">
            <a:extLst>
              <a:ext uri="{FF2B5EF4-FFF2-40B4-BE49-F238E27FC236}">
                <a16:creationId xmlns:a16="http://schemas.microsoft.com/office/drawing/2014/main" id="{D63B5223-58F1-4659-8F27-91A60907762E}"/>
              </a:ext>
            </a:extLst>
          </p:cNvPr>
          <p:cNvSpPr txBox="1"/>
          <p:nvPr/>
        </p:nvSpPr>
        <p:spPr>
          <a:xfrm>
            <a:off x="1181100" y="3956744"/>
            <a:ext cx="3419475" cy="173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Theo dõi tiến độ (%) và trạng thái xử lý thời gian thực.</a:t>
            </a:r>
            <a:endParaRPr/>
          </a:p>
        </p:txBody>
      </p:sp>
      <p:pic>
        <p:nvPicPr>
          <p:cNvPr id="37" name="Google Shape;188;p16" descr="image.png">
            <a:extLst>
              <a:ext uri="{FF2B5EF4-FFF2-40B4-BE49-F238E27FC236}">
                <a16:creationId xmlns:a16="http://schemas.microsoft.com/office/drawing/2014/main" id="{BF6FF103-B536-4703-B5E8-C400EBF7C31B}"/>
              </a:ext>
            </a:extLst>
          </p:cNvPr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828675" y="4587180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189;p16">
            <a:extLst>
              <a:ext uri="{FF2B5EF4-FFF2-40B4-BE49-F238E27FC236}">
                <a16:creationId xmlns:a16="http://schemas.microsoft.com/office/drawing/2014/main" id="{CCF9DE3F-B7AA-4696-9DB0-2451F83133ED}"/>
              </a:ext>
            </a:extLst>
          </p:cNvPr>
          <p:cNvSpPr txBox="1"/>
          <p:nvPr/>
        </p:nvSpPr>
        <p:spPr>
          <a:xfrm>
            <a:off x="1181100" y="4491930"/>
            <a:ext cx="4140517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4. Validate data</a:t>
            </a:r>
            <a:endParaRPr/>
          </a:p>
        </p:txBody>
      </p:sp>
      <p:sp>
        <p:nvSpPr>
          <p:cNvPr id="39" name="Google Shape;190;p16">
            <a:extLst>
              <a:ext uri="{FF2B5EF4-FFF2-40B4-BE49-F238E27FC236}">
                <a16:creationId xmlns:a16="http://schemas.microsoft.com/office/drawing/2014/main" id="{3664DB93-6629-44CC-8E86-E6585C4C2C31}"/>
              </a:ext>
            </a:extLst>
          </p:cNvPr>
          <p:cNvSpPr txBox="1"/>
          <p:nvPr/>
        </p:nvSpPr>
        <p:spPr>
          <a:xfrm>
            <a:off x="1181100" y="4711005"/>
            <a:ext cx="3943350" cy="173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Kiểm tra tính đúng đắn, chất lượng dữ liệu theo schema/rule.</a:t>
            </a:r>
            <a:endParaRPr/>
          </a:p>
        </p:txBody>
      </p:sp>
      <p:pic>
        <p:nvPicPr>
          <p:cNvPr id="40" name="Google Shape;191;p16" descr="image.png">
            <a:extLst>
              <a:ext uri="{FF2B5EF4-FFF2-40B4-BE49-F238E27FC236}">
                <a16:creationId xmlns:a16="http://schemas.microsoft.com/office/drawing/2014/main" id="{FCB770B3-1414-4AEB-91D0-E49FD536D23B}"/>
              </a:ext>
            </a:extLst>
          </p:cNvPr>
          <p:cNvPicPr preferRelativeResize="0"/>
          <p:nvPr/>
        </p:nvPicPr>
        <p:blipFill rotWithShape="1">
          <a:blip r:embed="rId22">
            <a:alphaModFix/>
          </a:blip>
          <a:srcRect/>
          <a:stretch/>
        </p:blipFill>
        <p:spPr>
          <a:xfrm>
            <a:off x="809625" y="5341441"/>
            <a:ext cx="1714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1" name="Google Shape;192;p16">
            <a:extLst>
              <a:ext uri="{FF2B5EF4-FFF2-40B4-BE49-F238E27FC236}">
                <a16:creationId xmlns:a16="http://schemas.microsoft.com/office/drawing/2014/main" id="{460782C7-21DC-48FD-858F-7538F5F89C83}"/>
              </a:ext>
            </a:extLst>
          </p:cNvPr>
          <p:cNvSpPr txBox="1"/>
          <p:nvPr/>
        </p:nvSpPr>
        <p:spPr>
          <a:xfrm>
            <a:off x="1181100" y="5246191"/>
            <a:ext cx="4090511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5. Preview dữ liệu</a:t>
            </a:r>
            <a:endParaRPr/>
          </a:p>
        </p:txBody>
      </p:sp>
      <p:sp>
        <p:nvSpPr>
          <p:cNvPr id="42" name="Google Shape;193;p16">
            <a:extLst>
              <a:ext uri="{FF2B5EF4-FFF2-40B4-BE49-F238E27FC236}">
                <a16:creationId xmlns:a16="http://schemas.microsoft.com/office/drawing/2014/main" id="{29CAAE0B-E95C-4075-ABEA-E84F3916F237}"/>
              </a:ext>
            </a:extLst>
          </p:cNvPr>
          <p:cNvSpPr txBox="1"/>
          <p:nvPr/>
        </p:nvSpPr>
        <p:spPr>
          <a:xfrm>
            <a:off x="1181100" y="5465266"/>
            <a:ext cx="3895725" cy="173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Xem trước dữ liệu mẫu hoặc toàn bộ dataset trước khi duyệt.</a:t>
            </a:r>
            <a:endParaRPr/>
          </a:p>
        </p:txBody>
      </p:sp>
      <p:pic>
        <p:nvPicPr>
          <p:cNvPr id="43" name="Google Shape;194;p16" descr="image.png">
            <a:extLst>
              <a:ext uri="{FF2B5EF4-FFF2-40B4-BE49-F238E27FC236}">
                <a16:creationId xmlns:a16="http://schemas.microsoft.com/office/drawing/2014/main" id="{CAEB3997-91A3-460F-BE81-9A65258C607E}"/>
              </a:ext>
            </a:extLst>
          </p:cNvPr>
          <p:cNvPicPr preferRelativeResize="0"/>
          <p:nvPr/>
        </p:nvPicPr>
        <p:blipFill rotWithShape="1">
          <a:blip r:embed="rId23">
            <a:alphaModFix/>
          </a:blip>
          <a:srcRect/>
          <a:stretch/>
        </p:blipFill>
        <p:spPr>
          <a:xfrm>
            <a:off x="6629400" y="2324397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195;p16">
            <a:extLst>
              <a:ext uri="{FF2B5EF4-FFF2-40B4-BE49-F238E27FC236}">
                <a16:creationId xmlns:a16="http://schemas.microsoft.com/office/drawing/2014/main" id="{365A9629-8283-4B12-8016-5A003067492D}"/>
              </a:ext>
            </a:extLst>
          </p:cNvPr>
          <p:cNvSpPr txBox="1"/>
          <p:nvPr/>
        </p:nvSpPr>
        <p:spPr>
          <a:xfrm>
            <a:off x="6991350" y="2229147"/>
            <a:ext cx="4070508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6. Phê duyệt/từ chối</a:t>
            </a:r>
            <a:endParaRPr/>
          </a:p>
        </p:txBody>
      </p:sp>
      <p:sp>
        <p:nvSpPr>
          <p:cNvPr id="45" name="Google Shape;196;p16">
            <a:extLst>
              <a:ext uri="{FF2B5EF4-FFF2-40B4-BE49-F238E27FC236}">
                <a16:creationId xmlns:a16="http://schemas.microsoft.com/office/drawing/2014/main" id="{2E832169-8163-4489-BE88-4C4C694639DD}"/>
              </a:ext>
            </a:extLst>
          </p:cNvPr>
          <p:cNvSpPr txBox="1"/>
          <p:nvPr/>
        </p:nvSpPr>
        <p:spPr>
          <a:xfrm>
            <a:off x="6991350" y="2448222"/>
            <a:ext cx="3876675" cy="173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Quy trình phê duyệt (Approval Workflow) cho dữ liệu upload.</a:t>
            </a:r>
            <a:endParaRPr/>
          </a:p>
        </p:txBody>
      </p:sp>
      <p:pic>
        <p:nvPicPr>
          <p:cNvPr id="46" name="Google Shape;197;p16" descr="image.png">
            <a:extLst>
              <a:ext uri="{FF2B5EF4-FFF2-40B4-BE49-F238E27FC236}">
                <a16:creationId xmlns:a16="http://schemas.microsoft.com/office/drawing/2014/main" id="{9FAE21D1-43C5-4B4F-AF77-39155F2724E3}"/>
              </a:ext>
            </a:extLst>
          </p:cNvPr>
          <p:cNvPicPr preferRelativeResize="0"/>
          <p:nvPr/>
        </p:nvPicPr>
        <p:blipFill rotWithShape="1">
          <a:blip r:embed="rId24">
            <a:alphaModFix/>
          </a:blip>
          <a:srcRect/>
          <a:stretch/>
        </p:blipFill>
        <p:spPr>
          <a:xfrm>
            <a:off x="6638925" y="3078658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198;p16">
            <a:extLst>
              <a:ext uri="{FF2B5EF4-FFF2-40B4-BE49-F238E27FC236}">
                <a16:creationId xmlns:a16="http://schemas.microsoft.com/office/drawing/2014/main" id="{362C1346-28A9-4F1A-8760-BFBC6550AA41}"/>
              </a:ext>
            </a:extLst>
          </p:cNvPr>
          <p:cNvSpPr txBox="1"/>
          <p:nvPr/>
        </p:nvSpPr>
        <p:spPr>
          <a:xfrm>
            <a:off x="6991350" y="2983408"/>
            <a:ext cx="4190523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7. Auto-ingest</a:t>
            </a:r>
            <a:endParaRPr/>
          </a:p>
        </p:txBody>
      </p:sp>
      <p:sp>
        <p:nvSpPr>
          <p:cNvPr id="48" name="Google Shape;199;p16">
            <a:extLst>
              <a:ext uri="{FF2B5EF4-FFF2-40B4-BE49-F238E27FC236}">
                <a16:creationId xmlns:a16="http://schemas.microsoft.com/office/drawing/2014/main" id="{CF0F272B-0FA6-4E43-84FC-E82F453C859E}"/>
              </a:ext>
            </a:extLst>
          </p:cNvPr>
          <p:cNvSpPr txBox="1"/>
          <p:nvPr/>
        </p:nvSpPr>
        <p:spPr>
          <a:xfrm>
            <a:off x="6991350" y="3202483"/>
            <a:ext cx="3990975" cy="173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Luồng tự động ingest dữ liệu hợp lệ không cần qua phê duyệt.</a:t>
            </a:r>
            <a:endParaRPr/>
          </a:p>
        </p:txBody>
      </p:sp>
      <p:pic>
        <p:nvPicPr>
          <p:cNvPr id="49" name="Google Shape;200;p16" descr="image.png">
            <a:extLst>
              <a:ext uri="{FF2B5EF4-FFF2-40B4-BE49-F238E27FC236}">
                <a16:creationId xmlns:a16="http://schemas.microsoft.com/office/drawing/2014/main" id="{1C538FC4-BF87-4768-B6E7-25ECA98DA93A}"/>
              </a:ext>
            </a:extLst>
          </p:cNvPr>
          <p:cNvPicPr preferRelativeResize="0"/>
          <p:nvPr/>
        </p:nvPicPr>
        <p:blipFill rotWithShape="1">
          <a:blip r:embed="rId25">
            <a:alphaModFix/>
          </a:blip>
          <a:srcRect/>
          <a:stretch/>
        </p:blipFill>
        <p:spPr>
          <a:xfrm>
            <a:off x="6629400" y="3832919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50" name="Google Shape;201;p16">
            <a:extLst>
              <a:ext uri="{FF2B5EF4-FFF2-40B4-BE49-F238E27FC236}">
                <a16:creationId xmlns:a16="http://schemas.microsoft.com/office/drawing/2014/main" id="{A87E9143-D4CC-444B-A314-A82B2B40C7EB}"/>
              </a:ext>
            </a:extLst>
          </p:cNvPr>
          <p:cNvSpPr txBox="1"/>
          <p:nvPr/>
        </p:nvSpPr>
        <p:spPr>
          <a:xfrm>
            <a:off x="6991350" y="3737669"/>
            <a:ext cx="3390423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8. Download files</a:t>
            </a:r>
            <a:endParaRPr/>
          </a:p>
        </p:txBody>
      </p:sp>
      <p:sp>
        <p:nvSpPr>
          <p:cNvPr id="51" name="Google Shape;202;p16">
            <a:extLst>
              <a:ext uri="{FF2B5EF4-FFF2-40B4-BE49-F238E27FC236}">
                <a16:creationId xmlns:a16="http://schemas.microsoft.com/office/drawing/2014/main" id="{EAEF1487-8863-4EAA-8B06-8907FA0F4830}"/>
              </a:ext>
            </a:extLst>
          </p:cNvPr>
          <p:cNvSpPr txBox="1"/>
          <p:nvPr/>
        </p:nvSpPr>
        <p:spPr>
          <a:xfrm>
            <a:off x="6991350" y="3956744"/>
            <a:ext cx="3228975" cy="173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Cho phép tải lại các file gốc đã upload thành công.</a:t>
            </a:r>
            <a:endParaRPr/>
          </a:p>
        </p:txBody>
      </p:sp>
      <p:pic>
        <p:nvPicPr>
          <p:cNvPr id="52" name="Google Shape;203;p16" descr="image.png">
            <a:extLst>
              <a:ext uri="{FF2B5EF4-FFF2-40B4-BE49-F238E27FC236}">
                <a16:creationId xmlns:a16="http://schemas.microsoft.com/office/drawing/2014/main" id="{6838539F-EFE8-4200-B2E9-F2DF0558FB0C}"/>
              </a:ext>
            </a:extLst>
          </p:cNvPr>
          <p:cNvPicPr preferRelativeResize="0"/>
          <p:nvPr/>
        </p:nvPicPr>
        <p:blipFill rotWithShape="1">
          <a:blip r:embed="rId26">
            <a:alphaModFix/>
          </a:blip>
          <a:srcRect/>
          <a:stretch/>
        </p:blipFill>
        <p:spPr>
          <a:xfrm>
            <a:off x="6629400" y="4587180"/>
            <a:ext cx="1524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53" name="Google Shape;204;p16">
            <a:extLst>
              <a:ext uri="{FF2B5EF4-FFF2-40B4-BE49-F238E27FC236}">
                <a16:creationId xmlns:a16="http://schemas.microsoft.com/office/drawing/2014/main" id="{249E59D6-0B89-45D2-ACC0-5E7F7E914472}"/>
              </a:ext>
            </a:extLst>
          </p:cNvPr>
          <p:cNvSpPr txBox="1"/>
          <p:nvPr/>
        </p:nvSpPr>
        <p:spPr>
          <a:xfrm>
            <a:off x="6991350" y="4491930"/>
            <a:ext cx="3580447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9. Email notification</a:t>
            </a:r>
            <a:endParaRPr/>
          </a:p>
        </p:txBody>
      </p:sp>
      <p:sp>
        <p:nvSpPr>
          <p:cNvPr id="54" name="Google Shape;205;p16">
            <a:extLst>
              <a:ext uri="{FF2B5EF4-FFF2-40B4-BE49-F238E27FC236}">
                <a16:creationId xmlns:a16="http://schemas.microsoft.com/office/drawing/2014/main" id="{00BA6A1D-313F-4959-8839-4CA6DC7A3416}"/>
              </a:ext>
            </a:extLst>
          </p:cNvPr>
          <p:cNvSpPr txBox="1"/>
          <p:nvPr/>
        </p:nvSpPr>
        <p:spPr>
          <a:xfrm>
            <a:off x="6991350" y="4711005"/>
            <a:ext cx="3409950" cy="173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Gửi email thông báo kết quả (Success/Fail/Cancelled).</a:t>
            </a:r>
            <a:endParaRPr/>
          </a:p>
        </p:txBody>
      </p:sp>
      <p:pic>
        <p:nvPicPr>
          <p:cNvPr id="55" name="Google Shape;206;p16" descr="image.png">
            <a:extLst>
              <a:ext uri="{FF2B5EF4-FFF2-40B4-BE49-F238E27FC236}">
                <a16:creationId xmlns:a16="http://schemas.microsoft.com/office/drawing/2014/main" id="{52A3E28F-2B26-4DAC-BE1B-464D793806BC}"/>
              </a:ext>
            </a:extLst>
          </p:cNvPr>
          <p:cNvPicPr preferRelativeResize="0"/>
          <p:nvPr/>
        </p:nvPicPr>
        <p:blipFill rotWithShape="1">
          <a:blip r:embed="rId27">
            <a:alphaModFix/>
          </a:blip>
          <a:srcRect/>
          <a:stretch/>
        </p:blipFill>
        <p:spPr>
          <a:xfrm>
            <a:off x="6610350" y="5341441"/>
            <a:ext cx="19050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207;p16">
            <a:extLst>
              <a:ext uri="{FF2B5EF4-FFF2-40B4-BE49-F238E27FC236}">
                <a16:creationId xmlns:a16="http://schemas.microsoft.com/office/drawing/2014/main" id="{95874BC2-5140-487E-9F2C-E8800D5F1CE7}"/>
              </a:ext>
            </a:extLst>
          </p:cNvPr>
          <p:cNvSpPr txBox="1"/>
          <p:nvPr/>
        </p:nvSpPr>
        <p:spPr>
          <a:xfrm>
            <a:off x="6991350" y="5246191"/>
            <a:ext cx="4050506" cy="1809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Roboto"/>
                <a:ea typeface="Roboto"/>
                <a:cs typeface="Roboto"/>
                <a:sym typeface="Roboto"/>
              </a:rPr>
              <a:t>10. Quản trị hệ thống</a:t>
            </a:r>
            <a:endParaRPr/>
          </a:p>
        </p:txBody>
      </p:sp>
      <p:sp>
        <p:nvSpPr>
          <p:cNvPr id="57" name="Google Shape;208;p16">
            <a:extLst>
              <a:ext uri="{FF2B5EF4-FFF2-40B4-BE49-F238E27FC236}">
                <a16:creationId xmlns:a16="http://schemas.microsoft.com/office/drawing/2014/main" id="{E0DD319B-2472-4CAB-BC9C-3EC35EFDEA83}"/>
              </a:ext>
            </a:extLst>
          </p:cNvPr>
          <p:cNvSpPr txBox="1"/>
          <p:nvPr/>
        </p:nvSpPr>
        <p:spPr>
          <a:xfrm>
            <a:off x="6991350" y="5465266"/>
            <a:ext cx="3857625" cy="1732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2990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 b="0" i="0" u="none" strike="noStrike" cap="none">
                <a:solidFill>
                  <a:srgbClr val="64748B"/>
                </a:solidFill>
                <a:latin typeface="Open Sans"/>
                <a:ea typeface="Open Sans"/>
                <a:cs typeface="Open Sans"/>
                <a:sym typeface="Open Sans"/>
              </a:rPr>
              <a:t>Quản lý người dùng, Dataset, Schema và Data Quality Rules.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8609960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4E86EA-095E-F12B-F0A3-8F08ABD162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0EF18902-36AD-E669-9464-805287DA01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 dirty="0" err="1">
                <a:latin typeface="+mn-lt"/>
                <a:cs typeface="Times New Roman" panose="02020603050405020304" pitchFamily="18" charset="0"/>
              </a:rPr>
              <a:t>Yêu</a:t>
            </a:r>
            <a:r>
              <a:rPr lang="en-AU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dirty="0" err="1">
                <a:latin typeface="+mn-lt"/>
                <a:cs typeface="Times New Roman" panose="02020603050405020304" pitchFamily="18" charset="0"/>
              </a:rPr>
              <a:t>cầu</a:t>
            </a:r>
            <a:r>
              <a:rPr lang="en-AU" dirty="0">
                <a:latin typeface="+mn-lt"/>
                <a:cs typeface="Times New Roman" panose="02020603050405020304" pitchFamily="18" charset="0"/>
              </a:rPr>
              <a:t> phi </a:t>
            </a:r>
            <a:r>
              <a:rPr lang="en-AU" dirty="0" err="1">
                <a:latin typeface="+mn-lt"/>
                <a:cs typeface="Times New Roman" panose="02020603050405020304" pitchFamily="18" charset="0"/>
              </a:rPr>
              <a:t>ch</a:t>
            </a:r>
            <a:r>
              <a:rPr lang="en-US" dirty="0" err="1">
                <a:latin typeface="+mn-lt"/>
                <a:cs typeface="Times New Roman" panose="02020603050405020304" pitchFamily="18" charset="0"/>
              </a:rPr>
              <a:t>ức</a:t>
            </a:r>
            <a:r>
              <a:rPr lang="en-US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+mn-lt"/>
                <a:cs typeface="Times New Roman" panose="02020603050405020304" pitchFamily="18" charset="0"/>
              </a:rPr>
              <a:t>năng</a:t>
            </a:r>
            <a:endParaRPr lang="en-AU" sz="3200" dirty="0">
              <a:solidFill>
                <a:schemeClr val="accent5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468C503-2346-4ADE-C4E0-9D0B7F638A4D}"/>
              </a:ext>
            </a:extLst>
          </p:cNvPr>
          <p:cNvSpPr/>
          <p:nvPr/>
        </p:nvSpPr>
        <p:spPr>
          <a:xfrm>
            <a:off x="527456" y="723538"/>
            <a:ext cx="1049271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oogle Shape;216;p17" descr="image.png">
            <a:extLst>
              <a:ext uri="{FF2B5EF4-FFF2-40B4-BE49-F238E27FC236}">
                <a16:creationId xmlns:a16="http://schemas.microsoft.com/office/drawing/2014/main" id="{2D78672A-F5C6-41F7-A16C-D8930FECE87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038225"/>
            <a:ext cx="5429250" cy="130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7" name="Google Shape;217;p17" descr="image.png">
            <a:extLst>
              <a:ext uri="{FF2B5EF4-FFF2-40B4-BE49-F238E27FC236}">
                <a16:creationId xmlns:a16="http://schemas.microsoft.com/office/drawing/2014/main" id="{C8B84F3B-24C8-44ED-824D-AAC91057E5F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1250" y="1038225"/>
            <a:ext cx="5429250" cy="130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218;p17" descr="image.png">
            <a:extLst>
              <a:ext uri="{FF2B5EF4-FFF2-40B4-BE49-F238E27FC236}">
                <a16:creationId xmlns:a16="http://schemas.microsoft.com/office/drawing/2014/main" id="{BC51009F-90A6-4790-AAB8-F86EDCCA86F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533650"/>
            <a:ext cx="5429250" cy="130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219;p17" descr="image.png">
            <a:extLst>
              <a:ext uri="{FF2B5EF4-FFF2-40B4-BE49-F238E27FC236}">
                <a16:creationId xmlns:a16="http://schemas.microsoft.com/office/drawing/2014/main" id="{1A570F25-13E7-40F2-A07B-FB61E0B7F0A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1250" y="2533650"/>
            <a:ext cx="5429250" cy="130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220;p17" descr="image.png">
            <a:extLst>
              <a:ext uri="{FF2B5EF4-FFF2-40B4-BE49-F238E27FC236}">
                <a16:creationId xmlns:a16="http://schemas.microsoft.com/office/drawing/2014/main" id="{3043DF3C-C947-4A68-B6C8-9A9E1503C4B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571500" y="4029075"/>
            <a:ext cx="5429250" cy="130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" name="Google Shape;221;p17" descr="image.png">
            <a:extLst>
              <a:ext uri="{FF2B5EF4-FFF2-40B4-BE49-F238E27FC236}">
                <a16:creationId xmlns:a16="http://schemas.microsoft.com/office/drawing/2014/main" id="{FB19F350-B36B-4B35-B9F4-641C242186E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1250" y="4029075"/>
            <a:ext cx="5429250" cy="130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222;p17" descr="image.png">
            <a:extLst>
              <a:ext uri="{FF2B5EF4-FFF2-40B4-BE49-F238E27FC236}">
                <a16:creationId xmlns:a16="http://schemas.microsoft.com/office/drawing/2014/main" id="{A247B372-ACDE-4EA8-B4A3-DF1F2AFE7C9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5524500"/>
            <a:ext cx="5429250" cy="13049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" name="Google Shape;223;p17" descr="image.png">
            <a:extLst>
              <a:ext uri="{FF2B5EF4-FFF2-40B4-BE49-F238E27FC236}">
                <a16:creationId xmlns:a16="http://schemas.microsoft.com/office/drawing/2014/main" id="{0436A814-7CA8-446A-82B2-5F701000AFF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191250" y="5524500"/>
            <a:ext cx="5429250" cy="1304925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224;p17">
            <a:extLst>
              <a:ext uri="{FF2B5EF4-FFF2-40B4-BE49-F238E27FC236}">
                <a16:creationId xmlns:a16="http://schemas.microsoft.com/office/drawing/2014/main" id="{BB1B437D-BD33-4CD7-AB74-CB7880362400}"/>
              </a:ext>
            </a:extLst>
          </p:cNvPr>
          <p:cNvSpPr txBox="1"/>
          <p:nvPr/>
        </p:nvSpPr>
        <p:spPr>
          <a:xfrm>
            <a:off x="723900" y="1562100"/>
            <a:ext cx="5124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5088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3 Tháng</a:t>
            </a:r>
            <a:endParaRPr/>
          </a:p>
        </p:txBody>
      </p:sp>
      <p:pic>
        <p:nvPicPr>
          <p:cNvPr id="16" name="Google Shape;225;p17" descr="image.png">
            <a:extLst>
              <a:ext uri="{FF2B5EF4-FFF2-40B4-BE49-F238E27FC236}">
                <a16:creationId xmlns:a16="http://schemas.microsoft.com/office/drawing/2014/main" id="{772400C8-255C-4767-9299-557843655DCE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23900" y="1943100"/>
            <a:ext cx="1371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Google Shape;226;p17">
            <a:extLst>
              <a:ext uri="{FF2B5EF4-FFF2-40B4-BE49-F238E27FC236}">
                <a16:creationId xmlns:a16="http://schemas.microsoft.com/office/drawing/2014/main" id="{D19C0F93-BD80-4CC8-B419-A662E83260E2}"/>
              </a:ext>
            </a:extLst>
          </p:cNvPr>
          <p:cNvSpPr txBox="1"/>
          <p:nvPr/>
        </p:nvSpPr>
        <p:spPr>
          <a:xfrm>
            <a:off x="6343650" y="1562100"/>
            <a:ext cx="5124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5088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XML, CSV, Excel, Parquet</a:t>
            </a:r>
            <a:endParaRPr/>
          </a:p>
        </p:txBody>
      </p:sp>
      <p:pic>
        <p:nvPicPr>
          <p:cNvPr id="18" name="Google Shape;227;p17" descr="image.png">
            <a:extLst>
              <a:ext uri="{FF2B5EF4-FFF2-40B4-BE49-F238E27FC236}">
                <a16:creationId xmlns:a16="http://schemas.microsoft.com/office/drawing/2014/main" id="{F8590895-3BCC-4857-BAB5-36A5A4D6191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343650" y="1943100"/>
            <a:ext cx="20193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228;p17">
            <a:extLst>
              <a:ext uri="{FF2B5EF4-FFF2-40B4-BE49-F238E27FC236}">
                <a16:creationId xmlns:a16="http://schemas.microsoft.com/office/drawing/2014/main" id="{59C35B78-2942-4FF2-B8AC-314BB8B40770}"/>
              </a:ext>
            </a:extLst>
          </p:cNvPr>
          <p:cNvSpPr txBox="1"/>
          <p:nvPr/>
        </p:nvSpPr>
        <p:spPr>
          <a:xfrm>
            <a:off x="723900" y="3057525"/>
            <a:ext cx="5124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5088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5 GB / lần upload</a:t>
            </a:r>
            <a:endParaRPr/>
          </a:p>
        </p:txBody>
      </p:sp>
      <p:pic>
        <p:nvPicPr>
          <p:cNvPr id="20" name="Google Shape;229;p17" descr="image.png">
            <a:extLst>
              <a:ext uri="{FF2B5EF4-FFF2-40B4-BE49-F238E27FC236}">
                <a16:creationId xmlns:a16="http://schemas.microsoft.com/office/drawing/2014/main" id="{60912959-B57E-42E0-86CC-A80D1BF256CA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723900" y="3438525"/>
            <a:ext cx="19050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1" name="Google Shape;230;p17">
            <a:extLst>
              <a:ext uri="{FF2B5EF4-FFF2-40B4-BE49-F238E27FC236}">
                <a16:creationId xmlns:a16="http://schemas.microsoft.com/office/drawing/2014/main" id="{DD1BDF32-A9D1-430D-A072-D765BCB6F637}"/>
              </a:ext>
            </a:extLst>
          </p:cNvPr>
          <p:cNvSpPr txBox="1"/>
          <p:nvPr/>
        </p:nvSpPr>
        <p:spPr>
          <a:xfrm>
            <a:off x="6343650" y="3057525"/>
            <a:ext cx="5124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5088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100GB/ngày | 5 req/phút</a:t>
            </a:r>
            <a:endParaRPr/>
          </a:p>
        </p:txBody>
      </p:sp>
      <p:pic>
        <p:nvPicPr>
          <p:cNvPr id="22" name="Google Shape;231;p17" descr="image.png">
            <a:extLst>
              <a:ext uri="{FF2B5EF4-FFF2-40B4-BE49-F238E27FC236}">
                <a16:creationId xmlns:a16="http://schemas.microsoft.com/office/drawing/2014/main" id="{B9062F7C-9EF1-4C50-B677-1A39CFDBC001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343650" y="3438525"/>
            <a:ext cx="17430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3" name="Google Shape;232;p17">
            <a:extLst>
              <a:ext uri="{FF2B5EF4-FFF2-40B4-BE49-F238E27FC236}">
                <a16:creationId xmlns:a16="http://schemas.microsoft.com/office/drawing/2014/main" id="{2167EE31-0437-437F-985C-B7AFB9C9DBFC}"/>
              </a:ext>
            </a:extLst>
          </p:cNvPr>
          <p:cNvSpPr txBox="1"/>
          <p:nvPr/>
        </p:nvSpPr>
        <p:spPr>
          <a:xfrm>
            <a:off x="723900" y="4552950"/>
            <a:ext cx="5124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5088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Hỗ trợ</a:t>
            </a:r>
            <a:endParaRPr/>
          </a:p>
        </p:txBody>
      </p:sp>
      <p:pic>
        <p:nvPicPr>
          <p:cNvPr id="24" name="Google Shape;233;p17" descr="image.png">
            <a:extLst>
              <a:ext uri="{FF2B5EF4-FFF2-40B4-BE49-F238E27FC236}">
                <a16:creationId xmlns:a16="http://schemas.microsoft.com/office/drawing/2014/main" id="{A193C247-5F2F-47B7-881B-8E0156135C1F}"/>
              </a:ext>
            </a:extLst>
          </p:cNvPr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723900" y="4933950"/>
            <a:ext cx="19050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34;p17">
            <a:extLst>
              <a:ext uri="{FF2B5EF4-FFF2-40B4-BE49-F238E27FC236}">
                <a16:creationId xmlns:a16="http://schemas.microsoft.com/office/drawing/2014/main" id="{4CF169CA-3960-4520-8517-AF5F2333D4AE}"/>
              </a:ext>
            </a:extLst>
          </p:cNvPr>
          <p:cNvSpPr txBox="1"/>
          <p:nvPr/>
        </p:nvSpPr>
        <p:spPr>
          <a:xfrm>
            <a:off x="6343650" y="4552950"/>
            <a:ext cx="5124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5088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Ghi log toàn bộ tác vụ</a:t>
            </a:r>
            <a:endParaRPr/>
          </a:p>
        </p:txBody>
      </p:sp>
      <p:pic>
        <p:nvPicPr>
          <p:cNvPr id="26" name="Google Shape;235;p17" descr="image.png">
            <a:extLst>
              <a:ext uri="{FF2B5EF4-FFF2-40B4-BE49-F238E27FC236}">
                <a16:creationId xmlns:a16="http://schemas.microsoft.com/office/drawing/2014/main" id="{50917A22-CE16-4310-862A-B34A9A0F6959}"/>
              </a:ext>
            </a:extLst>
          </p:cNvPr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6343650" y="4933950"/>
            <a:ext cx="202882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236;p17">
            <a:extLst>
              <a:ext uri="{FF2B5EF4-FFF2-40B4-BE49-F238E27FC236}">
                <a16:creationId xmlns:a16="http://schemas.microsoft.com/office/drawing/2014/main" id="{7DD978FA-C4E3-44DB-A996-02C6F37B67EA}"/>
              </a:ext>
            </a:extLst>
          </p:cNvPr>
          <p:cNvSpPr txBox="1"/>
          <p:nvPr/>
        </p:nvSpPr>
        <p:spPr>
          <a:xfrm>
            <a:off x="723900" y="6048375"/>
            <a:ext cx="5124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5088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Trường thông tin nhạy cảm</a:t>
            </a:r>
            <a:endParaRPr/>
          </a:p>
        </p:txBody>
      </p:sp>
      <p:pic>
        <p:nvPicPr>
          <p:cNvPr id="28" name="Google Shape;237;p17" descr="image.png">
            <a:extLst>
              <a:ext uri="{FF2B5EF4-FFF2-40B4-BE49-F238E27FC236}">
                <a16:creationId xmlns:a16="http://schemas.microsoft.com/office/drawing/2014/main" id="{F2267180-793E-4AAE-8DBD-CCB05A5E329E}"/>
              </a:ext>
            </a:extLst>
          </p:cNvPr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723900" y="6429375"/>
            <a:ext cx="1895475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9" name="Google Shape;238;p17">
            <a:extLst>
              <a:ext uri="{FF2B5EF4-FFF2-40B4-BE49-F238E27FC236}">
                <a16:creationId xmlns:a16="http://schemas.microsoft.com/office/drawing/2014/main" id="{F7D269D6-6DF3-4F80-94A7-5C278944BA7B}"/>
              </a:ext>
            </a:extLst>
          </p:cNvPr>
          <p:cNvSpPr txBox="1"/>
          <p:nvPr/>
        </p:nvSpPr>
        <p:spPr>
          <a:xfrm>
            <a:off x="6343650" y="6048375"/>
            <a:ext cx="5124450" cy="30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0" i="0" u="none" strike="noStrike" cap="none">
                <a:solidFill>
                  <a:srgbClr val="005088"/>
                </a:solidFill>
                <a:latin typeface="Open Sans SemiBold"/>
                <a:ea typeface="Open Sans SemiBold"/>
                <a:cs typeface="Open Sans SemiBold"/>
                <a:sym typeface="Open Sans SemiBold"/>
              </a:rPr>
              <a:t>Auto-scale</a:t>
            </a:r>
            <a:endParaRPr/>
          </a:p>
        </p:txBody>
      </p:sp>
      <p:pic>
        <p:nvPicPr>
          <p:cNvPr id="30" name="Google Shape;239;p17" descr="image.png">
            <a:extLst>
              <a:ext uri="{FF2B5EF4-FFF2-40B4-BE49-F238E27FC236}">
                <a16:creationId xmlns:a16="http://schemas.microsoft.com/office/drawing/2014/main" id="{84C0D735-39CC-44F9-9162-70F338F0ED3D}"/>
              </a:ext>
            </a:extLst>
          </p:cNvPr>
          <p:cNvPicPr preferRelativeResize="0"/>
          <p:nvPr/>
        </p:nvPicPr>
        <p:blipFill rotWithShape="1">
          <a:blip r:embed="rId13">
            <a:alphaModFix/>
          </a:blip>
          <a:srcRect/>
          <a:stretch/>
        </p:blipFill>
        <p:spPr>
          <a:xfrm>
            <a:off x="6343650" y="6429375"/>
            <a:ext cx="1371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1" name="Google Shape;240;p17" descr="image.png">
            <a:extLst>
              <a:ext uri="{FF2B5EF4-FFF2-40B4-BE49-F238E27FC236}">
                <a16:creationId xmlns:a16="http://schemas.microsoft.com/office/drawing/2014/main" id="{E81AFE92-9E8F-4B9B-B8B2-A5AA1FEA2E59}"/>
              </a:ext>
            </a:extLst>
          </p:cNvPr>
          <p:cNvPicPr preferRelativeResize="0"/>
          <p:nvPr/>
        </p:nvPicPr>
        <p:blipFill rotWithShape="1">
          <a:blip r:embed="rId14">
            <a:alphaModFix/>
          </a:blip>
          <a:srcRect/>
          <a:stretch/>
        </p:blipFill>
        <p:spPr>
          <a:xfrm>
            <a:off x="723900" y="1209675"/>
            <a:ext cx="1524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2" name="Google Shape;241;p17">
            <a:extLst>
              <a:ext uri="{FF2B5EF4-FFF2-40B4-BE49-F238E27FC236}">
                <a16:creationId xmlns:a16="http://schemas.microsoft.com/office/drawing/2014/main" id="{9282B1D4-65B7-4BE2-A55C-A2A6E1042BD1}"/>
              </a:ext>
            </a:extLst>
          </p:cNvPr>
          <p:cNvSpPr txBox="1"/>
          <p:nvPr/>
        </p:nvSpPr>
        <p:spPr>
          <a:xfrm>
            <a:off x="971550" y="1190625"/>
            <a:ext cx="930116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Lưu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200" b="1" i="0" u="none" strike="noStrike" cap="none" dirty="0" err="1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trữ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 files</a:t>
            </a:r>
            <a:endParaRPr dirty="0"/>
          </a:p>
        </p:txBody>
      </p:sp>
      <p:pic>
        <p:nvPicPr>
          <p:cNvPr id="33" name="Google Shape;242;p17" descr="image.png">
            <a:extLst>
              <a:ext uri="{FF2B5EF4-FFF2-40B4-BE49-F238E27FC236}">
                <a16:creationId xmlns:a16="http://schemas.microsoft.com/office/drawing/2014/main" id="{0856028F-950D-4D3D-A71F-C7DBA0F9A37C}"/>
              </a:ext>
            </a:extLst>
          </p:cNvPr>
          <p:cNvPicPr preferRelativeResize="0"/>
          <p:nvPr/>
        </p:nvPicPr>
        <p:blipFill rotWithShape="1">
          <a:blip r:embed="rId15">
            <a:alphaModFix/>
          </a:blip>
          <a:srcRect/>
          <a:stretch/>
        </p:blipFill>
        <p:spPr>
          <a:xfrm>
            <a:off x="6343650" y="1209675"/>
            <a:ext cx="1333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243;p17">
            <a:extLst>
              <a:ext uri="{FF2B5EF4-FFF2-40B4-BE49-F238E27FC236}">
                <a16:creationId xmlns:a16="http://schemas.microsoft.com/office/drawing/2014/main" id="{9642EC40-6F2D-48B1-80CC-68353221BC76}"/>
              </a:ext>
            </a:extLst>
          </p:cNvPr>
          <p:cNvSpPr txBox="1"/>
          <p:nvPr/>
        </p:nvSpPr>
        <p:spPr>
          <a:xfrm>
            <a:off x="6572250" y="1190625"/>
            <a:ext cx="1110138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Kiểu file hỗ trợ</a:t>
            </a:r>
            <a:endParaRPr/>
          </a:p>
        </p:txBody>
      </p:sp>
      <p:pic>
        <p:nvPicPr>
          <p:cNvPr id="35" name="Google Shape;244;p17" descr="image.png">
            <a:extLst>
              <a:ext uri="{FF2B5EF4-FFF2-40B4-BE49-F238E27FC236}">
                <a16:creationId xmlns:a16="http://schemas.microsoft.com/office/drawing/2014/main" id="{B904E90A-4069-4FBE-9A7F-2433984BC934}"/>
              </a:ext>
            </a:extLst>
          </p:cNvPr>
          <p:cNvPicPr preferRelativeResize="0"/>
          <p:nvPr/>
        </p:nvPicPr>
        <p:blipFill rotWithShape="1">
          <a:blip r:embed="rId16">
            <a:alphaModFix/>
          </a:blip>
          <a:srcRect/>
          <a:stretch/>
        </p:blipFill>
        <p:spPr>
          <a:xfrm>
            <a:off x="723900" y="2705100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6" name="Google Shape;245;p17">
            <a:extLst>
              <a:ext uri="{FF2B5EF4-FFF2-40B4-BE49-F238E27FC236}">
                <a16:creationId xmlns:a16="http://schemas.microsoft.com/office/drawing/2014/main" id="{87C5FB6E-12D9-4085-8A38-9C3566B53566}"/>
              </a:ext>
            </a:extLst>
          </p:cNvPr>
          <p:cNvSpPr txBox="1"/>
          <p:nvPr/>
        </p:nvSpPr>
        <p:spPr>
          <a:xfrm>
            <a:off x="990600" y="2686050"/>
            <a:ext cx="136017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Dung lượng tối đa</a:t>
            </a:r>
            <a:endParaRPr/>
          </a:p>
        </p:txBody>
      </p:sp>
      <p:pic>
        <p:nvPicPr>
          <p:cNvPr id="37" name="Google Shape;246;p17" descr="image.png">
            <a:extLst>
              <a:ext uri="{FF2B5EF4-FFF2-40B4-BE49-F238E27FC236}">
                <a16:creationId xmlns:a16="http://schemas.microsoft.com/office/drawing/2014/main" id="{6E4E0E2E-0E38-4AB4-8D78-EF9518916D8B}"/>
              </a:ext>
            </a:extLst>
          </p:cNvPr>
          <p:cNvPicPr preferRelativeResize="0"/>
          <p:nvPr/>
        </p:nvPicPr>
        <p:blipFill rotWithShape="1">
          <a:blip r:embed="rId17">
            <a:alphaModFix/>
          </a:blip>
          <a:srcRect/>
          <a:stretch/>
        </p:blipFill>
        <p:spPr>
          <a:xfrm>
            <a:off x="6343650" y="2705100"/>
            <a:ext cx="1714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38" name="Google Shape;247;p17">
            <a:extLst>
              <a:ext uri="{FF2B5EF4-FFF2-40B4-BE49-F238E27FC236}">
                <a16:creationId xmlns:a16="http://schemas.microsoft.com/office/drawing/2014/main" id="{8C19E3BE-BAB4-48A6-B909-3EBCEC3E847A}"/>
              </a:ext>
            </a:extLst>
          </p:cNvPr>
          <p:cNvSpPr txBox="1"/>
          <p:nvPr/>
        </p:nvSpPr>
        <p:spPr>
          <a:xfrm>
            <a:off x="6610350" y="2686050"/>
            <a:ext cx="144018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Quota &amp; Rate Limit</a:t>
            </a:r>
            <a:endParaRPr/>
          </a:p>
        </p:txBody>
      </p:sp>
      <p:pic>
        <p:nvPicPr>
          <p:cNvPr id="39" name="Google Shape;248;p17" descr="image.png">
            <a:extLst>
              <a:ext uri="{FF2B5EF4-FFF2-40B4-BE49-F238E27FC236}">
                <a16:creationId xmlns:a16="http://schemas.microsoft.com/office/drawing/2014/main" id="{E0109177-6BB0-475C-9291-BFF514E26CC3}"/>
              </a:ext>
            </a:extLst>
          </p:cNvPr>
          <p:cNvPicPr preferRelativeResize="0"/>
          <p:nvPr/>
        </p:nvPicPr>
        <p:blipFill rotWithShape="1">
          <a:blip r:embed="rId18">
            <a:alphaModFix/>
          </a:blip>
          <a:srcRect/>
          <a:stretch/>
        </p:blipFill>
        <p:spPr>
          <a:xfrm>
            <a:off x="723900" y="4200525"/>
            <a:ext cx="104775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249;p17">
            <a:extLst>
              <a:ext uri="{FF2B5EF4-FFF2-40B4-BE49-F238E27FC236}">
                <a16:creationId xmlns:a16="http://schemas.microsoft.com/office/drawing/2014/main" id="{B532D1E6-9483-499E-A445-CCEADEF57E94}"/>
              </a:ext>
            </a:extLst>
          </p:cNvPr>
          <p:cNvSpPr txBox="1"/>
          <p:nvPr/>
        </p:nvSpPr>
        <p:spPr>
          <a:xfrm>
            <a:off x="923925" y="4181475"/>
            <a:ext cx="1200150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Resume Upload</a:t>
            </a:r>
            <a:endParaRPr/>
          </a:p>
        </p:txBody>
      </p:sp>
      <p:pic>
        <p:nvPicPr>
          <p:cNvPr id="41" name="Google Shape;250;p17" descr="image.png">
            <a:extLst>
              <a:ext uri="{FF2B5EF4-FFF2-40B4-BE49-F238E27FC236}">
                <a16:creationId xmlns:a16="http://schemas.microsoft.com/office/drawing/2014/main" id="{5E14B4D6-4A71-4164-B216-3F38369A9CBD}"/>
              </a:ext>
            </a:extLst>
          </p:cNvPr>
          <p:cNvPicPr preferRelativeResize="0"/>
          <p:nvPr/>
        </p:nvPicPr>
        <p:blipFill rotWithShape="1">
          <a:blip r:embed="rId19">
            <a:alphaModFix/>
          </a:blip>
          <a:srcRect/>
          <a:stretch/>
        </p:blipFill>
        <p:spPr>
          <a:xfrm>
            <a:off x="6343650" y="4200525"/>
            <a:ext cx="13335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2" name="Google Shape;251;p17">
            <a:extLst>
              <a:ext uri="{FF2B5EF4-FFF2-40B4-BE49-F238E27FC236}">
                <a16:creationId xmlns:a16="http://schemas.microsoft.com/office/drawing/2014/main" id="{A5BF30ED-904D-4242-8F1A-15DF3807893D}"/>
              </a:ext>
            </a:extLst>
          </p:cNvPr>
          <p:cNvSpPr txBox="1"/>
          <p:nvPr/>
        </p:nvSpPr>
        <p:spPr>
          <a:xfrm>
            <a:off x="6572250" y="4181475"/>
            <a:ext cx="810101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Audit Logs</a:t>
            </a:r>
            <a:endParaRPr/>
          </a:p>
        </p:txBody>
      </p:sp>
      <p:pic>
        <p:nvPicPr>
          <p:cNvPr id="43" name="Google Shape;252;p17" descr="image.png">
            <a:extLst>
              <a:ext uri="{FF2B5EF4-FFF2-40B4-BE49-F238E27FC236}">
                <a16:creationId xmlns:a16="http://schemas.microsoft.com/office/drawing/2014/main" id="{1915303D-4D93-4189-A09E-46614AC49682}"/>
              </a:ext>
            </a:extLst>
          </p:cNvPr>
          <p:cNvPicPr preferRelativeResize="0"/>
          <p:nvPr/>
        </p:nvPicPr>
        <p:blipFill rotWithShape="1">
          <a:blip r:embed="rId20">
            <a:alphaModFix/>
          </a:blip>
          <a:srcRect/>
          <a:stretch/>
        </p:blipFill>
        <p:spPr>
          <a:xfrm>
            <a:off x="723900" y="5695950"/>
            <a:ext cx="1524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253;p17">
            <a:extLst>
              <a:ext uri="{FF2B5EF4-FFF2-40B4-BE49-F238E27FC236}">
                <a16:creationId xmlns:a16="http://schemas.microsoft.com/office/drawing/2014/main" id="{267DC7A1-451C-429F-8BE6-3CC9796472D4}"/>
              </a:ext>
            </a:extLst>
          </p:cNvPr>
          <p:cNvSpPr txBox="1"/>
          <p:nvPr/>
        </p:nvSpPr>
        <p:spPr>
          <a:xfrm>
            <a:off x="971550" y="5676900"/>
            <a:ext cx="1130141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Mã hóa dữ liệu</a:t>
            </a:r>
            <a:endParaRPr/>
          </a:p>
        </p:txBody>
      </p:sp>
      <p:pic>
        <p:nvPicPr>
          <p:cNvPr id="45" name="Google Shape;254;p17" descr="image.png">
            <a:extLst>
              <a:ext uri="{FF2B5EF4-FFF2-40B4-BE49-F238E27FC236}">
                <a16:creationId xmlns:a16="http://schemas.microsoft.com/office/drawing/2014/main" id="{F578ED04-A306-4A92-BEDB-B77C577A00D7}"/>
              </a:ext>
            </a:extLst>
          </p:cNvPr>
          <p:cNvPicPr preferRelativeResize="0"/>
          <p:nvPr/>
        </p:nvPicPr>
        <p:blipFill rotWithShape="1">
          <a:blip r:embed="rId21">
            <a:alphaModFix/>
          </a:blip>
          <a:srcRect/>
          <a:stretch/>
        </p:blipFill>
        <p:spPr>
          <a:xfrm>
            <a:off x="6343650" y="5695950"/>
            <a:ext cx="152400" cy="171450"/>
          </a:xfrm>
          <a:prstGeom prst="rect">
            <a:avLst/>
          </a:prstGeom>
          <a:noFill/>
          <a:ln>
            <a:noFill/>
          </a:ln>
        </p:spPr>
      </p:pic>
      <p:sp>
        <p:nvSpPr>
          <p:cNvPr id="46" name="Google Shape;255;p17">
            <a:extLst>
              <a:ext uri="{FF2B5EF4-FFF2-40B4-BE49-F238E27FC236}">
                <a16:creationId xmlns:a16="http://schemas.microsoft.com/office/drawing/2014/main" id="{4C86FBCA-14D6-4600-80E6-7E864503636D}"/>
              </a:ext>
            </a:extLst>
          </p:cNvPr>
          <p:cNvSpPr txBox="1"/>
          <p:nvPr/>
        </p:nvSpPr>
        <p:spPr>
          <a:xfrm>
            <a:off x="6591300" y="5676900"/>
            <a:ext cx="1400175" cy="2095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Khả năng mở rộng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226218013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522AFC0-1AF4-7DC1-9E2B-9104AAA9B4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5B3F39FA-81C5-0CF6-B6CE-E21B2F502E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914400"/>
          </a:xfrm>
          <a:ln>
            <a:noFill/>
          </a:ln>
        </p:spPr>
        <p:txBody>
          <a:bodyPr>
            <a:normAutofit/>
          </a:bodyPr>
          <a:lstStyle/>
          <a:p>
            <a:pPr>
              <a:tabLst>
                <a:tab pos="228600" algn="l"/>
              </a:tabLst>
            </a:pPr>
            <a:r>
              <a:rPr lang="en-AU" sz="3200">
                <a:latin typeface="+mn-lt"/>
                <a:cs typeface="Times New Roman" panose="02020603050405020304" pitchFamily="18" charset="0"/>
              </a:rPr>
              <a:t>Biz Cap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45679A0-EE1F-B77B-DA68-936E3F62330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EBD5762-3BDC-484D-9503-7EA6D5A9A8CE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06D86E-6831-47C6-DD72-4D753C2F3A10}"/>
              </a:ext>
            </a:extLst>
          </p:cNvPr>
          <p:cNvSpPr/>
          <p:nvPr/>
        </p:nvSpPr>
        <p:spPr>
          <a:xfrm>
            <a:off x="596199" y="933812"/>
            <a:ext cx="1049271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grpSp>
        <p:nvGrpSpPr>
          <p:cNvPr id="36" name="Google Shape;807;p104">
            <a:extLst>
              <a:ext uri="{FF2B5EF4-FFF2-40B4-BE49-F238E27FC236}">
                <a16:creationId xmlns:a16="http://schemas.microsoft.com/office/drawing/2014/main" id="{4B5BB798-52DC-B863-E1D5-B54D58C54454}"/>
              </a:ext>
            </a:extLst>
          </p:cNvPr>
          <p:cNvGrpSpPr/>
          <p:nvPr/>
        </p:nvGrpSpPr>
        <p:grpSpPr>
          <a:xfrm>
            <a:off x="9251808" y="2540443"/>
            <a:ext cx="908004" cy="902639"/>
            <a:chOff x="5483226" y="5110164"/>
            <a:chExt cx="260350" cy="258763"/>
          </a:xfrm>
        </p:grpSpPr>
        <p:sp>
          <p:nvSpPr>
            <p:cNvPr id="37" name="Google Shape;808;p104">
              <a:extLst>
                <a:ext uri="{FF2B5EF4-FFF2-40B4-BE49-F238E27FC236}">
                  <a16:creationId xmlns:a16="http://schemas.microsoft.com/office/drawing/2014/main" id="{D7214A92-56CE-1676-C52D-7575390BC19A}"/>
                </a:ext>
              </a:extLst>
            </p:cNvPr>
            <p:cNvSpPr/>
            <p:nvPr/>
          </p:nvSpPr>
          <p:spPr>
            <a:xfrm>
              <a:off x="5522913" y="5275264"/>
              <a:ext cx="82550" cy="93663"/>
            </a:xfrm>
            <a:custGeom>
              <a:avLst/>
              <a:gdLst/>
              <a:ahLst/>
              <a:cxnLst/>
              <a:rect l="l" t="t" r="r" b="b"/>
              <a:pathLst>
                <a:path w="92" h="104" extrusionOk="0">
                  <a:moveTo>
                    <a:pt x="0" y="0"/>
                  </a:moveTo>
                  <a:cubicBezTo>
                    <a:pt x="18" y="24"/>
                    <a:pt x="18" y="24"/>
                    <a:pt x="18" y="24"/>
                  </a:cubicBezTo>
                  <a:cubicBezTo>
                    <a:pt x="18" y="89"/>
                    <a:pt x="18" y="89"/>
                    <a:pt x="18" y="89"/>
                  </a:cubicBezTo>
                  <a:cubicBezTo>
                    <a:pt x="18" y="97"/>
                    <a:pt x="25" y="104"/>
                    <a:pt x="33" y="104"/>
                  </a:cubicBezTo>
                  <a:cubicBezTo>
                    <a:pt x="76" y="104"/>
                    <a:pt x="76" y="104"/>
                    <a:pt x="76" y="104"/>
                  </a:cubicBezTo>
                  <a:cubicBezTo>
                    <a:pt x="85" y="104"/>
                    <a:pt x="92" y="97"/>
                    <a:pt x="92" y="89"/>
                  </a:cubicBezTo>
                  <a:cubicBezTo>
                    <a:pt x="74" y="24"/>
                    <a:pt x="74" y="24"/>
                    <a:pt x="74" y="24"/>
                  </a:cubicBezTo>
                  <a:cubicBezTo>
                    <a:pt x="84" y="9"/>
                    <a:pt x="84" y="9"/>
                    <a:pt x="84" y="9"/>
                  </a:cubicBezTo>
                  <a:cubicBezTo>
                    <a:pt x="62" y="5"/>
                    <a:pt x="40" y="2"/>
                    <a:pt x="22" y="2"/>
                  </a:cubicBezTo>
                  <a:cubicBezTo>
                    <a:pt x="14" y="2"/>
                    <a:pt x="7" y="1"/>
                    <a:pt x="0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33" tIns="45700" rIns="91433" bIns="4570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1400"/>
                <a:buFontTx/>
                <a:buNone/>
                <a:tabLst/>
                <a:defRPr/>
              </a:pPr>
              <a:endParaRPr kumimoji="0" sz="2489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8" name="Google Shape;809;p104">
              <a:extLst>
                <a:ext uri="{FF2B5EF4-FFF2-40B4-BE49-F238E27FC236}">
                  <a16:creationId xmlns:a16="http://schemas.microsoft.com/office/drawing/2014/main" id="{7A607149-C00F-E322-9A16-D18F7E9F3231}"/>
                </a:ext>
              </a:extLst>
            </p:cNvPr>
            <p:cNvSpPr/>
            <p:nvPr/>
          </p:nvSpPr>
          <p:spPr>
            <a:xfrm>
              <a:off x="5564188" y="5110164"/>
              <a:ext cx="179388" cy="196850"/>
            </a:xfrm>
            <a:custGeom>
              <a:avLst/>
              <a:gdLst/>
              <a:ahLst/>
              <a:cxnLst/>
              <a:rect l="l" t="t" r="r" b="b"/>
              <a:pathLst>
                <a:path w="198" h="219" extrusionOk="0">
                  <a:moveTo>
                    <a:pt x="0" y="160"/>
                  </a:moveTo>
                  <a:cubicBezTo>
                    <a:pt x="78" y="168"/>
                    <a:pt x="185" y="207"/>
                    <a:pt x="198" y="219"/>
                  </a:cubicBezTo>
                  <a:cubicBezTo>
                    <a:pt x="198" y="0"/>
                    <a:pt x="198" y="0"/>
                    <a:pt x="198" y="0"/>
                  </a:cubicBezTo>
                  <a:cubicBezTo>
                    <a:pt x="182" y="14"/>
                    <a:pt x="77" y="52"/>
                    <a:pt x="0" y="59"/>
                  </a:cubicBezTo>
                  <a:lnTo>
                    <a:pt x="0" y="160"/>
                  </a:ln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33" tIns="45700" rIns="91433" bIns="4570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1400"/>
                <a:buFontTx/>
                <a:buNone/>
                <a:tabLst/>
                <a:defRPr/>
              </a:pPr>
              <a:endParaRPr kumimoji="0" sz="2489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  <p:sp>
          <p:nvSpPr>
            <p:cNvPr id="39" name="Google Shape;810;p104">
              <a:extLst>
                <a:ext uri="{FF2B5EF4-FFF2-40B4-BE49-F238E27FC236}">
                  <a16:creationId xmlns:a16="http://schemas.microsoft.com/office/drawing/2014/main" id="{4CCD7BE1-D5B2-2C84-C4E4-71972BF6E49E}"/>
                </a:ext>
              </a:extLst>
            </p:cNvPr>
            <p:cNvSpPr/>
            <p:nvPr/>
          </p:nvSpPr>
          <p:spPr>
            <a:xfrm>
              <a:off x="5483226" y="5164139"/>
              <a:ext cx="52388" cy="88900"/>
            </a:xfrm>
            <a:custGeom>
              <a:avLst/>
              <a:gdLst/>
              <a:ahLst/>
              <a:cxnLst/>
              <a:rect l="l" t="t" r="r" b="b"/>
              <a:pathLst>
                <a:path w="57" h="98" extrusionOk="0">
                  <a:moveTo>
                    <a:pt x="57" y="98"/>
                  </a:moveTo>
                  <a:cubicBezTo>
                    <a:pt x="57" y="0"/>
                    <a:pt x="57" y="0"/>
                    <a:pt x="57" y="0"/>
                  </a:cubicBezTo>
                  <a:cubicBezTo>
                    <a:pt x="11" y="3"/>
                    <a:pt x="0" y="31"/>
                    <a:pt x="0" y="49"/>
                  </a:cubicBezTo>
                  <a:cubicBezTo>
                    <a:pt x="0" y="68"/>
                    <a:pt x="10" y="94"/>
                    <a:pt x="57" y="98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33" tIns="45700" rIns="91433" bIns="45700" anchor="t" anchorCtr="0">
              <a:noAutofit/>
            </a:bodyPr>
            <a:lstStyle/>
            <a:p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Pts val="1400"/>
                <a:buFontTx/>
                <a:buNone/>
                <a:tabLst/>
                <a:defRPr/>
              </a:pPr>
              <a:endParaRPr kumimoji="0" sz="2489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+mn-ea"/>
                <a:cs typeface="+mn-cs"/>
              </a:endParaRPr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DB4B5A9-8E16-A618-A985-250EE44F02A4}"/>
              </a:ext>
            </a:extLst>
          </p:cNvPr>
          <p:cNvSpPr txBox="1"/>
          <p:nvPr/>
        </p:nvSpPr>
        <p:spPr>
          <a:xfrm>
            <a:off x="527456" y="1366887"/>
            <a:ext cx="6702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i="1" dirty="0"/>
              <a:t>Link QLYC: </a:t>
            </a:r>
            <a:r>
              <a:rPr lang="en-US" b="1" i="1" dirty="0">
                <a:solidFill>
                  <a:sysClr val="windowText" lastClr="000000"/>
                </a:solidFill>
                <a:latin typeface="Calibri" panose="020F0502020204030204" pitchFamily="34" charset="0"/>
                <a:ea typeface="Aptos" panose="020B0004020202020204" pitchFamily="34" charset="0"/>
              </a:rPr>
              <a:t>QLYC-</a:t>
            </a:r>
            <a:endParaRPr lang="en-US" b="1" i="1" dirty="0"/>
          </a:p>
        </p:txBody>
      </p:sp>
    </p:spTree>
    <p:extLst>
      <p:ext uri="{BB962C8B-B14F-4D97-AF65-F5344CB8AC3E}">
        <p14:creationId xmlns:p14="http://schemas.microsoft.com/office/powerpoint/2010/main" val="19461654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AEA9D-35E3-4997-E95E-7B73F58BCD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27AAC702-0F5E-53E5-DE99-A7C943996F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 dirty="0" err="1">
                <a:latin typeface="+mn-lt"/>
                <a:cs typeface="Times New Roman" panose="02020603050405020304" pitchFamily="18" charset="0"/>
              </a:rPr>
              <a:t>Kế</a:t>
            </a:r>
            <a:r>
              <a:rPr lang="en-AU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dirty="0" err="1">
                <a:latin typeface="+mn-lt"/>
                <a:cs typeface="Times New Roman" panose="02020603050405020304" pitchFamily="18" charset="0"/>
              </a:rPr>
              <a:t>hoạch</a:t>
            </a:r>
            <a:r>
              <a:rPr lang="en-AU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dirty="0" err="1">
                <a:latin typeface="+mn-lt"/>
                <a:cs typeface="Times New Roman" panose="02020603050405020304" pitchFamily="18" charset="0"/>
              </a:rPr>
              <a:t>triển</a:t>
            </a:r>
            <a:r>
              <a:rPr lang="en-AU" dirty="0">
                <a:latin typeface="+mn-lt"/>
                <a:cs typeface="Times New Roman" panose="02020603050405020304" pitchFamily="18" charset="0"/>
              </a:rPr>
              <a:t> </a:t>
            </a:r>
            <a:r>
              <a:rPr lang="en-AU" dirty="0" err="1">
                <a:latin typeface="+mn-lt"/>
                <a:cs typeface="Times New Roman" panose="02020603050405020304" pitchFamily="18" charset="0"/>
              </a:rPr>
              <a:t>khai</a:t>
            </a:r>
            <a:endParaRPr lang="en-AU" sz="3200" dirty="0">
              <a:solidFill>
                <a:schemeClr val="accent5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195EA0D5-98FC-09D9-5AB1-B3CE9C1EE52E}"/>
              </a:ext>
            </a:extLst>
          </p:cNvPr>
          <p:cNvSpPr/>
          <p:nvPr/>
        </p:nvSpPr>
        <p:spPr>
          <a:xfrm>
            <a:off x="527456" y="723538"/>
            <a:ext cx="1049271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Google Shape;415;p26" descr="image.png">
            <a:extLst>
              <a:ext uri="{FF2B5EF4-FFF2-40B4-BE49-F238E27FC236}">
                <a16:creationId xmlns:a16="http://schemas.microsoft.com/office/drawing/2014/main" id="{8029A7C3-C1B6-4D3C-909E-F24006EB9E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571500" y="1243310"/>
            <a:ext cx="5238750" cy="5381029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416;p26" descr="image.png">
            <a:extLst>
              <a:ext uri="{FF2B5EF4-FFF2-40B4-BE49-F238E27FC236}">
                <a16:creationId xmlns:a16="http://schemas.microsoft.com/office/drawing/2014/main" id="{8552C500-4916-420A-9992-72DA46F4DAB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81750" y="1243310"/>
            <a:ext cx="4638421" cy="5381029"/>
          </a:xfrm>
          <a:prstGeom prst="rect">
            <a:avLst/>
          </a:prstGeom>
          <a:noFill/>
          <a:ln>
            <a:noFill/>
          </a:ln>
        </p:spPr>
      </p:pic>
      <p:pic>
        <p:nvPicPr>
          <p:cNvPr id="9" name="Google Shape;417;p26" descr="image.png">
            <a:extLst>
              <a:ext uri="{FF2B5EF4-FFF2-40B4-BE49-F238E27FC236}">
                <a16:creationId xmlns:a16="http://schemas.microsoft.com/office/drawing/2014/main" id="{13A97CAC-442F-44F8-98DC-7D344A94222E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809625" y="5929014"/>
            <a:ext cx="4762500" cy="4572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418;p26" descr="image.png">
            <a:extLst>
              <a:ext uri="{FF2B5EF4-FFF2-40B4-BE49-F238E27FC236}">
                <a16:creationId xmlns:a16="http://schemas.microsoft.com/office/drawing/2014/main" id="{18CAEC7C-2DEE-448F-A22D-90BA4BB18810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619875" y="5929014"/>
            <a:ext cx="4762500" cy="4572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419;p26">
            <a:extLst>
              <a:ext uri="{FF2B5EF4-FFF2-40B4-BE49-F238E27FC236}">
                <a16:creationId xmlns:a16="http://schemas.microsoft.com/office/drawing/2014/main" id="{9D6BFE7D-9475-426B-BA98-A2EEEDFBFB6E}"/>
              </a:ext>
            </a:extLst>
          </p:cNvPr>
          <p:cNvSpPr txBox="1"/>
          <p:nvPr/>
        </p:nvSpPr>
        <p:spPr>
          <a:xfrm>
            <a:off x="809625" y="2138660"/>
            <a:ext cx="476250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 dirty="0" err="1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Mục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200" b="1" i="0" u="none" strike="noStrike" cap="none" dirty="0" err="1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tiêu</a:t>
            </a:r>
            <a:r>
              <a:rPr lang="en-US" sz="120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: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Vận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hành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sớm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,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kiểm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200" b="0" i="0" u="none" strike="noStrike" cap="none" dirty="0" err="1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chứng</a:t>
            </a:r>
            <a:r>
              <a:rPr lang="en-US" sz="1200" b="0" i="0" u="none" strike="noStrike" cap="none" dirty="0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Microservices &amp; Event-driven.</a:t>
            </a:r>
            <a:endParaRPr dirty="0"/>
          </a:p>
        </p:txBody>
      </p:sp>
      <p:sp>
        <p:nvSpPr>
          <p:cNvPr id="13" name="Google Shape;420;p26">
            <a:extLst>
              <a:ext uri="{FF2B5EF4-FFF2-40B4-BE49-F238E27FC236}">
                <a16:creationId xmlns:a16="http://schemas.microsoft.com/office/drawing/2014/main" id="{8693C71B-5836-4891-8FDC-BC77DFBBE063}"/>
              </a:ext>
            </a:extLst>
          </p:cNvPr>
          <p:cNvSpPr txBox="1"/>
          <p:nvPr/>
        </p:nvSpPr>
        <p:spPr>
          <a:xfrm>
            <a:off x="6619875" y="2138660"/>
            <a:ext cx="476250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1" i="0" u="none" strike="noStrike" cap="non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Mục tiêu:</a:t>
            </a:r>
            <a:r>
              <a:rPr lang="en-US" sz="1200" b="0" i="0" u="none" strike="noStrike" cap="none">
                <a:solidFill>
                  <a:srgbClr val="000000"/>
                </a:solidFill>
                <a:latin typeface="Open Sans"/>
                <a:ea typeface="Open Sans"/>
                <a:cs typeface="Open Sans"/>
                <a:sym typeface="Open Sans"/>
              </a:rPr>
              <a:t> Mở rộng chức năng không thay đổi kiến trúc lõi.</a:t>
            </a:r>
            <a:endParaRPr/>
          </a:p>
        </p:txBody>
      </p:sp>
      <p:pic>
        <p:nvPicPr>
          <p:cNvPr id="14" name="Google Shape;421;p26" descr="image.png">
            <a:extLst>
              <a:ext uri="{FF2B5EF4-FFF2-40B4-BE49-F238E27FC236}">
                <a16:creationId xmlns:a16="http://schemas.microsoft.com/office/drawing/2014/main" id="{6D9EE55B-8E9F-49DC-B460-960B1058FCA4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09625" y="1529060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5" name="Google Shape;422;p26">
            <a:extLst>
              <a:ext uri="{FF2B5EF4-FFF2-40B4-BE49-F238E27FC236}">
                <a16:creationId xmlns:a16="http://schemas.microsoft.com/office/drawing/2014/main" id="{2C4790D1-DD07-447D-9247-069BADD8D032}"/>
              </a:ext>
            </a:extLst>
          </p:cNvPr>
          <p:cNvSpPr txBox="1"/>
          <p:nvPr/>
        </p:nvSpPr>
        <p:spPr>
          <a:xfrm>
            <a:off x="1219200" y="1529060"/>
            <a:ext cx="2860357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5088"/>
                </a:solidFill>
                <a:latin typeface="Roboto SemiBold"/>
                <a:ea typeface="Roboto SemiBold"/>
                <a:cs typeface="Roboto SemiBold"/>
                <a:sym typeface="Roboto SemiBold"/>
              </a:rPr>
              <a:t>Phase 1: MVP Core &amp; XML</a:t>
            </a:r>
            <a:endParaRPr dirty="0"/>
          </a:p>
        </p:txBody>
      </p:sp>
      <p:sp>
        <p:nvSpPr>
          <p:cNvPr id="16" name="Google Shape;423;p26">
            <a:extLst>
              <a:ext uri="{FF2B5EF4-FFF2-40B4-BE49-F238E27FC236}">
                <a16:creationId xmlns:a16="http://schemas.microsoft.com/office/drawing/2014/main" id="{3CD23595-1287-46BA-A34A-176435BFEF38}"/>
              </a:ext>
            </a:extLst>
          </p:cNvPr>
          <p:cNvSpPr txBox="1"/>
          <p:nvPr/>
        </p:nvSpPr>
        <p:spPr>
          <a:xfrm>
            <a:off x="809625" y="2786360"/>
            <a:ext cx="47625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 dirty="0" err="1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Phạm</a:t>
            </a:r>
            <a:r>
              <a:rPr lang="en-US" sz="1275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 vi </a:t>
            </a:r>
            <a:r>
              <a:rPr lang="en-US" sz="1275" b="1" i="0" u="none" strike="noStrike" cap="none" dirty="0" err="1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triển</a:t>
            </a:r>
            <a:r>
              <a:rPr lang="en-US" sz="1275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275" b="1" i="0" u="none" strike="noStrike" cap="none" dirty="0" err="1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khai</a:t>
            </a:r>
            <a:r>
              <a:rPr lang="en-US" sz="1275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:</a:t>
            </a:r>
            <a:endParaRPr dirty="0"/>
          </a:p>
        </p:txBody>
      </p:sp>
      <p:sp>
        <p:nvSpPr>
          <p:cNvPr id="17" name="Google Shape;424;p26">
            <a:extLst>
              <a:ext uri="{FF2B5EF4-FFF2-40B4-BE49-F238E27FC236}">
                <a16:creationId xmlns:a16="http://schemas.microsoft.com/office/drawing/2014/main" id="{9AF0B125-946A-4726-BCC2-DDC4A225EEAD}"/>
              </a:ext>
            </a:extLst>
          </p:cNvPr>
          <p:cNvSpPr txBox="1"/>
          <p:nvPr/>
        </p:nvSpPr>
        <p:spPr>
          <a:xfrm>
            <a:off x="966787" y="5994185"/>
            <a:ext cx="45053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382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Kết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quả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Luồng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bất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đồng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bộ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,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tách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biệt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Upload-Validate-Ingest.</a:t>
            </a:r>
            <a:endParaRPr dirty="0"/>
          </a:p>
        </p:txBody>
      </p:sp>
      <p:pic>
        <p:nvPicPr>
          <p:cNvPr id="18" name="Google Shape;425;p26" descr="image.png">
            <a:extLst>
              <a:ext uri="{FF2B5EF4-FFF2-40B4-BE49-F238E27FC236}">
                <a16:creationId xmlns:a16="http://schemas.microsoft.com/office/drawing/2014/main" id="{70C80D48-60F2-43F5-AB62-CD401E5A9B18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6619875" y="1529060"/>
            <a:ext cx="266700" cy="266700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426;p26">
            <a:extLst>
              <a:ext uri="{FF2B5EF4-FFF2-40B4-BE49-F238E27FC236}">
                <a16:creationId xmlns:a16="http://schemas.microsoft.com/office/drawing/2014/main" id="{7B58EA84-BFB1-4F20-A441-8C93271061B6}"/>
              </a:ext>
            </a:extLst>
          </p:cNvPr>
          <p:cNvSpPr txBox="1"/>
          <p:nvPr/>
        </p:nvSpPr>
        <p:spPr>
          <a:xfrm>
            <a:off x="7029450" y="1529060"/>
            <a:ext cx="2920365" cy="26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rgbClr val="005088"/>
                </a:solidFill>
                <a:latin typeface="Roboto SemiBold"/>
                <a:ea typeface="Roboto SemiBold"/>
                <a:cs typeface="Roboto SemiBold"/>
                <a:sym typeface="Roboto SemiBold"/>
              </a:rPr>
              <a:t>Phase 2: Scale &amp; Extension</a:t>
            </a:r>
            <a:endParaRPr dirty="0"/>
          </a:p>
        </p:txBody>
      </p:sp>
      <p:sp>
        <p:nvSpPr>
          <p:cNvPr id="20" name="Google Shape;427;p26">
            <a:extLst>
              <a:ext uri="{FF2B5EF4-FFF2-40B4-BE49-F238E27FC236}">
                <a16:creationId xmlns:a16="http://schemas.microsoft.com/office/drawing/2014/main" id="{D6B7C43D-D9EB-4D5D-8749-40A1F83D96FC}"/>
              </a:ext>
            </a:extLst>
          </p:cNvPr>
          <p:cNvSpPr txBox="1"/>
          <p:nvPr/>
        </p:nvSpPr>
        <p:spPr>
          <a:xfrm>
            <a:off x="6619875" y="2786360"/>
            <a:ext cx="4762500" cy="219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75" b="1" i="0" u="none" strike="noStrike" cap="none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Phạm vi mở rộng:</a:t>
            </a:r>
            <a:endParaRPr/>
          </a:p>
        </p:txBody>
      </p:sp>
      <p:sp>
        <p:nvSpPr>
          <p:cNvPr id="21" name="Google Shape;428;p26">
            <a:extLst>
              <a:ext uri="{FF2B5EF4-FFF2-40B4-BE49-F238E27FC236}">
                <a16:creationId xmlns:a16="http://schemas.microsoft.com/office/drawing/2014/main" id="{58FE372A-B7CE-40AF-8E37-9FE2712BAFE1}"/>
              </a:ext>
            </a:extLst>
          </p:cNvPr>
          <p:cNvSpPr txBox="1"/>
          <p:nvPr/>
        </p:nvSpPr>
        <p:spPr>
          <a:xfrm>
            <a:off x="6810121" y="5994185"/>
            <a:ext cx="4505325" cy="22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047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Kết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quả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: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Kiến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trúc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Plug-in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theo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file type,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dễ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dàng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mở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 </a:t>
            </a:r>
            <a:r>
              <a:rPr lang="en-US" sz="1125" b="0" i="0" u="none" strike="noStrike" cap="none" dirty="0" err="1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rộng</a:t>
            </a:r>
            <a:r>
              <a:rPr lang="en-US" sz="1125" b="0" i="0" u="none" strike="noStrike" cap="none" dirty="0">
                <a:solidFill>
                  <a:srgbClr val="334155"/>
                </a:solidFill>
                <a:latin typeface="Open Sans Medium"/>
                <a:ea typeface="Open Sans Medium"/>
                <a:cs typeface="Open Sans Medium"/>
                <a:sym typeface="Open Sans Medium"/>
              </a:rPr>
              <a:t>.</a:t>
            </a:r>
            <a:endParaRPr dirty="0"/>
          </a:p>
        </p:txBody>
      </p:sp>
      <p:sp>
        <p:nvSpPr>
          <p:cNvPr id="22" name="Google Shape;429;p26">
            <a:extLst>
              <a:ext uri="{FF2B5EF4-FFF2-40B4-BE49-F238E27FC236}">
                <a16:creationId xmlns:a16="http://schemas.microsoft.com/office/drawing/2014/main" id="{6864A06A-14ED-4718-B705-A6814FB83013}"/>
              </a:ext>
            </a:extLst>
          </p:cNvPr>
          <p:cNvSpPr txBox="1"/>
          <p:nvPr/>
        </p:nvSpPr>
        <p:spPr>
          <a:xfrm>
            <a:off x="933450" y="3080682"/>
            <a:ext cx="66675" cy="20774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 dirty="0"/>
          </a:p>
        </p:txBody>
      </p:sp>
      <p:sp>
        <p:nvSpPr>
          <p:cNvPr id="23" name="Google Shape;430;p26">
            <a:extLst>
              <a:ext uri="{FF2B5EF4-FFF2-40B4-BE49-F238E27FC236}">
                <a16:creationId xmlns:a16="http://schemas.microsoft.com/office/drawing/2014/main" id="{6E4BA795-92A9-4077-8B5F-FFB8CD7E27C0}"/>
              </a:ext>
            </a:extLst>
          </p:cNvPr>
          <p:cNvSpPr txBox="1"/>
          <p:nvPr/>
        </p:nvSpPr>
        <p:spPr>
          <a:xfrm>
            <a:off x="1000125" y="2986385"/>
            <a:ext cx="457200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Frontend: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Upload, preview, </a:t>
            </a:r>
            <a:r>
              <a:rPr lang="vi-VN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approve, 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tracking.</a:t>
            </a:r>
            <a:endParaRPr dirty="0"/>
          </a:p>
        </p:txBody>
      </p:sp>
      <p:sp>
        <p:nvSpPr>
          <p:cNvPr id="24" name="Google Shape;431;p26">
            <a:extLst>
              <a:ext uri="{FF2B5EF4-FFF2-40B4-BE49-F238E27FC236}">
                <a16:creationId xmlns:a16="http://schemas.microsoft.com/office/drawing/2014/main" id="{41DFCD9B-7219-4244-8157-173424FFC21C}"/>
              </a:ext>
            </a:extLst>
          </p:cNvPr>
          <p:cNvSpPr txBox="1"/>
          <p:nvPr/>
        </p:nvSpPr>
        <p:spPr>
          <a:xfrm>
            <a:off x="933450" y="3756808"/>
            <a:ext cx="666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25" name="Google Shape;432;p26">
            <a:extLst>
              <a:ext uri="{FF2B5EF4-FFF2-40B4-BE49-F238E27FC236}">
                <a16:creationId xmlns:a16="http://schemas.microsoft.com/office/drawing/2014/main" id="{C57840C6-DE3E-4992-935E-AC5C06A79576}"/>
              </a:ext>
            </a:extLst>
          </p:cNvPr>
          <p:cNvSpPr txBox="1"/>
          <p:nvPr/>
        </p:nvSpPr>
        <p:spPr>
          <a:xfrm>
            <a:off x="1000125" y="3661559"/>
            <a:ext cx="4572000" cy="6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Core Services: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User, Upload, Validation (XML), Ingest.</a:t>
            </a:r>
            <a:endParaRPr dirty="0"/>
          </a:p>
        </p:txBody>
      </p:sp>
      <p:sp>
        <p:nvSpPr>
          <p:cNvPr id="26" name="Google Shape;433;p26">
            <a:extLst>
              <a:ext uri="{FF2B5EF4-FFF2-40B4-BE49-F238E27FC236}">
                <a16:creationId xmlns:a16="http://schemas.microsoft.com/office/drawing/2014/main" id="{24DABF62-D8A6-4C70-A865-105AEE00EBDB}"/>
              </a:ext>
            </a:extLst>
          </p:cNvPr>
          <p:cNvSpPr txBox="1"/>
          <p:nvPr/>
        </p:nvSpPr>
        <p:spPr>
          <a:xfrm>
            <a:off x="933450" y="4432935"/>
            <a:ext cx="666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27" name="Google Shape;434;p26">
            <a:extLst>
              <a:ext uri="{FF2B5EF4-FFF2-40B4-BE49-F238E27FC236}">
                <a16:creationId xmlns:a16="http://schemas.microsoft.com/office/drawing/2014/main" id="{3C0B4318-2C80-4A83-859B-2AAF1014EDA2}"/>
              </a:ext>
            </a:extLst>
          </p:cNvPr>
          <p:cNvSpPr txBox="1"/>
          <p:nvPr/>
        </p:nvSpPr>
        <p:spPr>
          <a:xfrm>
            <a:off x="1000125" y="4328160"/>
            <a:ext cx="4572000" cy="6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Infra: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API Gateway, Kafka, </a:t>
            </a:r>
            <a:r>
              <a:rPr lang="en-US" sz="135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MinIO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, Postgres.</a:t>
            </a:r>
            <a:endParaRPr dirty="0"/>
          </a:p>
        </p:txBody>
      </p:sp>
      <p:sp>
        <p:nvSpPr>
          <p:cNvPr id="28" name="Google Shape;435;p26">
            <a:extLst>
              <a:ext uri="{FF2B5EF4-FFF2-40B4-BE49-F238E27FC236}">
                <a16:creationId xmlns:a16="http://schemas.microsoft.com/office/drawing/2014/main" id="{02FA04D8-E760-42BE-B6E8-5772D823B5E3}"/>
              </a:ext>
            </a:extLst>
          </p:cNvPr>
          <p:cNvSpPr txBox="1"/>
          <p:nvPr/>
        </p:nvSpPr>
        <p:spPr>
          <a:xfrm>
            <a:off x="933450" y="5109061"/>
            <a:ext cx="666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29" name="Google Shape;436;p26">
            <a:extLst>
              <a:ext uri="{FF2B5EF4-FFF2-40B4-BE49-F238E27FC236}">
                <a16:creationId xmlns:a16="http://schemas.microsoft.com/office/drawing/2014/main" id="{8655DD25-4551-4D29-9F3C-E5D748C516AB}"/>
              </a:ext>
            </a:extLst>
          </p:cNvPr>
          <p:cNvSpPr txBox="1"/>
          <p:nvPr/>
        </p:nvSpPr>
        <p:spPr>
          <a:xfrm>
            <a:off x="1000125" y="5027042"/>
            <a:ext cx="4572000" cy="6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Security: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JWT, RBAC, Audit Logs.</a:t>
            </a:r>
            <a:endParaRPr dirty="0"/>
          </a:p>
        </p:txBody>
      </p:sp>
      <p:pic>
        <p:nvPicPr>
          <p:cNvPr id="30" name="Google Shape;437;p26" descr="image.png">
            <a:extLst>
              <a:ext uri="{FF2B5EF4-FFF2-40B4-BE49-F238E27FC236}">
                <a16:creationId xmlns:a16="http://schemas.microsoft.com/office/drawing/2014/main" id="{273C5C3F-4EBA-4BCF-9EBE-2E20D16B3104}"/>
              </a:ext>
            </a:extLst>
          </p:cNvPr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952500" y="6090939"/>
            <a:ext cx="12382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31" name="Google Shape;438;p26">
            <a:extLst>
              <a:ext uri="{FF2B5EF4-FFF2-40B4-BE49-F238E27FC236}">
                <a16:creationId xmlns:a16="http://schemas.microsoft.com/office/drawing/2014/main" id="{BA7ACDBE-C4A0-4B3F-ADF6-1FB52693EACD}"/>
              </a:ext>
            </a:extLst>
          </p:cNvPr>
          <p:cNvSpPr txBox="1"/>
          <p:nvPr/>
        </p:nvSpPr>
        <p:spPr>
          <a:xfrm>
            <a:off x="6743700" y="3080682"/>
            <a:ext cx="666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2" name="Google Shape;439;p26">
            <a:extLst>
              <a:ext uri="{FF2B5EF4-FFF2-40B4-BE49-F238E27FC236}">
                <a16:creationId xmlns:a16="http://schemas.microsoft.com/office/drawing/2014/main" id="{51BA1B26-3CA3-4AE8-AE4E-D82CB8670AE6}"/>
              </a:ext>
            </a:extLst>
          </p:cNvPr>
          <p:cNvSpPr txBox="1"/>
          <p:nvPr/>
        </p:nvSpPr>
        <p:spPr>
          <a:xfrm>
            <a:off x="6810121" y="3668893"/>
            <a:ext cx="4572000" cy="6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Multi-file: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Support Excel, CSV.</a:t>
            </a:r>
            <a:endParaRPr dirty="0"/>
          </a:p>
        </p:txBody>
      </p:sp>
      <p:sp>
        <p:nvSpPr>
          <p:cNvPr id="33" name="Google Shape;440;p26">
            <a:extLst>
              <a:ext uri="{FF2B5EF4-FFF2-40B4-BE49-F238E27FC236}">
                <a16:creationId xmlns:a16="http://schemas.microsoft.com/office/drawing/2014/main" id="{241C2B24-CDB4-450B-B9B4-B5A2E914EB55}"/>
              </a:ext>
            </a:extLst>
          </p:cNvPr>
          <p:cNvSpPr txBox="1"/>
          <p:nvPr/>
        </p:nvSpPr>
        <p:spPr>
          <a:xfrm>
            <a:off x="6743700" y="3756808"/>
            <a:ext cx="666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4" name="Google Shape;441;p26">
            <a:extLst>
              <a:ext uri="{FF2B5EF4-FFF2-40B4-BE49-F238E27FC236}">
                <a16:creationId xmlns:a16="http://schemas.microsoft.com/office/drawing/2014/main" id="{D02E1C5A-F9CF-45EC-83BC-072275B043DA}"/>
              </a:ext>
            </a:extLst>
          </p:cNvPr>
          <p:cNvSpPr txBox="1"/>
          <p:nvPr/>
        </p:nvSpPr>
        <p:spPr>
          <a:xfrm>
            <a:off x="6810121" y="4342743"/>
            <a:ext cx="4572000" cy="6647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Advanced Logic: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Rule engine, Data Quality rules</a:t>
            </a:r>
            <a:r>
              <a:rPr lang="vi-VN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theo dataset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dirty="0"/>
          </a:p>
        </p:txBody>
      </p:sp>
      <p:sp>
        <p:nvSpPr>
          <p:cNvPr id="35" name="Google Shape;442;p26">
            <a:extLst>
              <a:ext uri="{FF2B5EF4-FFF2-40B4-BE49-F238E27FC236}">
                <a16:creationId xmlns:a16="http://schemas.microsoft.com/office/drawing/2014/main" id="{086A7F26-25F4-4EE3-8E9F-592E54F61B14}"/>
              </a:ext>
            </a:extLst>
          </p:cNvPr>
          <p:cNvSpPr txBox="1"/>
          <p:nvPr/>
        </p:nvSpPr>
        <p:spPr>
          <a:xfrm>
            <a:off x="6743700" y="4432935"/>
            <a:ext cx="666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7" name="Google Shape;444;p26">
            <a:extLst>
              <a:ext uri="{FF2B5EF4-FFF2-40B4-BE49-F238E27FC236}">
                <a16:creationId xmlns:a16="http://schemas.microsoft.com/office/drawing/2014/main" id="{96C49DDC-2D25-4DF5-A780-2230D579BE61}"/>
              </a:ext>
            </a:extLst>
          </p:cNvPr>
          <p:cNvSpPr txBox="1"/>
          <p:nvPr/>
        </p:nvSpPr>
        <p:spPr>
          <a:xfrm>
            <a:off x="6743700" y="5109061"/>
            <a:ext cx="66675" cy="2762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0" i="0" u="none" strike="noStrike" cap="none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•</a:t>
            </a:r>
            <a:endParaRPr/>
          </a:p>
        </p:txBody>
      </p:sp>
      <p:sp>
        <p:nvSpPr>
          <p:cNvPr id="38" name="Google Shape;445;p26">
            <a:extLst>
              <a:ext uri="{FF2B5EF4-FFF2-40B4-BE49-F238E27FC236}">
                <a16:creationId xmlns:a16="http://schemas.microsoft.com/office/drawing/2014/main" id="{650EAB87-D566-4C1D-B8FD-703B86B30A89}"/>
              </a:ext>
            </a:extLst>
          </p:cNvPr>
          <p:cNvSpPr txBox="1"/>
          <p:nvPr/>
        </p:nvSpPr>
        <p:spPr>
          <a:xfrm>
            <a:off x="6810121" y="5019452"/>
            <a:ext cx="4572000" cy="61897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Ops: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35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Tối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35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ưu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35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hiệu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35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năng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, Retry </a:t>
            </a:r>
            <a:r>
              <a:rPr lang="en-US" sz="135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cơ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35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chế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35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cao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35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cấp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dirty="0"/>
          </a:p>
        </p:txBody>
      </p:sp>
      <p:pic>
        <p:nvPicPr>
          <p:cNvPr id="39" name="Google Shape;446;p26" descr="image.png">
            <a:extLst>
              <a:ext uri="{FF2B5EF4-FFF2-40B4-BE49-F238E27FC236}">
                <a16:creationId xmlns:a16="http://schemas.microsoft.com/office/drawing/2014/main" id="{C5A5B5A5-7B16-4874-826E-C97CEBD95681}"/>
              </a:ext>
            </a:extLst>
          </p:cNvPr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6762750" y="6090939"/>
            <a:ext cx="1047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40" name="Google Shape;430;p26">
            <a:extLst>
              <a:ext uri="{FF2B5EF4-FFF2-40B4-BE49-F238E27FC236}">
                <a16:creationId xmlns:a16="http://schemas.microsoft.com/office/drawing/2014/main" id="{46A84A6C-A91E-4573-840B-82F77DBDECFF}"/>
              </a:ext>
            </a:extLst>
          </p:cNvPr>
          <p:cNvSpPr txBox="1"/>
          <p:nvPr/>
        </p:nvSpPr>
        <p:spPr>
          <a:xfrm>
            <a:off x="6810121" y="2996517"/>
            <a:ext cx="4572000" cy="33239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50" b="1" i="0" u="none" strike="noStrike" cap="none" dirty="0">
                <a:solidFill>
                  <a:srgbClr val="0F172A"/>
                </a:solidFill>
                <a:latin typeface="Open Sans"/>
                <a:ea typeface="Open Sans"/>
                <a:cs typeface="Open Sans"/>
                <a:sym typeface="Open Sans"/>
              </a:rPr>
              <a:t>Frontend: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vi-VN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Nhóm các chức năng quản trị</a:t>
            </a:r>
            <a:r>
              <a:rPr lang="en-US" sz="135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1675941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8697"/>
          <a:stretch/>
        </p:blipFill>
        <p:spPr>
          <a:xfrm>
            <a:off x="0" y="1482480"/>
            <a:ext cx="12186745" cy="3131038"/>
          </a:xfrm>
          <a:prstGeom prst="rect">
            <a:avLst/>
          </a:prstGeom>
        </p:spPr>
      </p:pic>
      <p:sp>
        <p:nvSpPr>
          <p:cNvPr id="4" name="Title Placeholder 7"/>
          <p:cNvSpPr txBox="1">
            <a:spLocks/>
          </p:cNvSpPr>
          <p:nvPr/>
        </p:nvSpPr>
        <p:spPr>
          <a:xfrm>
            <a:off x="576577" y="1762538"/>
            <a:ext cx="4300223" cy="2570922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vi-VN" sz="270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charset="0"/>
                <a:cs typeface="Calibri" charset="0"/>
              </a:rPr>
              <a:t>0</a:t>
            </a:r>
            <a:r>
              <a:rPr lang="en-US" sz="27000" b="0">
                <a:solidFill>
                  <a:prstClr val="white"/>
                </a:solidFill>
              </a:rPr>
              <a:t>2</a:t>
            </a:r>
            <a:endParaRPr kumimoji="0" lang="en-US" sz="270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charset="0"/>
              <a:cs typeface="Calibri" charset="0"/>
            </a:endParaRPr>
          </a:p>
        </p:txBody>
      </p:sp>
      <p:sp>
        <p:nvSpPr>
          <p:cNvPr id="5" name="Title Placeholder 7"/>
          <p:cNvSpPr txBox="1">
            <a:spLocks/>
          </p:cNvSpPr>
          <p:nvPr/>
        </p:nvSpPr>
        <p:spPr>
          <a:xfrm>
            <a:off x="4544391" y="2112579"/>
            <a:ext cx="7205649" cy="1240221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charset="0"/>
                <a:ea typeface="Calibri" charset="0"/>
                <a:cs typeface="Calibri" charset="0"/>
              </a:rPr>
              <a:t>Application Architecture</a:t>
            </a:r>
          </a:p>
        </p:txBody>
      </p:sp>
      <p:sp>
        <p:nvSpPr>
          <p:cNvPr id="6" name="Title Placeholder 7"/>
          <p:cNvSpPr txBox="1">
            <a:spLocks/>
          </p:cNvSpPr>
          <p:nvPr/>
        </p:nvSpPr>
        <p:spPr>
          <a:xfrm>
            <a:off x="4544391" y="3223743"/>
            <a:ext cx="6977049" cy="1109717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2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it-IT" sz="2300" dirty="0">
                <a:solidFill>
                  <a:srgbClr val="FFB81C"/>
                </a:solidFill>
              </a:rPr>
              <a:t>App Upload</a:t>
            </a:r>
          </a:p>
        </p:txBody>
      </p:sp>
      <p:cxnSp>
        <p:nvCxnSpPr>
          <p:cNvPr id="15" name="Straight Connector 14"/>
          <p:cNvCxnSpPr/>
          <p:nvPr/>
        </p:nvCxnSpPr>
        <p:spPr>
          <a:xfrm>
            <a:off x="914400" y="682388"/>
            <a:ext cx="3084394" cy="0"/>
          </a:xfrm>
          <a:prstGeom prst="line">
            <a:avLst/>
          </a:prstGeom>
          <a:ln w="165100" cap="rnd">
            <a:solidFill>
              <a:srgbClr val="FFB81C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580627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06DD-26B0-11DA-368E-FDC15174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3C768CB4-7F2F-B1A6-8077-E92C8B2FB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 dirty="0">
                <a:latin typeface="Times New Roman"/>
                <a:cs typeface="Times New Roman"/>
              </a:rPr>
              <a:t>IT Capability Map</a:t>
            </a:r>
            <a:endParaRPr lang="en-US" dirty="0"/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115D5-A19F-CF2D-1AC4-78F1B9F8AC15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oogle Shape;812;p104">
            <a:extLst>
              <a:ext uri="{FF2B5EF4-FFF2-40B4-BE49-F238E27FC236}">
                <a16:creationId xmlns:a16="http://schemas.microsoft.com/office/drawing/2014/main" id="{FD025D88-C157-A63D-35D0-FFD2706E1394}"/>
              </a:ext>
            </a:extLst>
          </p:cNvPr>
          <p:cNvSpPr txBox="1"/>
          <p:nvPr/>
        </p:nvSpPr>
        <p:spPr>
          <a:xfrm>
            <a:off x="7726645" y="934804"/>
            <a:ext cx="4150967" cy="5754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just">
              <a:spcAft>
                <a:spcPts val="600"/>
              </a:spcAft>
            </a:pPr>
            <a:r>
              <a:rPr lang="vi-VN" sz="1400" b="1" dirty="0">
                <a:latin typeface="Calibri"/>
                <a:ea typeface="Calibri"/>
                <a:cs typeface="Calibri"/>
              </a:rPr>
              <a:t>Diễn giải:</a:t>
            </a:r>
          </a:p>
          <a:p>
            <a:pPr marL="285750" indent="-285750" algn="just">
              <a:spcAft>
                <a:spcPts val="600"/>
              </a:spcAft>
              <a:buFont typeface="Wingdings,Sans-Serif" panose="05000000000000000000" pitchFamily="2" charset="2"/>
              <a:buChar char="§"/>
            </a:pPr>
            <a:endParaRPr lang="en-US" sz="1400" dirty="0">
              <a:latin typeface="Calibri"/>
              <a:ea typeface="Calibri"/>
              <a:cs typeface="Calibri"/>
            </a:endParaRPr>
          </a:p>
          <a:p>
            <a:pPr>
              <a:buFont typeface="Arial" panose="05000000000000000000" pitchFamily="2" charset="2"/>
              <a:buChar char="•"/>
            </a:pPr>
            <a:endParaRPr lang="vi-VN" sz="1400" b="1" dirty="0">
              <a:latin typeface="Arial"/>
              <a:ea typeface="Calibri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96596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A8EC-C92F-6910-F6DC-59DFF72D0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A36B359-4CA0-B6D2-7C8D-E61D122AA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>
                <a:latin typeface="Times New Roman"/>
                <a:cs typeface="Times New Roman"/>
              </a:rPr>
              <a:t>Application Architecture</a:t>
            </a:r>
            <a:endParaRPr lang="en-AU" sz="3200">
              <a:solidFill>
                <a:schemeClr val="accent5"/>
              </a:solidFill>
              <a:latin typeface="Times New Roman"/>
              <a:cs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F263D-42C6-E769-584C-524261EDDA14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oogle Shape;812;p104">
            <a:extLst>
              <a:ext uri="{FF2B5EF4-FFF2-40B4-BE49-F238E27FC236}">
                <a16:creationId xmlns:a16="http://schemas.microsoft.com/office/drawing/2014/main" id="{0A14F816-0812-A103-C0B2-8394A0EF6D8D}"/>
              </a:ext>
            </a:extLst>
          </p:cNvPr>
          <p:cNvSpPr txBox="1"/>
          <p:nvPr/>
        </p:nvSpPr>
        <p:spPr>
          <a:xfrm>
            <a:off x="6886575" y="934804"/>
            <a:ext cx="4991037" cy="5754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Front-end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Giao diện người dùng tương tác với hệ thống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API Gateway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JWT Auth, Rate Limiting, Routing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400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Power BI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công cụ cung cấp báo cáo BI, dashboard cho người dùng cuối.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Service Layer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Là lớp service xử lý nghiệp vụ.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Gồm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US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Upload Mgt Service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service quản lý các dataset, quá trình và nhật ký upload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User Mgt Service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quản lý user và phân quyền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400" b="1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Validation Service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thực hiện kiểm tra chất lượng dữ liệu theo bộ quy tắc của từng loại file dữ liệu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400" b="1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Ingestion Service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thực hiện tải dữ liệu đã được kiểm tra và phê duyệt vào DB tập trung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en-US" sz="1400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Infrastructure Layer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gồm các dịch vụ hạ tầng lưu trữ và message queue</a:t>
            </a: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Object Storage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lưu trữ dữ liệu raw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endParaRPr lang="vi-VN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vi-VN" sz="1400" b="1" dirty="0">
                <a:latin typeface="Calibri" panose="020F0502020204030204" pitchFamily="34" charset="0"/>
                <a:ea typeface="Calibri Light"/>
                <a:cs typeface="Calibri" panose="020F0502020204030204" pitchFamily="34" charset="0"/>
              </a:rPr>
              <a:t>Database Postgres: </a:t>
            </a:r>
            <a:r>
              <a:rPr lang="vi-VN" sz="1400" dirty="0">
                <a:latin typeface="Calibri" panose="020F0502020204030204" pitchFamily="34" charset="0"/>
                <a:ea typeface="Calibri Light"/>
                <a:cs typeface="Calibri" panose="020F0502020204030204" pitchFamily="34" charset="0"/>
              </a:rPr>
              <a:t>dùng làm DB cho các service và DB để lưu dữ liệu upload tập trung.</a:t>
            </a: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vi-VN" sz="1400" b="1" dirty="0">
                <a:latin typeface="Calibri" panose="020F0502020204030204" pitchFamily="34" charset="0"/>
                <a:ea typeface="Calibri Light"/>
                <a:cs typeface="Calibri" panose="020F0502020204030204" pitchFamily="34" charset="0"/>
              </a:rPr>
              <a:t>Cache Redis: </a:t>
            </a:r>
            <a:r>
              <a:rPr lang="vi-VN" sz="1400" dirty="0">
                <a:latin typeface="Calibri" panose="020F0502020204030204" pitchFamily="34" charset="0"/>
                <a:ea typeface="Calibri Light"/>
                <a:cs typeface="Calibri" panose="020F0502020204030204" pitchFamily="34" charset="0"/>
              </a:rPr>
              <a:t>cache dữ liệu thường xuyên sử dụng, ít thay đổi dùng cho truy cập nhanh và thường xuyên.</a:t>
            </a: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vi-VN" sz="1400" b="1" dirty="0">
                <a:latin typeface="Calibri" panose="020F0502020204030204" pitchFamily="34" charset="0"/>
                <a:ea typeface="Calibri Light"/>
                <a:cs typeface="Calibri" panose="020F0502020204030204" pitchFamily="34" charset="0"/>
              </a:rPr>
              <a:t>Message Queue: </a:t>
            </a:r>
            <a:r>
              <a:rPr lang="vi-VN" sz="1400" dirty="0">
                <a:latin typeface="Calibri" panose="020F0502020204030204" pitchFamily="34" charset="0"/>
                <a:ea typeface="Calibri Light"/>
                <a:cs typeface="Calibri" panose="020F0502020204030204" pitchFamily="34" charset="0"/>
              </a:rPr>
              <a:t>giao tiếp giữa các service bất đồng bộ</a:t>
            </a:r>
            <a:endParaRPr lang="vi-VN" sz="1400" b="1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</p:txBody>
      </p:sp>
      <p:pic>
        <p:nvPicPr>
          <p:cNvPr id="7" name="Picture 6" descr="C:\Users\vietda2\AppData\Local\Microsoft\Windows\INetCache\Content.MSO\24D780D7.tmp">
            <a:extLst>
              <a:ext uri="{FF2B5EF4-FFF2-40B4-BE49-F238E27FC236}">
                <a16:creationId xmlns:a16="http://schemas.microsoft.com/office/drawing/2014/main" id="{832B45F0-4986-429B-9BAC-EA2B50BD6129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00100" y="859678"/>
            <a:ext cx="5920422" cy="590450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64572437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A8EC-C92F-6910-F6DC-59DFF72D0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A36B359-4CA0-B6D2-7C8D-E61D122AA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 dirty="0">
                <a:latin typeface="Times New Roman"/>
                <a:cs typeface="Times New Roman"/>
              </a:rPr>
              <a:t>Front-end </a:t>
            </a:r>
            <a:r>
              <a:rPr lang="en-AU" dirty="0" err="1">
                <a:latin typeface="Times New Roman"/>
                <a:cs typeface="Times New Roman"/>
              </a:rPr>
              <a:t>và</a:t>
            </a:r>
            <a:r>
              <a:rPr lang="en-AU" dirty="0">
                <a:latin typeface="Times New Roman"/>
                <a:cs typeface="Times New Roman"/>
              </a:rPr>
              <a:t> API Gateway</a:t>
            </a:r>
            <a:endParaRPr lang="en-AU" sz="3200" dirty="0">
              <a:solidFill>
                <a:schemeClr val="accent5"/>
              </a:solidFill>
              <a:latin typeface="Times New Roman"/>
              <a:cs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F263D-42C6-E769-584C-524261EDDA14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oogle Shape;812;p104">
            <a:extLst>
              <a:ext uri="{FF2B5EF4-FFF2-40B4-BE49-F238E27FC236}">
                <a16:creationId xmlns:a16="http://schemas.microsoft.com/office/drawing/2014/main" id="{0A14F816-0812-A103-C0B2-8394A0EF6D8D}"/>
              </a:ext>
            </a:extLst>
          </p:cNvPr>
          <p:cNvSpPr txBox="1"/>
          <p:nvPr/>
        </p:nvSpPr>
        <p:spPr>
          <a:xfrm>
            <a:off x="7726645" y="934804"/>
            <a:ext cx="4150967" cy="5754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AZ DB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CSDL lưu trữ dữ liệu phục vụ phân tích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ETL: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phục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vụ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data transform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cho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AZ DB.</a:t>
            </a:r>
            <a:endParaRPr lang="en-US" sz="1400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Power BI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công cụ cung cấp báo cáo BI, dashboard cho người dùng cuối.</a:t>
            </a: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Data Science Hub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môi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trường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phát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triển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và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vận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hành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các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dịch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vụ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dữ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liệu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sử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dụng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ML model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.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Gồm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</a:t>
            </a:r>
            <a:endParaRPr lang="en-US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DS IDE: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công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cụ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cho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DS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phát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triển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các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mô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hình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ML.</a:t>
            </a:r>
            <a:endParaRPr lang="en-US" sz="1400" b="1" dirty="0">
              <a:latin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File storage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lưu trữ dữ liệu dạng file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gồm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 feature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data, 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L model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và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ML Code. 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Update: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bổ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sung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thêm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dữ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liệu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feature, model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và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source code.</a:t>
            </a:r>
            <a:endParaRPr lang="en-US" sz="1400" b="1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vi-VN" sz="1400" b="1" dirty="0">
                <a:latin typeface="Calibri" panose="020F0502020204030204" pitchFamily="34" charset="0"/>
                <a:cs typeface="Calibri" panose="020F0502020204030204" pitchFamily="34" charset="0"/>
              </a:rPr>
              <a:t>Job Management</a:t>
            </a: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: công cụ triển khai, lập lịch và quản lý các job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xây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dựng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feature,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mô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hình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; model serving. 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Update: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Bổ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sung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thêm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b="1" dirty="0" err="1">
                <a:latin typeface="Calibri" panose="020F0502020204030204" pitchFamily="34" charset="0"/>
                <a:cs typeface="Calibri" panose="020F0502020204030204" pitchFamily="34" charset="0"/>
              </a:rPr>
              <a:t>các</a:t>
            </a: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 job.</a:t>
            </a:r>
            <a:endParaRPr lang="en-US" sz="1400" b="1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Feature ETL env runtime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mô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trường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chạy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các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job feature engineering.</a:t>
            </a:r>
            <a:endParaRPr lang="en-US" sz="1400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742950" lvl="1" indent="-285750" algn="just">
              <a:spcAft>
                <a:spcPts val="600"/>
              </a:spcAft>
              <a:buFont typeface="Courier New" panose="02070309020205020404" pitchFamily="49" charset="0"/>
              <a:buChar char="o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Model env runtime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mô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trường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model serving.</a:t>
            </a:r>
            <a:endParaRPr lang="en-US" sz="1400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DSO Platform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lưu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trữ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code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trên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Git server</a:t>
            </a:r>
            <a:endParaRPr lang="en-US" sz="1400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 dirty="0">
                <a:latin typeface="Calibri" panose="020F0502020204030204" pitchFamily="34" charset="0"/>
                <a:cs typeface="Calibri" panose="020F0502020204030204" pitchFamily="34" charset="0"/>
              </a:rPr>
              <a:t>Landing Zone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: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cung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cấp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dữ</a:t>
            </a:r>
            <a:r>
              <a:rPr lang="en-US" sz="1400" dirty="0">
                <a:latin typeface="Calibri" panose="020F0502020204030204" pitchFamily="34" charset="0"/>
                <a:cs typeface="Calibri" panose="020F0502020204030204" pitchFamily="34" charset="0"/>
              </a:rPr>
              <a:t> </a:t>
            </a:r>
            <a:r>
              <a:rPr lang="en-US" sz="1400" dirty="0" err="1">
                <a:latin typeface="Calibri" panose="020F0502020204030204" pitchFamily="34" charset="0"/>
                <a:cs typeface="Calibri" panose="020F0502020204030204" pitchFamily="34" charset="0"/>
              </a:rPr>
              <a:t>liệu</a:t>
            </a:r>
            <a:endParaRPr lang="en-US" sz="1400" dirty="0">
              <a:latin typeface="Calibri" panose="020F0502020204030204" pitchFamily="34" charset="0"/>
              <a:ea typeface="Calibri Light"/>
              <a:cs typeface="Calibri" panose="020F0502020204030204" pitchFamily="34" charset="0"/>
            </a:endParaRP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endParaRPr lang="en-US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9810099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A8EC-C92F-6910-F6DC-59DFF72D0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95;p14" descr="image.png">
            <a:extLst>
              <a:ext uri="{FF2B5EF4-FFF2-40B4-BE49-F238E27FC236}">
                <a16:creationId xmlns:a16="http://schemas.microsoft.com/office/drawing/2014/main" id="{2D121E21-FC2E-4F6C-B697-6883BA169B2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-979870" y="2722721"/>
            <a:ext cx="5595947" cy="2552699"/>
          </a:xfrm>
          <a:prstGeom prst="rect">
            <a:avLst/>
          </a:prstGeom>
          <a:noFill/>
          <a:ln>
            <a:noFill/>
          </a:ln>
        </p:spPr>
      </p:pic>
      <p:sp>
        <p:nvSpPr>
          <p:cNvPr id="12" name="Title 1">
            <a:extLst>
              <a:ext uri="{FF2B5EF4-FFF2-40B4-BE49-F238E27FC236}">
                <a16:creationId xmlns:a16="http://schemas.microsoft.com/office/drawing/2014/main" id="{9A36B359-4CA0-B6D2-7C8D-E61D122AA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 dirty="0">
                <a:latin typeface="Times New Roman"/>
                <a:cs typeface="Times New Roman"/>
              </a:rPr>
              <a:t>Back-end Services</a:t>
            </a:r>
            <a:endParaRPr lang="en-AU" sz="3200" dirty="0">
              <a:solidFill>
                <a:schemeClr val="accent5"/>
              </a:solidFill>
              <a:latin typeface="Times New Roman"/>
              <a:cs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F263D-42C6-E769-584C-524261EDDA14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" name="Google Shape;812;p104">
            <a:extLst>
              <a:ext uri="{FF2B5EF4-FFF2-40B4-BE49-F238E27FC236}">
                <a16:creationId xmlns:a16="http://schemas.microsoft.com/office/drawing/2014/main" id="{E1B6FCBD-1765-43E8-B102-BA1BA819DEA5}"/>
              </a:ext>
            </a:extLst>
          </p:cNvPr>
          <p:cNvSpPr txBox="1"/>
          <p:nvPr/>
        </p:nvSpPr>
        <p:spPr>
          <a:xfrm>
            <a:off x="631630" y="2797764"/>
            <a:ext cx="2552700" cy="28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Quản lý metadata upload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Tạo presigned URLs từ MinIO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Xác nhận upload completion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Phê duyệt/từ chối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Download files</a:t>
            </a:r>
          </a:p>
        </p:txBody>
      </p:sp>
      <p:pic>
        <p:nvPicPr>
          <p:cNvPr id="26" name="Google Shape;95;p14" descr="image.png">
            <a:extLst>
              <a:ext uri="{FF2B5EF4-FFF2-40B4-BE49-F238E27FC236}">
                <a16:creationId xmlns:a16="http://schemas.microsoft.com/office/drawing/2014/main" id="{A6022100-9B03-40D3-B92B-87DFE489F3C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2007640" y="2624851"/>
            <a:ext cx="5400203" cy="2552699"/>
          </a:xfrm>
          <a:prstGeom prst="rect">
            <a:avLst/>
          </a:prstGeom>
          <a:noFill/>
          <a:ln>
            <a:noFill/>
          </a:ln>
        </p:spPr>
      </p:pic>
      <p:sp>
        <p:nvSpPr>
          <p:cNvPr id="27" name="Google Shape;812;p104">
            <a:extLst>
              <a:ext uri="{FF2B5EF4-FFF2-40B4-BE49-F238E27FC236}">
                <a16:creationId xmlns:a16="http://schemas.microsoft.com/office/drawing/2014/main" id="{51B0BC40-1FA1-4034-B875-0B7A591C6F46}"/>
              </a:ext>
            </a:extLst>
          </p:cNvPr>
          <p:cNvSpPr txBox="1"/>
          <p:nvPr/>
        </p:nvSpPr>
        <p:spPr>
          <a:xfrm>
            <a:off x="3431394" y="3999071"/>
            <a:ext cx="2552700" cy="28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Xác thực user qua IAM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Quản lý User và phân quyền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Quản lý nhóm quyền</a:t>
            </a:r>
          </a:p>
        </p:txBody>
      </p:sp>
      <p:pic>
        <p:nvPicPr>
          <p:cNvPr id="28" name="Google Shape;95;p14" descr="image.png">
            <a:extLst>
              <a:ext uri="{FF2B5EF4-FFF2-40B4-BE49-F238E27FC236}">
                <a16:creationId xmlns:a16="http://schemas.microsoft.com/office/drawing/2014/main" id="{564F8F54-87F6-4A5A-845F-154F0BDA492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4931791" y="2624851"/>
            <a:ext cx="5400203" cy="2552699"/>
          </a:xfrm>
          <a:prstGeom prst="rect">
            <a:avLst/>
          </a:prstGeom>
          <a:noFill/>
          <a:ln>
            <a:noFill/>
          </a:ln>
        </p:spPr>
      </p:pic>
      <p:sp>
        <p:nvSpPr>
          <p:cNvPr id="33" name="Google Shape;812;p104">
            <a:extLst>
              <a:ext uri="{FF2B5EF4-FFF2-40B4-BE49-F238E27FC236}">
                <a16:creationId xmlns:a16="http://schemas.microsoft.com/office/drawing/2014/main" id="{56DAF3AB-9C65-4E25-9D31-D50309BD2322}"/>
              </a:ext>
            </a:extLst>
          </p:cNvPr>
          <p:cNvSpPr txBox="1"/>
          <p:nvPr/>
        </p:nvSpPr>
        <p:spPr>
          <a:xfrm>
            <a:off x="6355545" y="3999071"/>
            <a:ext cx="2552700" cy="28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Download file từ MinIO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Kiểm tra chất lượng dữ liệu theo bộ quy tắc của từng loại files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Lưu tổng quan và chi tiết kết quả validate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Preview dữ liệu mẫu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endParaRPr lang="vi-VN" sz="1400" dirty="0">
              <a:latin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34" name="Google Shape;95;p14" descr="image.png">
            <a:extLst>
              <a:ext uri="{FF2B5EF4-FFF2-40B4-BE49-F238E27FC236}">
                <a16:creationId xmlns:a16="http://schemas.microsoft.com/office/drawing/2014/main" id="{4E590067-2A49-4F29-A650-293A5E1FE29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 rot="5400000">
            <a:off x="7835730" y="2624851"/>
            <a:ext cx="5400203" cy="2552699"/>
          </a:xfrm>
          <a:prstGeom prst="rect">
            <a:avLst/>
          </a:prstGeom>
          <a:noFill/>
          <a:ln>
            <a:noFill/>
          </a:ln>
        </p:spPr>
      </p:pic>
      <p:sp>
        <p:nvSpPr>
          <p:cNvPr id="35" name="Google Shape;812;p104">
            <a:extLst>
              <a:ext uri="{FF2B5EF4-FFF2-40B4-BE49-F238E27FC236}">
                <a16:creationId xmlns:a16="http://schemas.microsoft.com/office/drawing/2014/main" id="{5A91BAF0-3B6C-4354-94AB-B224AA7F8DFC}"/>
              </a:ext>
            </a:extLst>
          </p:cNvPr>
          <p:cNvSpPr txBox="1"/>
          <p:nvPr/>
        </p:nvSpPr>
        <p:spPr>
          <a:xfrm>
            <a:off x="9259484" y="3999071"/>
            <a:ext cx="2552700" cy="281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Download validated files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Convert dữ liệu sang csv hoặc parquet (theo định dạng DB đích mong muốn)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Load dữ liệu vào DB tập trung</a:t>
            </a:r>
          </a:p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ü"/>
            </a:pPr>
            <a:r>
              <a:rPr lang="vi-VN" sz="1400" dirty="0">
                <a:latin typeface="Calibri" panose="020F0502020204030204" pitchFamily="34" charset="0"/>
                <a:cs typeface="Calibri" panose="020F0502020204030204" pitchFamily="34" charset="0"/>
              </a:rPr>
              <a:t>Mã hóa/giải mã dữ liệu</a:t>
            </a:r>
          </a:p>
        </p:txBody>
      </p:sp>
      <p:sp>
        <p:nvSpPr>
          <p:cNvPr id="40" name="Google Shape;282;p19">
            <a:extLst>
              <a:ext uri="{FF2B5EF4-FFF2-40B4-BE49-F238E27FC236}">
                <a16:creationId xmlns:a16="http://schemas.microsoft.com/office/drawing/2014/main" id="{6281B651-29D1-442B-8F83-AAFC2D27A49D}"/>
              </a:ext>
            </a:extLst>
          </p:cNvPr>
          <p:cNvSpPr txBox="1"/>
          <p:nvPr/>
        </p:nvSpPr>
        <p:spPr>
          <a:xfrm>
            <a:off x="668543" y="1978108"/>
            <a:ext cx="2275284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005088"/>
                </a:solidFill>
                <a:latin typeface="Roboto SemiBold"/>
                <a:ea typeface="Roboto SemiBold"/>
                <a:cs typeface="Roboto SemiBold"/>
                <a:sym typeface="Roboto SemiBold"/>
              </a:rPr>
              <a:t>Upload Service</a:t>
            </a:r>
            <a:endParaRPr dirty="0"/>
          </a:p>
        </p:txBody>
      </p:sp>
      <p:sp>
        <p:nvSpPr>
          <p:cNvPr id="41" name="Google Shape;283;p19">
            <a:extLst>
              <a:ext uri="{FF2B5EF4-FFF2-40B4-BE49-F238E27FC236}">
                <a16:creationId xmlns:a16="http://schemas.microsoft.com/office/drawing/2014/main" id="{80DB12CD-9F11-4085-977D-A5A8D4EFC060}"/>
              </a:ext>
            </a:extLst>
          </p:cNvPr>
          <p:cNvSpPr txBox="1"/>
          <p:nvPr/>
        </p:nvSpPr>
        <p:spPr>
          <a:xfrm>
            <a:off x="722717" y="2368633"/>
            <a:ext cx="2166937" cy="2954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Spring Boot</a:t>
            </a:r>
            <a:endParaRPr dirty="0"/>
          </a:p>
        </p:txBody>
      </p:sp>
      <p:sp>
        <p:nvSpPr>
          <p:cNvPr id="42" name="Google Shape;284;p19">
            <a:extLst>
              <a:ext uri="{FF2B5EF4-FFF2-40B4-BE49-F238E27FC236}">
                <a16:creationId xmlns:a16="http://schemas.microsoft.com/office/drawing/2014/main" id="{CF730557-A16F-4683-ADEF-D8E05B20E742}"/>
              </a:ext>
            </a:extLst>
          </p:cNvPr>
          <p:cNvSpPr txBox="1"/>
          <p:nvPr/>
        </p:nvSpPr>
        <p:spPr>
          <a:xfrm>
            <a:off x="3502231" y="1978108"/>
            <a:ext cx="2275284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005088"/>
                </a:solidFill>
                <a:latin typeface="Roboto SemiBold"/>
                <a:ea typeface="Roboto SemiBold"/>
                <a:cs typeface="Roboto SemiBold"/>
                <a:sym typeface="Roboto SemiBold"/>
              </a:rPr>
              <a:t>User Service</a:t>
            </a:r>
            <a:endParaRPr/>
          </a:p>
        </p:txBody>
      </p:sp>
      <p:sp>
        <p:nvSpPr>
          <p:cNvPr id="43" name="Google Shape;285;p19">
            <a:extLst>
              <a:ext uri="{FF2B5EF4-FFF2-40B4-BE49-F238E27FC236}">
                <a16:creationId xmlns:a16="http://schemas.microsoft.com/office/drawing/2014/main" id="{7AF047FC-63D2-463F-8BDC-5F1F5EE90BAD}"/>
              </a:ext>
            </a:extLst>
          </p:cNvPr>
          <p:cNvSpPr txBox="1"/>
          <p:nvPr/>
        </p:nvSpPr>
        <p:spPr>
          <a:xfrm>
            <a:off x="3556404" y="2368633"/>
            <a:ext cx="2166937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Spring Boot.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Quản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lý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IAM,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phân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quyền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User/Role, </a:t>
            </a:r>
            <a:r>
              <a:rPr lang="en-US" sz="1200" b="0" i="0" u="none" strike="noStrike" cap="none" dirty="0" err="1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sinh</a:t>
            </a:r>
            <a:r>
              <a:rPr lang="en-US" sz="1200" b="0" i="0" u="none" strike="noStrike" cap="none" dirty="0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 JWT Token.</a:t>
            </a:r>
            <a:endParaRPr dirty="0"/>
          </a:p>
        </p:txBody>
      </p:sp>
      <p:sp>
        <p:nvSpPr>
          <p:cNvPr id="44" name="Google Shape;286;p19">
            <a:extLst>
              <a:ext uri="{FF2B5EF4-FFF2-40B4-BE49-F238E27FC236}">
                <a16:creationId xmlns:a16="http://schemas.microsoft.com/office/drawing/2014/main" id="{FE9CA1BD-6B76-49E1-9A19-3CA5C0B52ED4}"/>
              </a:ext>
            </a:extLst>
          </p:cNvPr>
          <p:cNvSpPr txBox="1"/>
          <p:nvPr/>
        </p:nvSpPr>
        <p:spPr>
          <a:xfrm>
            <a:off x="6335918" y="1978108"/>
            <a:ext cx="2275284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>
                <a:solidFill>
                  <a:srgbClr val="005088"/>
                </a:solidFill>
                <a:latin typeface="Roboto SemiBold"/>
                <a:ea typeface="Roboto SemiBold"/>
                <a:cs typeface="Roboto SemiBold"/>
                <a:sym typeface="Roboto SemiBold"/>
              </a:rPr>
              <a:t>Validation Service</a:t>
            </a:r>
            <a:endParaRPr/>
          </a:p>
        </p:txBody>
      </p:sp>
      <p:sp>
        <p:nvSpPr>
          <p:cNvPr id="45" name="Google Shape;287;p19">
            <a:extLst>
              <a:ext uri="{FF2B5EF4-FFF2-40B4-BE49-F238E27FC236}">
                <a16:creationId xmlns:a16="http://schemas.microsoft.com/office/drawing/2014/main" id="{D57019F5-8A02-48A6-B227-17287647AB96}"/>
              </a:ext>
            </a:extLst>
          </p:cNvPr>
          <p:cNvSpPr txBox="1"/>
          <p:nvPr/>
        </p:nvSpPr>
        <p:spPr>
          <a:xfrm>
            <a:off x="6390092" y="2368633"/>
            <a:ext cx="2166937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FastAPI. Consume Kafka, validate schema/data quality, tạo mẫu dữ liệu.</a:t>
            </a:r>
            <a:endParaRPr/>
          </a:p>
        </p:txBody>
      </p:sp>
      <p:sp>
        <p:nvSpPr>
          <p:cNvPr id="46" name="Google Shape;288;p19">
            <a:extLst>
              <a:ext uri="{FF2B5EF4-FFF2-40B4-BE49-F238E27FC236}">
                <a16:creationId xmlns:a16="http://schemas.microsoft.com/office/drawing/2014/main" id="{7AECA02D-4F7D-4B72-BBF3-B18F01F8B4A5}"/>
              </a:ext>
            </a:extLst>
          </p:cNvPr>
          <p:cNvSpPr txBox="1"/>
          <p:nvPr/>
        </p:nvSpPr>
        <p:spPr>
          <a:xfrm>
            <a:off x="9169606" y="1978108"/>
            <a:ext cx="2275284" cy="238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0" i="0" u="none" strike="noStrike" cap="none" dirty="0">
                <a:solidFill>
                  <a:srgbClr val="005088"/>
                </a:solidFill>
                <a:latin typeface="Roboto SemiBold"/>
                <a:ea typeface="Roboto SemiBold"/>
                <a:cs typeface="Roboto SemiBold"/>
                <a:sym typeface="Roboto SemiBold"/>
              </a:rPr>
              <a:t>Ingest Service</a:t>
            </a:r>
            <a:endParaRPr dirty="0"/>
          </a:p>
        </p:txBody>
      </p:sp>
      <p:sp>
        <p:nvSpPr>
          <p:cNvPr id="47" name="Google Shape;289;p19">
            <a:extLst>
              <a:ext uri="{FF2B5EF4-FFF2-40B4-BE49-F238E27FC236}">
                <a16:creationId xmlns:a16="http://schemas.microsoft.com/office/drawing/2014/main" id="{D5F2A8F9-94B8-4AAF-A769-967025D66A72}"/>
              </a:ext>
            </a:extLst>
          </p:cNvPr>
          <p:cNvSpPr txBox="1"/>
          <p:nvPr/>
        </p:nvSpPr>
        <p:spPr>
          <a:xfrm>
            <a:off x="9223779" y="2368633"/>
            <a:ext cx="2166937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4A5568"/>
                </a:solidFill>
                <a:latin typeface="Open Sans"/>
                <a:ea typeface="Open Sans"/>
                <a:cs typeface="Open Sans"/>
                <a:sym typeface="Open Sans"/>
              </a:rPr>
              <a:t>FastAPI. Transform dữ liệu và ghi vào Target DB (Postgres, Oracle, Lakehouse).</a:t>
            </a:r>
            <a:endParaRPr/>
          </a:p>
        </p:txBody>
      </p:sp>
      <p:pic>
        <p:nvPicPr>
          <p:cNvPr id="48" name="Google Shape;290;p19" descr="image.png">
            <a:extLst>
              <a:ext uri="{FF2B5EF4-FFF2-40B4-BE49-F238E27FC236}">
                <a16:creationId xmlns:a16="http://schemas.microsoft.com/office/drawing/2014/main" id="{F0E01927-5C39-46C6-B50D-1AE0D0AEE5F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663310" y="1339933"/>
            <a:ext cx="2857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291;p19" descr="image.png">
            <a:extLst>
              <a:ext uri="{FF2B5EF4-FFF2-40B4-BE49-F238E27FC236}">
                <a16:creationId xmlns:a16="http://schemas.microsoft.com/office/drawing/2014/main" id="{E55C6B6D-BDA6-4500-8153-030AEEFFD2F7}"/>
              </a:ext>
            </a:extLst>
          </p:cNvPr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401748" y="1339933"/>
            <a:ext cx="476250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0" name="Google Shape;292;p19" descr="image.png">
            <a:extLst>
              <a:ext uri="{FF2B5EF4-FFF2-40B4-BE49-F238E27FC236}">
                <a16:creationId xmlns:a16="http://schemas.microsoft.com/office/drawing/2014/main" id="{FE87B577-5EF5-41CC-8B5A-A77C332E1660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7306873" y="1339933"/>
            <a:ext cx="333375" cy="381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51" name="Google Shape;293;p19" descr="image.png">
            <a:extLst>
              <a:ext uri="{FF2B5EF4-FFF2-40B4-BE49-F238E27FC236}">
                <a16:creationId xmlns:a16="http://schemas.microsoft.com/office/drawing/2014/main" id="{A552667E-9C20-46A0-B8F3-8C7BE8A124F9}"/>
              </a:ext>
            </a:extLst>
          </p:cNvPr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0195315" y="1339933"/>
            <a:ext cx="333375" cy="38100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15374992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90A8EC-C92F-6910-F6DC-59DFF72D06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9A36B359-4CA0-B6D2-7C8D-E61D122AA1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 dirty="0">
                <a:latin typeface="Times New Roman"/>
                <a:cs typeface="Times New Roman"/>
              </a:rPr>
              <a:t>Storage layer</a:t>
            </a:r>
            <a:endParaRPr lang="en-AU" sz="3200" dirty="0">
              <a:solidFill>
                <a:schemeClr val="accent5"/>
              </a:solidFill>
              <a:latin typeface="Times New Roman"/>
              <a:cs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9FF263D-42C6-E769-584C-524261EDDA14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2289456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06DD-26B0-11DA-368E-FDC15174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3C768CB4-7F2F-B1A6-8077-E92C8B2FB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>
                <a:latin typeface="Times New Roman"/>
                <a:cs typeface="Times New Roman"/>
              </a:rPr>
              <a:t>Integration Architecture</a:t>
            </a:r>
            <a:endParaRPr lang="en-AU" sz="3200">
              <a:solidFill>
                <a:schemeClr val="accent5"/>
              </a:solidFill>
              <a:latin typeface="Times New Roman"/>
              <a:cs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115D5-A19F-CF2D-1AC4-78F1B9F8AC15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oogle Shape;812;p104">
            <a:extLst>
              <a:ext uri="{FF2B5EF4-FFF2-40B4-BE49-F238E27FC236}">
                <a16:creationId xmlns:a16="http://schemas.microsoft.com/office/drawing/2014/main" id="{FD025D88-C157-A63D-35D0-FFD2706E1394}"/>
              </a:ext>
            </a:extLst>
          </p:cNvPr>
          <p:cNvSpPr txBox="1"/>
          <p:nvPr/>
        </p:nvSpPr>
        <p:spPr>
          <a:xfrm>
            <a:off x="7726645" y="934804"/>
            <a:ext cx="4150967" cy="5754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just">
              <a:spcAft>
                <a:spcPts val="600"/>
              </a:spcAft>
            </a:pPr>
            <a:r>
              <a:rPr lang="en-US" sz="1400" b="1" dirty="0" err="1">
                <a:latin typeface="+mj-lt"/>
                <a:cs typeface="Arial"/>
              </a:rPr>
              <a:t>Không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phát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sinh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luồng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tích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hợp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mới</a:t>
            </a:r>
            <a:r>
              <a:rPr lang="en-US" sz="1400" b="1" dirty="0">
                <a:latin typeface="+mj-lt"/>
                <a:cs typeface="Arial"/>
              </a:rPr>
              <a:t>, </a:t>
            </a:r>
            <a:r>
              <a:rPr lang="en-US" sz="1400" b="1" dirty="0" err="1">
                <a:latin typeface="+mj-lt"/>
                <a:cs typeface="Arial"/>
              </a:rPr>
              <a:t>các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kết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nối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sẵn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có</a:t>
            </a:r>
            <a:r>
              <a:rPr lang="en-US" sz="1400" b="1" dirty="0">
                <a:latin typeface="+mj-lt"/>
                <a:cs typeface="Arial"/>
              </a:rPr>
              <a:t> </a:t>
            </a:r>
            <a:r>
              <a:rPr lang="en-US" sz="1400" b="1" dirty="0" err="1">
                <a:latin typeface="+mj-lt"/>
                <a:cs typeface="Arial"/>
              </a:rPr>
              <a:t>gồm</a:t>
            </a:r>
            <a:r>
              <a:rPr lang="en-US" sz="1400" b="1" dirty="0">
                <a:latin typeface="+mj-lt"/>
                <a:cs typeface="Arial"/>
              </a:rPr>
              <a:t>:</a:t>
            </a: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+mj-lt"/>
                <a:cs typeface="Arial"/>
              </a:rPr>
              <a:t>AZ DB -&gt; </a:t>
            </a:r>
            <a:r>
              <a:rPr lang="en-US" sz="1400" dirty="0" err="1">
                <a:latin typeface="+mj-lt"/>
                <a:cs typeface="Arial"/>
              </a:rPr>
              <a:t>BULanding</a:t>
            </a:r>
            <a:r>
              <a:rPr lang="en-US" sz="1400" dirty="0">
                <a:latin typeface="+mj-lt"/>
                <a:cs typeface="Arial"/>
              </a:rPr>
              <a:t>: data connection, </a:t>
            </a:r>
            <a:r>
              <a:rPr lang="en-US" sz="1400" dirty="0" err="1">
                <a:latin typeface="+mj-lt"/>
                <a:cs typeface="Arial"/>
              </a:rPr>
              <a:t>tạo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Dblink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trên</a:t>
            </a:r>
            <a:r>
              <a:rPr lang="en-US" sz="1400" dirty="0">
                <a:latin typeface="+mj-lt"/>
                <a:cs typeface="Arial"/>
              </a:rPr>
              <a:t> AZ DB </a:t>
            </a:r>
            <a:r>
              <a:rPr lang="en-US" sz="1400" dirty="0" err="1">
                <a:latin typeface="+mj-lt"/>
                <a:cs typeface="Arial"/>
              </a:rPr>
              <a:t>trỏ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tới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BULanding</a:t>
            </a:r>
            <a:r>
              <a:rPr lang="en-US" sz="1400" dirty="0">
                <a:latin typeface="+mj-lt"/>
                <a:cs typeface="Arial"/>
              </a:rPr>
              <a:t>.</a:t>
            </a:r>
            <a:endParaRPr lang="en-US" sz="1400" dirty="0">
              <a:latin typeface="+mj-lt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+mj-lt"/>
                <a:cs typeface="Arial"/>
              </a:rPr>
              <a:t>DS Hub -&gt; DSO Platform: </a:t>
            </a:r>
            <a:r>
              <a:rPr lang="en-US" sz="1400" dirty="0" err="1">
                <a:latin typeface="+mj-lt"/>
                <a:cs typeface="Arial"/>
              </a:rPr>
              <a:t>kết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nối</a:t>
            </a:r>
            <a:r>
              <a:rPr lang="en-US" sz="1400" dirty="0">
                <a:latin typeface="+mj-lt"/>
                <a:cs typeface="Arial"/>
              </a:rPr>
              <a:t> https </a:t>
            </a:r>
            <a:r>
              <a:rPr lang="en-US" sz="1400" dirty="0" err="1">
                <a:latin typeface="+mj-lt"/>
                <a:cs typeface="Arial"/>
              </a:rPr>
              <a:t>tới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Git</a:t>
            </a:r>
            <a:r>
              <a:rPr lang="en-US" sz="1400" dirty="0">
                <a:latin typeface="+mj-lt"/>
                <a:cs typeface="Arial"/>
              </a:rPr>
              <a:t> server </a:t>
            </a:r>
            <a:r>
              <a:rPr lang="en-US" sz="1400" dirty="0" err="1">
                <a:latin typeface="+mj-lt"/>
                <a:cs typeface="Arial"/>
              </a:rPr>
              <a:t>để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lưu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trữ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và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quản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lý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phiên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bản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mã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nguồn</a:t>
            </a:r>
            <a:r>
              <a:rPr lang="en-US" sz="1400" dirty="0">
                <a:latin typeface="+mj-lt"/>
                <a:cs typeface="Arial"/>
              </a:rPr>
              <a:t>.</a:t>
            </a:r>
            <a:endParaRPr lang="en-US" sz="1400" dirty="0">
              <a:latin typeface="+mj-lt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dirty="0">
                <a:latin typeface="+mj-lt"/>
                <a:cs typeface="Arial"/>
              </a:rPr>
              <a:t>DS Hub -&gt; AZ DB: </a:t>
            </a:r>
            <a:r>
              <a:rPr lang="en-US" sz="1400" dirty="0" err="1">
                <a:latin typeface="+mj-lt"/>
                <a:cs typeface="Arial"/>
              </a:rPr>
              <a:t>kết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nối</a:t>
            </a:r>
            <a:r>
              <a:rPr lang="en-US" sz="1400" dirty="0">
                <a:latin typeface="+mj-lt"/>
                <a:cs typeface="Arial"/>
              </a:rPr>
              <a:t> ODBC </a:t>
            </a:r>
            <a:r>
              <a:rPr lang="en-US" sz="1400" dirty="0" err="1">
                <a:latin typeface="+mj-lt"/>
                <a:cs typeface="Arial"/>
              </a:rPr>
              <a:t>tới</a:t>
            </a:r>
            <a:r>
              <a:rPr lang="en-US" sz="1400" dirty="0">
                <a:latin typeface="+mj-lt"/>
                <a:cs typeface="Arial"/>
              </a:rPr>
              <a:t> AZ: </a:t>
            </a:r>
            <a:r>
              <a:rPr lang="en-US" sz="1400" dirty="0" err="1">
                <a:latin typeface="+mj-lt"/>
                <a:cs typeface="Arial"/>
              </a:rPr>
              <a:t>cho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phép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các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thành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phần</a:t>
            </a:r>
            <a:r>
              <a:rPr lang="en-US" sz="1400" dirty="0">
                <a:latin typeface="+mj-lt"/>
                <a:cs typeface="Arial"/>
              </a:rPr>
              <a:t> DS Hub </a:t>
            </a:r>
            <a:r>
              <a:rPr lang="en-US" sz="1400" dirty="0" err="1">
                <a:latin typeface="+mj-lt"/>
                <a:cs typeface="Arial"/>
              </a:rPr>
              <a:t>đọc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ghi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dữ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liệu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tại</a:t>
            </a:r>
            <a:r>
              <a:rPr lang="en-US" sz="1400" dirty="0">
                <a:latin typeface="+mj-lt"/>
                <a:cs typeface="Arial"/>
              </a:rPr>
              <a:t> AZ </a:t>
            </a:r>
            <a:r>
              <a:rPr lang="en-US" sz="1400" dirty="0" err="1">
                <a:latin typeface="+mj-lt"/>
                <a:cs typeface="Arial"/>
              </a:rPr>
              <a:t>để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lấy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dữ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liệu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nguồn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và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lưu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kết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quả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phân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tích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bằng</a:t>
            </a:r>
            <a:r>
              <a:rPr lang="en-US" sz="1400" dirty="0">
                <a:latin typeface="+mj-lt"/>
                <a:cs typeface="Arial"/>
              </a:rPr>
              <a:t> ML </a:t>
            </a:r>
            <a:r>
              <a:rPr lang="en-US" sz="1400" dirty="0" err="1">
                <a:latin typeface="+mj-lt"/>
                <a:cs typeface="Arial"/>
              </a:rPr>
              <a:t>vào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bảng</a:t>
            </a:r>
            <a:r>
              <a:rPr lang="en-US" sz="1400" dirty="0">
                <a:latin typeface="+mj-lt"/>
                <a:cs typeface="Arial"/>
              </a:rPr>
              <a:t> </a:t>
            </a:r>
            <a:r>
              <a:rPr lang="en-US" sz="1400" dirty="0" err="1">
                <a:latin typeface="+mj-lt"/>
                <a:cs typeface="Arial"/>
              </a:rPr>
              <a:t>đích</a:t>
            </a:r>
            <a:r>
              <a:rPr lang="en-US" sz="1400" dirty="0">
                <a:latin typeface="+mj-lt"/>
                <a:cs typeface="Arial"/>
              </a:rPr>
              <a:t>.</a:t>
            </a:r>
            <a:endParaRPr lang="en-US" sz="1400" dirty="0">
              <a:latin typeface="+mj-lt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endParaRPr lang="en-US" sz="1400" dirty="0">
              <a:latin typeface="+mj-lt"/>
              <a:cs typeface="Arial" panose="020B0604020202020204" pitchFamily="34" charset="0"/>
            </a:endParaRPr>
          </a:p>
        </p:txBody>
      </p:sp>
      <p:pic>
        <p:nvPicPr>
          <p:cNvPr id="7" name="Picture 6" descr="C:\Users\vietda2\AppData\Local\Microsoft\Windows\INetCache\Content.MSO\70CD4B14.tmp">
            <a:extLst>
              <a:ext uri="{FF2B5EF4-FFF2-40B4-BE49-F238E27FC236}">
                <a16:creationId xmlns:a16="http://schemas.microsoft.com/office/drawing/2014/main" id="{8AD8C3E7-22AD-4D80-9BDF-7CCA0D282994}"/>
              </a:ext>
            </a:extLst>
          </p:cNvPr>
          <p:cNvPicPr/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5149" y="1864178"/>
            <a:ext cx="5900420" cy="32829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34048881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06DD-26B0-11DA-368E-FDC15174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3C768CB4-7F2F-B1A6-8077-E92C8B2FB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 dirty="0">
                <a:latin typeface="Times New Roman"/>
                <a:cs typeface="Times New Roman"/>
              </a:rPr>
              <a:t>Sequence </a:t>
            </a:r>
            <a:r>
              <a:rPr lang="en-AU" dirty="0" err="1">
                <a:latin typeface="Times New Roman"/>
                <a:cs typeface="Times New Roman"/>
              </a:rPr>
              <a:t>digram</a:t>
            </a:r>
            <a:r>
              <a:rPr lang="en-AU" dirty="0">
                <a:latin typeface="Times New Roman"/>
                <a:cs typeface="Times New Roman"/>
              </a:rPr>
              <a:t> – </a:t>
            </a:r>
            <a:r>
              <a:rPr lang="en-AU" dirty="0" err="1">
                <a:latin typeface="Times New Roman"/>
                <a:cs typeface="Times New Roman"/>
              </a:rPr>
              <a:t>luồng</a:t>
            </a:r>
            <a:r>
              <a:rPr lang="en-AU" dirty="0">
                <a:latin typeface="Times New Roman"/>
                <a:cs typeface="Times New Roman"/>
              </a:rPr>
              <a:t> upload files</a:t>
            </a:r>
            <a:endParaRPr lang="en-AU" sz="3200" dirty="0">
              <a:solidFill>
                <a:schemeClr val="accent5"/>
              </a:solidFill>
              <a:latin typeface="Times New Roman"/>
              <a:cs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115D5-A19F-CF2D-1AC4-78F1B9F8AC15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Google Shape;812;p104">
            <a:extLst>
              <a:ext uri="{FF2B5EF4-FFF2-40B4-BE49-F238E27FC236}">
                <a16:creationId xmlns:a16="http://schemas.microsoft.com/office/drawing/2014/main" id="{FD025D88-C157-A63D-35D0-FFD2706E1394}"/>
              </a:ext>
            </a:extLst>
          </p:cNvPr>
          <p:cNvSpPr txBox="1"/>
          <p:nvPr/>
        </p:nvSpPr>
        <p:spPr>
          <a:xfrm>
            <a:off x="7726645" y="934804"/>
            <a:ext cx="4150967" cy="5754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marL="285750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 b="1">
                <a:latin typeface="Calibri (Body)"/>
                <a:cs typeface="Arial"/>
              </a:rPr>
              <a:t>Airflow </a:t>
            </a:r>
            <a:r>
              <a:rPr lang="en-US" sz="1400" b="1" err="1">
                <a:latin typeface="Calibri (Body)"/>
                <a:cs typeface="Arial"/>
              </a:rPr>
              <a:t>quản</a:t>
            </a:r>
            <a:r>
              <a:rPr lang="en-US" sz="1400" b="1">
                <a:latin typeface="Calibri (Body)"/>
                <a:cs typeface="Arial"/>
              </a:rPr>
              <a:t> </a:t>
            </a:r>
            <a:r>
              <a:rPr lang="en-US" sz="1400" b="1" err="1">
                <a:latin typeface="Calibri (Body)"/>
                <a:cs typeface="Arial"/>
              </a:rPr>
              <a:t>lý</a:t>
            </a:r>
            <a:r>
              <a:rPr lang="en-US" sz="1400" b="1">
                <a:latin typeface="Calibri (Body)"/>
                <a:cs typeface="Arial"/>
              </a:rPr>
              <a:t> </a:t>
            </a:r>
            <a:r>
              <a:rPr lang="en-US" sz="1400" b="1" err="1">
                <a:latin typeface="Calibri (Body)"/>
                <a:cs typeface="Arial"/>
              </a:rPr>
              <a:t>và</a:t>
            </a:r>
            <a:r>
              <a:rPr lang="en-US" sz="1400" b="1">
                <a:latin typeface="Calibri (Body)"/>
                <a:cs typeface="Arial"/>
              </a:rPr>
              <a:t> </a:t>
            </a:r>
            <a:r>
              <a:rPr lang="en-US" sz="1400" b="1" err="1">
                <a:latin typeface="Calibri (Body)"/>
                <a:cs typeface="Arial"/>
              </a:rPr>
              <a:t>điều</a:t>
            </a:r>
            <a:r>
              <a:rPr lang="en-US" sz="1400" b="1">
                <a:latin typeface="Calibri (Body)"/>
                <a:cs typeface="Arial"/>
              </a:rPr>
              <a:t> </a:t>
            </a:r>
            <a:r>
              <a:rPr lang="en-US" sz="1400" b="1" err="1">
                <a:latin typeface="Calibri (Body)"/>
                <a:cs typeface="Arial"/>
              </a:rPr>
              <a:t>phối</a:t>
            </a:r>
            <a:r>
              <a:rPr lang="en-US" sz="1400" b="1">
                <a:latin typeface="Calibri (Body)"/>
                <a:cs typeface="Arial"/>
              </a:rPr>
              <a:t> </a:t>
            </a:r>
            <a:r>
              <a:rPr lang="en-US" sz="1400" b="1" err="1">
                <a:latin typeface="Calibri (Body)"/>
                <a:cs typeface="Arial"/>
              </a:rPr>
              <a:t>luồng</a:t>
            </a:r>
            <a:r>
              <a:rPr lang="en-US" sz="1400" b="1">
                <a:latin typeface="Calibri (Body)"/>
                <a:cs typeface="Arial"/>
              </a:rPr>
              <a:t> jobs:</a:t>
            </a: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Calibri (Body)"/>
                <a:cs typeface="Arial"/>
              </a:rPr>
              <a:t>(1) Feature ETL Jobs load </a:t>
            </a:r>
            <a:r>
              <a:rPr lang="en-US" sz="1400" err="1">
                <a:latin typeface="Calibri (Body)"/>
                <a:cs typeface="Arial"/>
              </a:rPr>
              <a:t>dữ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liệu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từ</a:t>
            </a:r>
            <a:r>
              <a:rPr lang="en-US" sz="1400">
                <a:latin typeface="Calibri (Body)"/>
                <a:cs typeface="Arial"/>
              </a:rPr>
              <a:t> RB Mart </a:t>
            </a:r>
            <a:r>
              <a:rPr lang="en-US" sz="1400" err="1">
                <a:latin typeface="Calibri (Body)"/>
                <a:cs typeface="Arial"/>
              </a:rPr>
              <a:t>trên</a:t>
            </a:r>
            <a:r>
              <a:rPr lang="en-US" sz="1400">
                <a:latin typeface="Calibri (Body)"/>
                <a:cs typeface="Arial"/>
              </a:rPr>
              <a:t> AZ zone.</a:t>
            </a:r>
            <a:endParaRPr lang="en-US" sz="1400">
              <a:latin typeface="Calibri (Body)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Calibri (Body)"/>
                <a:ea typeface="Calibri Light"/>
                <a:cs typeface="Arial"/>
              </a:rPr>
              <a:t>(2) Feature ETL Jobs 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tiền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xử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lý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dữ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liệu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và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ghi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vào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vùng</a:t>
            </a:r>
            <a:r>
              <a:rPr lang="en-US" sz="1400">
                <a:latin typeface="Calibri (Body)"/>
                <a:ea typeface="Calibri Light"/>
                <a:cs typeface="Arial"/>
              </a:rPr>
              <a:t> Feature Silver</a:t>
            </a: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Calibri (Body)"/>
                <a:cs typeface="Arial"/>
              </a:rPr>
              <a:t>(3) (4) Feature ETL Jobs </a:t>
            </a:r>
            <a:r>
              <a:rPr lang="en-US" sz="1400" err="1">
                <a:latin typeface="Calibri (Body)"/>
                <a:cs typeface="Arial"/>
              </a:rPr>
              <a:t>thực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hiện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tổng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hợp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dữ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liệu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sinh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ra</a:t>
            </a:r>
            <a:r>
              <a:rPr lang="en-US" sz="1400">
                <a:latin typeface="Calibri (Body)"/>
                <a:cs typeface="Arial"/>
              </a:rPr>
              <a:t> feature Gold. </a:t>
            </a:r>
            <a:r>
              <a:rPr lang="en-US" sz="1400" err="1">
                <a:latin typeface="Calibri (Body)"/>
                <a:cs typeface="Arial"/>
              </a:rPr>
              <a:t>Dữ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liệu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tại</a:t>
            </a:r>
            <a:r>
              <a:rPr lang="en-US" sz="1400">
                <a:latin typeface="Calibri (Body)"/>
                <a:cs typeface="Arial"/>
              </a:rPr>
              <a:t> feature gold </a:t>
            </a:r>
            <a:r>
              <a:rPr lang="en-US" sz="1400" err="1">
                <a:latin typeface="Calibri (Body)"/>
                <a:cs typeface="Arial"/>
              </a:rPr>
              <a:t>đã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sẵn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sàng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làm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đầu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vào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cho</a:t>
            </a:r>
            <a:r>
              <a:rPr lang="en-US" sz="1400">
                <a:latin typeface="Calibri (Body)"/>
                <a:cs typeface="Arial"/>
              </a:rPr>
              <a:t> training Model </a:t>
            </a:r>
            <a:endParaRPr lang="en-US" sz="1400">
              <a:latin typeface="Calibri (Body)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Calibri (Body)"/>
                <a:cs typeface="Arial"/>
              </a:rPr>
              <a:t>(5) (6) Job Label </a:t>
            </a:r>
            <a:r>
              <a:rPr lang="en-US" sz="1400" err="1">
                <a:latin typeface="Calibri (Body)"/>
                <a:cs typeface="Arial"/>
              </a:rPr>
              <a:t>gán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nhãn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dữ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liệu</a:t>
            </a:r>
            <a:r>
              <a:rPr lang="en-US" sz="1400">
                <a:latin typeface="Calibri (Body)"/>
                <a:cs typeface="Arial"/>
              </a:rPr>
              <a:t> </a:t>
            </a:r>
            <a:r>
              <a:rPr lang="en-US" sz="1400" err="1">
                <a:latin typeface="Calibri (Body)"/>
                <a:cs typeface="Arial"/>
              </a:rPr>
              <a:t>để</a:t>
            </a:r>
            <a:r>
              <a:rPr lang="en-US" sz="1400">
                <a:latin typeface="Calibri (Body)"/>
                <a:cs typeface="Arial"/>
              </a:rPr>
              <a:t> training </a:t>
            </a:r>
            <a:r>
              <a:rPr lang="en-US" sz="1400" err="1">
                <a:latin typeface="Calibri (Body)"/>
                <a:cs typeface="Arial"/>
              </a:rPr>
              <a:t>và</a:t>
            </a:r>
            <a:r>
              <a:rPr lang="en-US" sz="1400">
                <a:latin typeface="Calibri (Body)"/>
                <a:cs typeface="Arial"/>
              </a:rPr>
              <a:t> test </a:t>
            </a:r>
            <a:r>
              <a:rPr lang="en-US" sz="1400" err="1">
                <a:latin typeface="Calibri (Body)"/>
                <a:cs typeface="Arial"/>
              </a:rPr>
              <a:t>mô</a:t>
            </a:r>
            <a:r>
              <a:rPr lang="en-US" sz="1400">
                <a:latin typeface="Calibri (Body)"/>
                <a:cs typeface="Arial"/>
              </a:rPr>
              <a:t> </a:t>
            </a:r>
            <a:r>
              <a:rPr lang="en-US" sz="1400" err="1">
                <a:latin typeface="Calibri (Body)"/>
                <a:cs typeface="Arial"/>
              </a:rPr>
              <a:t>hình</a:t>
            </a:r>
            <a:r>
              <a:rPr lang="en-US" sz="1400">
                <a:latin typeface="Calibri (Body)"/>
                <a:cs typeface="Arial"/>
              </a:rPr>
              <a:t> </a:t>
            </a:r>
            <a:endParaRPr lang="en-US" sz="1400">
              <a:latin typeface="Calibri (Body)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Calibri (Body)"/>
                <a:ea typeface="Calibri Light"/>
                <a:cs typeface="Arial"/>
              </a:rPr>
              <a:t>(7) (8) Sau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khi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có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đủ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dữ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liệu</a:t>
            </a:r>
            <a:r>
              <a:rPr lang="en-US" sz="1400">
                <a:latin typeface="Calibri (Body)"/>
                <a:ea typeface="Calibri Light"/>
                <a:cs typeface="Arial"/>
              </a:rPr>
              <a:t> feature Gold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và</a:t>
            </a:r>
            <a:r>
              <a:rPr lang="en-US" sz="1400">
                <a:latin typeface="Calibri (Body)"/>
                <a:ea typeface="Calibri Light"/>
                <a:cs typeface="Arial"/>
              </a:rPr>
              <a:t>  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dữ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liệu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gán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nhãn</a:t>
            </a:r>
            <a:r>
              <a:rPr lang="en-US" sz="1400">
                <a:latin typeface="Calibri (Body)"/>
                <a:ea typeface="Calibri Light"/>
                <a:cs typeface="Arial"/>
              </a:rPr>
              <a:t>, training jobs 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sẽ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được</a:t>
            </a:r>
            <a:r>
              <a:rPr lang="en-US" sz="1400">
                <a:latin typeface="Calibri (Body)"/>
                <a:ea typeface="Calibri Light"/>
                <a:cs typeface="Arial"/>
              </a:rPr>
              <a:t> trigger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để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bắt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đầu</a:t>
            </a:r>
            <a:r>
              <a:rPr lang="en-US" sz="1400">
                <a:latin typeface="Calibri (Body)"/>
                <a:ea typeface="Calibri Light"/>
                <a:cs typeface="Arial"/>
              </a:rPr>
              <a:t> training </a:t>
            </a: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Calibri (Body)"/>
                <a:ea typeface="Calibri Light"/>
                <a:cs typeface="Arial"/>
              </a:rPr>
              <a:t>(9)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Kết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quả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của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quá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trình</a:t>
            </a:r>
            <a:r>
              <a:rPr lang="en-US" sz="1400">
                <a:latin typeface="Calibri (Body)"/>
                <a:ea typeface="Calibri Light"/>
                <a:cs typeface="Arial"/>
              </a:rPr>
              <a:t> training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là</a:t>
            </a:r>
            <a:r>
              <a:rPr lang="en-US" sz="1400">
                <a:latin typeface="Calibri (Body)"/>
                <a:ea typeface="Calibri Light"/>
                <a:cs typeface="Arial"/>
              </a:rPr>
              <a:t> Model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được</a:t>
            </a:r>
            <a:r>
              <a:rPr lang="en-US" sz="1400">
                <a:latin typeface="Calibri (Body)"/>
                <a:ea typeface="Calibri Light"/>
                <a:cs typeface="Arial"/>
              </a:rPr>
              <a:t>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gán</a:t>
            </a:r>
            <a:r>
              <a:rPr lang="en-US" sz="1400">
                <a:latin typeface="Calibri (Body)"/>
                <a:ea typeface="Calibri Light"/>
                <a:cs typeface="Arial"/>
              </a:rPr>
              <a:t> version</a:t>
            </a: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Calibri (Body)"/>
                <a:ea typeface="Calibri Light"/>
                <a:cs typeface="Arial"/>
              </a:rPr>
              <a:t>(10)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Đẩy</a:t>
            </a:r>
            <a:r>
              <a:rPr lang="en-US" sz="1400">
                <a:latin typeface="Calibri (Body)"/>
                <a:ea typeface="Calibri Light"/>
                <a:cs typeface="Arial"/>
              </a:rPr>
              <a:t> Model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từ</a:t>
            </a:r>
            <a:r>
              <a:rPr lang="en-US" sz="1400">
                <a:latin typeface="Calibri (Body)"/>
                <a:ea typeface="Calibri Light"/>
                <a:cs typeface="Arial"/>
              </a:rPr>
              <a:t> repo </a:t>
            </a:r>
            <a:r>
              <a:rPr lang="en-US" sz="1400" err="1">
                <a:latin typeface="Calibri (Body)"/>
                <a:ea typeface="Calibri Light"/>
                <a:cs typeface="Arial"/>
              </a:rPr>
              <a:t>lên</a:t>
            </a:r>
            <a:r>
              <a:rPr lang="en-US" sz="1400">
                <a:latin typeface="Calibri (Body)"/>
                <a:ea typeface="Calibri Light"/>
                <a:cs typeface="Arial"/>
              </a:rPr>
              <a:t>  Model registry </a:t>
            </a: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endParaRPr lang="en-US" sz="1400">
              <a:latin typeface="Calibri (Body)"/>
              <a:ea typeface="Calibri Light"/>
              <a:cs typeface="Arial"/>
            </a:endParaRPr>
          </a:p>
          <a:p>
            <a:pPr lvl="1" algn="just">
              <a:spcAft>
                <a:spcPts val="600"/>
              </a:spcAft>
            </a:pPr>
            <a:r>
              <a:rPr lang="en-US" sz="1400" i="1">
                <a:latin typeface="Calibri (Body)"/>
                <a:ea typeface="Calibri Light"/>
                <a:cs typeface="Arial"/>
              </a:rPr>
              <a:t>L</a:t>
            </a:r>
            <a:r>
              <a:rPr lang="vi-VN" sz="1400" i="1">
                <a:latin typeface="Calibri (Body)"/>
                <a:ea typeface="Calibri Light"/>
                <a:cs typeface="Arial"/>
              </a:rPr>
              <a:t>uồng Ingest và tranform dữ liệu AZ về feature gồm những trường theo nhu cầu nghiệp vụ phục vụ cho training mô hình</a:t>
            </a:r>
            <a:r>
              <a:rPr lang="en-US" sz="1400" i="1">
                <a:latin typeface="Calibri (Body)"/>
                <a:ea typeface="Calibri Light"/>
                <a:cs typeface="Arial"/>
              </a:rPr>
              <a:t>. </a:t>
            </a:r>
            <a:r>
              <a:rPr lang="vi-VN" sz="1400" i="1">
                <a:latin typeface="Calibri (Body)"/>
                <a:ea typeface="Calibri Light"/>
                <a:cs typeface="Arial"/>
              </a:rPr>
              <a:t>(không </a:t>
            </a:r>
            <a:r>
              <a:rPr lang="en-US" sz="1400" i="1">
                <a:latin typeface="Calibri (Body)"/>
                <a:ea typeface="Calibri Light"/>
                <a:cs typeface="Arial"/>
              </a:rPr>
              <a:t>bao gồm PII</a:t>
            </a:r>
            <a:r>
              <a:rPr lang="vi-VN" sz="1400" i="1">
                <a:latin typeface="Calibri (Body)"/>
                <a:ea typeface="Calibri Light"/>
                <a:cs typeface="Arial"/>
              </a:rPr>
              <a:t>).</a:t>
            </a:r>
            <a:endParaRPr lang="en-US" sz="1400" i="1">
              <a:latin typeface="Calibri (Body)"/>
              <a:ea typeface="Calibri Light"/>
              <a:cs typeface="Arial"/>
            </a:endParaRPr>
          </a:p>
          <a:p>
            <a:pPr lvl="1" algn="just">
              <a:spcAft>
                <a:spcPts val="600"/>
              </a:spcAft>
            </a:pPr>
            <a:endParaRPr lang="en-US" sz="1400">
              <a:latin typeface="Calibri (Body)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endParaRPr lang="en-US" sz="1400">
              <a:latin typeface="Calibri (Body)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22278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37A7C9-99E0-407B-8DEB-5BAC0FE537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DBCB89-CF4E-4938-A7AE-4277C994EBC3}"/>
              </a:ext>
            </a:extLst>
          </p:cNvPr>
          <p:cNvSpPr>
            <a:spLocks noGrp="1"/>
          </p:cNvSpPr>
          <p:nvPr>
            <p:ph sz="quarter" idx="15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E1522D6-C053-4244-A784-3391D3A738D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EBD5762-3BDC-484D-9503-7EA6D5A9A8CE}" type="slidenum">
              <a:rPr kumimoji="0" lang="en-US" sz="10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itchFamily="34" charset="0"/>
                <a:ea typeface="+mn-ea"/>
                <a:cs typeface="Arial" pitchFamily="34" charset="0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0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+mn-ea"/>
              <a:cs typeface="Arial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650172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06DD-26B0-11DA-368E-FDC15174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3C768CB4-7F2F-B1A6-8077-E92C8B2FB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 dirty="0">
                <a:latin typeface="Times New Roman"/>
                <a:cs typeface="Times New Roman"/>
              </a:rPr>
              <a:t>Sequence diagram – </a:t>
            </a:r>
            <a:r>
              <a:rPr lang="en-AU" dirty="0" err="1">
                <a:latin typeface="Times New Roman"/>
                <a:cs typeface="Times New Roman"/>
              </a:rPr>
              <a:t>luồng</a:t>
            </a:r>
            <a:r>
              <a:rPr lang="en-AU" dirty="0">
                <a:latin typeface="Times New Roman"/>
                <a:cs typeface="Times New Roman"/>
              </a:rPr>
              <a:t> d</a:t>
            </a:r>
            <a:r>
              <a:rPr lang="en-US" dirty="0" err="1">
                <a:latin typeface="Times New Roman"/>
                <a:cs typeface="Times New Roman"/>
              </a:rPr>
              <a:t>ownload</a:t>
            </a:r>
            <a:r>
              <a:rPr lang="en-US" dirty="0">
                <a:latin typeface="Times New Roman"/>
                <a:cs typeface="Times New Roman"/>
              </a:rPr>
              <a:t> files</a:t>
            </a:r>
            <a:endParaRPr lang="en-AU" sz="3200" dirty="0">
              <a:solidFill>
                <a:schemeClr val="accent5"/>
              </a:solidFill>
              <a:latin typeface="Times New Roman"/>
              <a:cs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115D5-A19F-CF2D-1AC4-78F1B9F8AC15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E79B962-A984-C31D-688E-6B3344B254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7249" y="1047750"/>
            <a:ext cx="7318001" cy="5311588"/>
          </a:xfrm>
          <a:prstGeom prst="rect">
            <a:avLst/>
          </a:prstGeom>
        </p:spPr>
      </p:pic>
      <p:sp>
        <p:nvSpPr>
          <p:cNvPr id="5" name="Google Shape;812;p104">
            <a:extLst>
              <a:ext uri="{FF2B5EF4-FFF2-40B4-BE49-F238E27FC236}">
                <a16:creationId xmlns:a16="http://schemas.microsoft.com/office/drawing/2014/main" id="{183197C3-ABCD-85B0-4654-C27F098163F9}"/>
              </a:ext>
            </a:extLst>
          </p:cNvPr>
          <p:cNvSpPr txBox="1"/>
          <p:nvPr/>
        </p:nvSpPr>
        <p:spPr>
          <a:xfrm>
            <a:off x="7939557" y="1102892"/>
            <a:ext cx="4150967" cy="5754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just">
              <a:spcAft>
                <a:spcPts val="600"/>
              </a:spcAft>
            </a:pPr>
            <a:r>
              <a:rPr lang="en-US" sz="1400" b="1">
                <a:latin typeface="+mj-lt"/>
                <a:cs typeface="Arial"/>
              </a:rPr>
              <a:t>Airflow </a:t>
            </a:r>
            <a:r>
              <a:rPr lang="en-US" sz="1400" b="1" err="1">
                <a:latin typeface="+mj-lt"/>
                <a:cs typeface="Arial"/>
              </a:rPr>
              <a:t>quản</a:t>
            </a:r>
            <a:r>
              <a:rPr lang="en-US" sz="1400" b="1">
                <a:latin typeface="+mj-lt"/>
                <a:cs typeface="Arial"/>
              </a:rPr>
              <a:t> </a:t>
            </a:r>
            <a:r>
              <a:rPr lang="en-US" sz="1400" b="1" err="1">
                <a:latin typeface="+mj-lt"/>
                <a:cs typeface="Arial"/>
              </a:rPr>
              <a:t>lý</a:t>
            </a:r>
            <a:r>
              <a:rPr lang="en-US" sz="1400" b="1">
                <a:latin typeface="+mj-lt"/>
                <a:cs typeface="Arial"/>
              </a:rPr>
              <a:t> </a:t>
            </a:r>
            <a:r>
              <a:rPr lang="en-US" sz="1400" b="1" err="1">
                <a:latin typeface="+mj-lt"/>
                <a:cs typeface="Arial"/>
              </a:rPr>
              <a:t>và</a:t>
            </a:r>
            <a:r>
              <a:rPr lang="en-US" sz="1400" b="1">
                <a:latin typeface="+mj-lt"/>
                <a:cs typeface="Arial"/>
              </a:rPr>
              <a:t> </a:t>
            </a:r>
            <a:r>
              <a:rPr lang="en-US" sz="1400" b="1" err="1">
                <a:latin typeface="+mj-lt"/>
                <a:cs typeface="Arial"/>
              </a:rPr>
              <a:t>điều</a:t>
            </a:r>
            <a:r>
              <a:rPr lang="en-US" sz="1400" b="1">
                <a:latin typeface="+mj-lt"/>
                <a:cs typeface="Arial"/>
              </a:rPr>
              <a:t> </a:t>
            </a:r>
            <a:r>
              <a:rPr lang="en-US" sz="1400" b="1" err="1">
                <a:latin typeface="+mj-lt"/>
                <a:cs typeface="Arial"/>
              </a:rPr>
              <a:t>phối</a:t>
            </a:r>
            <a:r>
              <a:rPr lang="en-US" sz="1400" b="1">
                <a:latin typeface="+mj-lt"/>
                <a:cs typeface="Arial"/>
              </a:rPr>
              <a:t> </a:t>
            </a:r>
            <a:r>
              <a:rPr lang="en-US" sz="1400" b="1" err="1">
                <a:latin typeface="+mj-lt"/>
                <a:cs typeface="Arial"/>
              </a:rPr>
              <a:t>luồng</a:t>
            </a:r>
            <a:r>
              <a:rPr lang="en-US" sz="1400" b="1">
                <a:latin typeface="+mj-lt"/>
                <a:cs typeface="Arial"/>
              </a:rPr>
              <a:t> jobs:</a:t>
            </a: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+mj-lt"/>
                <a:cs typeface="Arial"/>
              </a:rPr>
              <a:t>(1) (2) Feature ETL Jobs load </a:t>
            </a:r>
            <a:r>
              <a:rPr lang="en-US" sz="1400" err="1">
                <a:latin typeface="+mj-lt"/>
                <a:cs typeface="Arial"/>
              </a:rPr>
              <a:t>và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xử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lý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dữ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liệu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từ</a:t>
            </a:r>
            <a:r>
              <a:rPr lang="en-US" sz="1400">
                <a:latin typeface="+mj-lt"/>
                <a:cs typeface="Arial"/>
              </a:rPr>
              <a:t> RB Mart </a:t>
            </a:r>
            <a:r>
              <a:rPr lang="en-US" sz="1400" err="1">
                <a:latin typeface="+mj-lt"/>
                <a:cs typeface="Arial"/>
              </a:rPr>
              <a:t>trên</a:t>
            </a:r>
            <a:r>
              <a:rPr lang="en-US" sz="1400">
                <a:latin typeface="+mj-lt"/>
                <a:cs typeface="Arial"/>
              </a:rPr>
              <a:t> AZ zone </a:t>
            </a:r>
            <a:r>
              <a:rPr lang="en-US" sz="1400" err="1">
                <a:latin typeface="+mj-lt"/>
                <a:cs typeface="Arial"/>
              </a:rPr>
              <a:t>và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ghi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xuống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vùng</a:t>
            </a:r>
            <a:r>
              <a:rPr lang="en-US" sz="1400">
                <a:latin typeface="+mj-lt"/>
                <a:cs typeface="Arial"/>
              </a:rPr>
              <a:t> feature Silver.</a:t>
            </a:r>
            <a:endParaRPr lang="en-US" sz="1400">
              <a:latin typeface="+mj-lt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+mj-lt"/>
                <a:cs typeface="Arial"/>
              </a:rPr>
              <a:t>(3) (4) Feature ETL Jobs </a:t>
            </a:r>
            <a:r>
              <a:rPr lang="en-US" sz="1400" err="1">
                <a:latin typeface="+mj-lt"/>
                <a:cs typeface="Arial"/>
              </a:rPr>
              <a:t>thực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hiện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tổng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hợp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dữ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liệu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sinh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ra</a:t>
            </a:r>
            <a:r>
              <a:rPr lang="en-US" sz="1400">
                <a:latin typeface="+mj-lt"/>
                <a:cs typeface="Arial"/>
              </a:rPr>
              <a:t> Feature Gold. </a:t>
            </a:r>
            <a:r>
              <a:rPr lang="en-US" sz="1400" err="1">
                <a:latin typeface="+mj-lt"/>
                <a:cs typeface="Arial"/>
              </a:rPr>
              <a:t>Dữ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liệu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tại</a:t>
            </a:r>
            <a:r>
              <a:rPr lang="en-US" sz="1400">
                <a:latin typeface="+mj-lt"/>
                <a:cs typeface="Arial"/>
              </a:rPr>
              <a:t> feature gold </a:t>
            </a:r>
            <a:r>
              <a:rPr lang="en-US" sz="1400" err="1">
                <a:latin typeface="+mj-lt"/>
                <a:cs typeface="Arial"/>
              </a:rPr>
              <a:t>đã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sẵn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sàng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làm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đầu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vào</a:t>
            </a:r>
            <a:r>
              <a:rPr lang="en-US" sz="1400">
                <a:latin typeface="+mj-lt"/>
                <a:cs typeface="Arial"/>
              </a:rPr>
              <a:t> </a:t>
            </a:r>
            <a:r>
              <a:rPr lang="en-US" sz="1400" err="1">
                <a:latin typeface="+mj-lt"/>
                <a:cs typeface="Arial"/>
              </a:rPr>
              <a:t>cho</a:t>
            </a:r>
            <a:r>
              <a:rPr lang="en-US" sz="1400">
                <a:latin typeface="+mj-lt"/>
                <a:cs typeface="Arial"/>
              </a:rPr>
              <a:t> job batch </a:t>
            </a:r>
            <a:r>
              <a:rPr lang="en-US" sz="1400" err="1">
                <a:latin typeface="+mj-lt"/>
                <a:cs typeface="Arial"/>
              </a:rPr>
              <a:t>scori</a:t>
            </a:r>
            <a:r>
              <a:rPr lang="en-US" sz="1400">
                <a:latin typeface="+mj-lt"/>
                <a:cs typeface="Arial"/>
              </a:rPr>
              <a:t>ng </a:t>
            </a:r>
            <a:endParaRPr lang="en-US" sz="1400">
              <a:latin typeface="+mj-lt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+mj-lt"/>
                <a:ea typeface="Calibri Light"/>
                <a:cs typeface="Arial"/>
              </a:rPr>
              <a:t>(5) (6) Sau </a:t>
            </a:r>
            <a:r>
              <a:rPr lang="en-US" sz="1400" err="1">
                <a:latin typeface="+mj-lt"/>
                <a:ea typeface="Calibri Light"/>
                <a:cs typeface="Arial"/>
              </a:rPr>
              <a:t>khi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có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đủ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dữ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liệu</a:t>
            </a:r>
            <a:r>
              <a:rPr lang="en-US" sz="1400">
                <a:latin typeface="+mj-lt"/>
                <a:ea typeface="Calibri Light"/>
                <a:cs typeface="Arial"/>
              </a:rPr>
              <a:t> feature Gold. Batch scoring jobs </a:t>
            </a:r>
            <a:r>
              <a:rPr lang="en-US" sz="1400" err="1">
                <a:latin typeface="+mj-lt"/>
                <a:ea typeface="Calibri Light"/>
                <a:cs typeface="Arial"/>
              </a:rPr>
              <a:t>sẽ</a:t>
            </a:r>
            <a:r>
              <a:rPr lang="en-US" sz="1400">
                <a:latin typeface="+mj-lt"/>
                <a:ea typeface="Calibri Light"/>
                <a:cs typeface="Arial"/>
              </a:rPr>
              <a:t> load Model </a:t>
            </a:r>
            <a:r>
              <a:rPr lang="en-US" sz="1400" err="1">
                <a:latin typeface="+mj-lt"/>
                <a:ea typeface="Calibri Light"/>
                <a:cs typeface="Arial"/>
              </a:rPr>
              <a:t>từ</a:t>
            </a:r>
            <a:r>
              <a:rPr lang="en-US" sz="1400">
                <a:latin typeface="+mj-lt"/>
                <a:ea typeface="Calibri Light"/>
                <a:cs typeface="Arial"/>
              </a:rPr>
              <a:t> repo </a:t>
            </a:r>
            <a:r>
              <a:rPr lang="en-US" sz="1400" err="1">
                <a:latin typeface="+mj-lt"/>
                <a:ea typeface="Calibri Light"/>
                <a:cs typeface="Arial"/>
              </a:rPr>
              <a:t>để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bắt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đầu</a:t>
            </a:r>
            <a:r>
              <a:rPr lang="en-US" sz="1400">
                <a:latin typeface="+mj-lt"/>
                <a:ea typeface="Calibri Light"/>
                <a:cs typeface="Arial"/>
              </a:rPr>
              <a:t> </a:t>
            </a:r>
            <a:r>
              <a:rPr lang="en-US" sz="1400" err="1">
                <a:latin typeface="+mj-lt"/>
                <a:ea typeface="Calibri Light"/>
                <a:cs typeface="Arial"/>
              </a:rPr>
              <a:t>chấm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điểm</a:t>
            </a:r>
            <a:endParaRPr lang="en-US" sz="1400">
              <a:latin typeface="+mj-lt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r>
              <a:rPr lang="en-US" sz="1400">
                <a:latin typeface="+mj-lt"/>
                <a:ea typeface="Calibri Light"/>
                <a:cs typeface="Arial"/>
              </a:rPr>
              <a:t>(7) </a:t>
            </a:r>
            <a:r>
              <a:rPr lang="en-US" sz="1400" err="1">
                <a:latin typeface="+mj-lt"/>
                <a:ea typeface="Calibri Light"/>
                <a:cs typeface="Arial"/>
              </a:rPr>
              <a:t>Kết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quả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của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quá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trình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chấm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điểm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được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lưu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về</a:t>
            </a:r>
            <a:r>
              <a:rPr lang="en-US" sz="1400">
                <a:latin typeface="+mj-lt"/>
                <a:ea typeface="Calibri Light"/>
                <a:cs typeface="Arial"/>
              </a:rPr>
              <a:t> RB Mart </a:t>
            </a:r>
            <a:r>
              <a:rPr lang="en-US" sz="1400" err="1">
                <a:latin typeface="+mj-lt"/>
                <a:ea typeface="Calibri Light"/>
                <a:cs typeface="Arial"/>
              </a:rPr>
              <a:t>cho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các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ứng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dụng</a:t>
            </a:r>
            <a:r>
              <a:rPr lang="en-US" sz="1400">
                <a:latin typeface="+mj-lt"/>
                <a:ea typeface="Calibri Light"/>
                <a:cs typeface="Arial"/>
              </a:rPr>
              <a:t> downstream </a:t>
            </a:r>
            <a:r>
              <a:rPr lang="en-US" sz="1400" err="1">
                <a:latin typeface="+mj-lt"/>
                <a:ea typeface="Calibri Light"/>
                <a:cs typeface="Arial"/>
              </a:rPr>
              <a:t>khai</a:t>
            </a:r>
            <a:r>
              <a:rPr lang="en-US" sz="1400">
                <a:latin typeface="+mj-lt"/>
                <a:ea typeface="Calibri Light"/>
                <a:cs typeface="Arial"/>
              </a:rPr>
              <a:t> </a:t>
            </a:r>
            <a:r>
              <a:rPr lang="en-US" sz="1400" err="1">
                <a:latin typeface="+mj-lt"/>
                <a:ea typeface="Calibri Light"/>
                <a:cs typeface="Arial"/>
              </a:rPr>
              <a:t>thác</a:t>
            </a:r>
            <a:endParaRPr lang="en-US" sz="1400">
              <a:latin typeface="+mj-lt"/>
              <a:ea typeface="Calibri Light"/>
              <a:cs typeface="Arial"/>
            </a:endParaRPr>
          </a:p>
          <a:p>
            <a:pPr lvl="1" algn="just">
              <a:spcAft>
                <a:spcPts val="600"/>
              </a:spcAft>
            </a:pPr>
            <a:endParaRPr lang="en-US" sz="1400">
              <a:latin typeface="+mj-lt"/>
              <a:ea typeface="Calibri Light"/>
              <a:cs typeface="Arial"/>
            </a:endParaRPr>
          </a:p>
          <a:p>
            <a:pPr lvl="1" algn="just">
              <a:spcAft>
                <a:spcPts val="600"/>
              </a:spcAft>
            </a:pPr>
            <a:endParaRPr lang="en-US" sz="1400">
              <a:latin typeface="+mj-lt"/>
              <a:ea typeface="Calibri Light"/>
              <a:cs typeface="Arial"/>
            </a:endParaRPr>
          </a:p>
          <a:p>
            <a:pPr marL="742950" lvl="1" indent="-285750" algn="just">
              <a:spcAft>
                <a:spcPts val="600"/>
              </a:spcAft>
              <a:buFont typeface="Wingdings" panose="05000000000000000000" pitchFamily="2" charset="2"/>
              <a:buChar char="§"/>
            </a:pPr>
            <a:endParaRPr lang="en-US" sz="1400">
              <a:latin typeface="+mj-lt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8215563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7B4BC13-E12D-0B44-A2E8-C99A9DF772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1605D2F7-8911-5476-A366-9D2885A3714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 dirty="0">
                <a:latin typeface="+mn-lt"/>
                <a:cs typeface="Times New Roman" panose="02020603050405020304" pitchFamily="18" charset="0"/>
              </a:rPr>
              <a:t>Security &amp; Authentication &amp; Authorization</a:t>
            </a:r>
            <a:endParaRPr lang="en-AU" sz="3200" dirty="0">
              <a:solidFill>
                <a:schemeClr val="accent5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D7A3978E-15F2-014A-FCD2-F088DE17CE20}"/>
              </a:ext>
            </a:extLst>
          </p:cNvPr>
          <p:cNvSpPr/>
          <p:nvPr/>
        </p:nvSpPr>
        <p:spPr>
          <a:xfrm>
            <a:off x="527456" y="723538"/>
            <a:ext cx="1049271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8DA6908-9C52-C86A-1E47-641060478848}"/>
              </a:ext>
            </a:extLst>
          </p:cNvPr>
          <p:cNvGraphicFramePr>
            <a:graphicFrameLocks noGrp="1"/>
          </p:cNvGraphicFramePr>
          <p:nvPr/>
        </p:nvGraphicFramePr>
        <p:xfrm>
          <a:off x="769107" y="3041887"/>
          <a:ext cx="4585318" cy="3165709"/>
        </p:xfrm>
        <a:graphic>
          <a:graphicData uri="http://schemas.openxmlformats.org/drawingml/2006/table">
            <a:tbl>
              <a:tblPr firstRow="1" bandRow="1">
                <a:tableStyleId>{21E4AEA4-8DFA-4A89-87EB-49C32662AFE0}</a:tableStyleId>
              </a:tblPr>
              <a:tblGrid>
                <a:gridCol w="2516352">
                  <a:extLst>
                    <a:ext uri="{9D8B030D-6E8A-4147-A177-3AD203B41FA5}">
                      <a16:colId xmlns:a16="http://schemas.microsoft.com/office/drawing/2014/main" val="400792152"/>
                    </a:ext>
                  </a:extLst>
                </a:gridCol>
                <a:gridCol w="2068966">
                  <a:extLst>
                    <a:ext uri="{9D8B030D-6E8A-4147-A177-3AD203B41FA5}">
                      <a16:colId xmlns:a16="http://schemas.microsoft.com/office/drawing/2014/main" val="555775234"/>
                    </a:ext>
                  </a:extLst>
                </a:gridCol>
              </a:tblGrid>
              <a:tr h="422509">
                <a:tc>
                  <a:txBody>
                    <a:bodyPr/>
                    <a:lstStyle/>
                    <a:p>
                      <a:r>
                        <a:rPr lang="en-US"/>
                        <a:t>Nhóm domain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Số lượng feature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64677249"/>
                  </a:ext>
                </a:extLst>
              </a:tr>
              <a:tr h="220812">
                <a:tc>
                  <a:txBody>
                    <a:bodyPr/>
                    <a:lstStyle/>
                    <a:p>
                      <a:r>
                        <a:rPr lang="en-US" sz="1400" b="0"/>
                        <a:t>Demographics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50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6580928"/>
                  </a:ext>
                </a:extLst>
              </a:tr>
              <a:tr h="220812">
                <a:tc>
                  <a:txBody>
                    <a:bodyPr/>
                    <a:lstStyle/>
                    <a:p>
                      <a:r>
                        <a:rPr lang="en-US" sz="1400" b="0"/>
                        <a:t>Casa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512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86215114"/>
                  </a:ext>
                </a:extLst>
              </a:tr>
              <a:tr h="220812">
                <a:tc>
                  <a:txBody>
                    <a:bodyPr/>
                    <a:lstStyle/>
                    <a:p>
                      <a:r>
                        <a:rPr lang="en-US" sz="1400" b="0"/>
                        <a:t>FD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384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53978562"/>
                  </a:ext>
                </a:extLst>
              </a:tr>
              <a:tr h="220812">
                <a:tc>
                  <a:txBody>
                    <a:bodyPr/>
                    <a:lstStyle/>
                    <a:p>
                      <a:r>
                        <a:rPr lang="en-US" sz="1400" b="0"/>
                        <a:t>Bond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83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7573765"/>
                  </a:ext>
                </a:extLst>
              </a:tr>
              <a:tr h="220812">
                <a:tc>
                  <a:txBody>
                    <a:bodyPr/>
                    <a:lstStyle/>
                    <a:p>
                      <a:r>
                        <a:rPr lang="en-US" sz="1400" b="0"/>
                        <a:t>Credit card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1 024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64589088"/>
                  </a:ext>
                </a:extLst>
              </a:tr>
              <a:tr h="220812">
                <a:tc>
                  <a:txBody>
                    <a:bodyPr/>
                    <a:lstStyle/>
                    <a:p>
                      <a:r>
                        <a:rPr lang="en-US" sz="1400" b="0"/>
                        <a:t>Debit card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768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87841"/>
                  </a:ext>
                </a:extLst>
              </a:tr>
              <a:tr h="220812">
                <a:tc>
                  <a:txBody>
                    <a:bodyPr/>
                    <a:lstStyle/>
                    <a:p>
                      <a:r>
                        <a:rPr lang="en-US" sz="1400" b="0"/>
                        <a:t>Loan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384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52967890"/>
                  </a:ext>
                </a:extLst>
              </a:tr>
              <a:tr h="220812">
                <a:tc>
                  <a:txBody>
                    <a:bodyPr/>
                    <a:lstStyle/>
                    <a:p>
                      <a:r>
                        <a:rPr lang="en-US" sz="1400" b="0"/>
                        <a:t>OD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/>
                        <a:t>64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19993584"/>
                  </a:ext>
                </a:extLst>
              </a:tr>
              <a:tr h="220812">
                <a:tc>
                  <a:txBody>
                    <a:bodyPr/>
                    <a:lstStyle/>
                    <a:p>
                      <a:r>
                        <a:rPr lang="en-US" sz="1400" b="1"/>
                        <a:t>Total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/>
                        <a:t>3 269</a:t>
                      </a:r>
                    </a:p>
                  </a:txBody>
                  <a:tcPr anchor="ctr">
                    <a:lnL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70496211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E2C7AF7B-DF83-B89A-0C0D-3713B59A7C25}"/>
              </a:ext>
            </a:extLst>
          </p:cNvPr>
          <p:cNvSpPr txBox="1"/>
          <p:nvPr/>
        </p:nvSpPr>
        <p:spPr>
          <a:xfrm>
            <a:off x="769108" y="831494"/>
            <a:ext cx="10251063" cy="2031325"/>
          </a:xfrm>
          <a:prstGeom prst="rect">
            <a:avLst/>
          </a:prstGeom>
          <a:noFill/>
        </p:spPr>
        <p:txBody>
          <a:bodyPr wrap="square" lIns="91440" tIns="45720" rIns="91440" bIns="45720" rtlCol="0" anchor="t">
            <a:spAutoFit/>
          </a:bodyPr>
          <a:lstStyle/>
          <a:p>
            <a:r>
              <a:rPr lang="en-US" b="1" dirty="0"/>
              <a:t>Data storage: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Tổng</a:t>
            </a:r>
            <a:r>
              <a:rPr lang="en-US" dirty="0"/>
              <a:t> </a:t>
            </a:r>
            <a:r>
              <a:rPr lang="en-US" dirty="0" err="1"/>
              <a:t>số</a:t>
            </a:r>
            <a:r>
              <a:rPr lang="en-US" dirty="0"/>
              <a:t> feature </a:t>
            </a:r>
            <a:r>
              <a:rPr lang="en-US" dirty="0" err="1"/>
              <a:t>hiện</a:t>
            </a:r>
            <a:r>
              <a:rPr lang="en-US" dirty="0"/>
              <a:t> </a:t>
            </a:r>
            <a:r>
              <a:rPr lang="en-US" dirty="0" err="1"/>
              <a:t>hữu</a:t>
            </a:r>
            <a:r>
              <a:rPr lang="en-US" dirty="0"/>
              <a:t>: </a:t>
            </a:r>
            <a:r>
              <a:rPr lang="en-US" b="1" dirty="0"/>
              <a:t>3269. </a:t>
            </a:r>
            <a:r>
              <a:rPr lang="en-US" b="1" dirty="0" err="1"/>
              <a:t>Dự</a:t>
            </a:r>
            <a:r>
              <a:rPr lang="en-US" b="1" dirty="0"/>
              <a:t> </a:t>
            </a:r>
            <a:r>
              <a:rPr lang="en-US" b="1" dirty="0" err="1"/>
              <a:t>kiến</a:t>
            </a:r>
            <a:r>
              <a:rPr lang="en-US" b="1" dirty="0"/>
              <a:t> </a:t>
            </a:r>
            <a:r>
              <a:rPr lang="en-US" b="1" dirty="0" err="1"/>
              <a:t>tăng</a:t>
            </a:r>
            <a:r>
              <a:rPr lang="en-US" b="1" dirty="0"/>
              <a:t> </a:t>
            </a:r>
            <a:r>
              <a:rPr lang="en-US" b="1" dirty="0" err="1"/>
              <a:t>lên</a:t>
            </a:r>
            <a:r>
              <a:rPr lang="en-US" b="1" dirty="0"/>
              <a:t> </a:t>
            </a:r>
            <a:r>
              <a:rPr lang="en-US" b="1" dirty="0" err="1"/>
              <a:t>khoảng</a:t>
            </a:r>
            <a:r>
              <a:rPr lang="en-US" b="1" dirty="0"/>
              <a:t> 7 000 features </a:t>
            </a:r>
            <a:r>
              <a:rPr lang="en-US" b="1" dirty="0" err="1"/>
              <a:t>trong</a:t>
            </a:r>
            <a:r>
              <a:rPr lang="en-US" b="1" dirty="0"/>
              <a:t> 2026</a:t>
            </a:r>
            <a:endParaRPr lang="en-US" b="1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>
                <a:ea typeface="Calibri"/>
                <a:cs typeface="Calibri"/>
              </a:rPr>
              <a:t>Thời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gian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lưu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trữ</a:t>
            </a:r>
            <a:r>
              <a:rPr lang="en-US" dirty="0">
                <a:ea typeface="Calibri"/>
                <a:cs typeface="Calibri"/>
              </a:rPr>
              <a:t> feature store: 3 </a:t>
            </a:r>
            <a:r>
              <a:rPr lang="en-US" dirty="0" err="1">
                <a:ea typeface="Calibri"/>
                <a:cs typeface="Calibri"/>
              </a:rPr>
              <a:t>năm</a:t>
            </a:r>
            <a:r>
              <a:rPr lang="en-US" dirty="0">
                <a:ea typeface="Calibri"/>
                <a:cs typeface="Calibri"/>
              </a:rPr>
              <a:t>, </a:t>
            </a:r>
            <a:r>
              <a:rPr lang="en-US" dirty="0" err="1">
                <a:ea typeface="Calibri"/>
                <a:cs typeface="Calibri"/>
              </a:rPr>
              <a:t>xóa</a:t>
            </a:r>
            <a:r>
              <a:rPr lang="en-US" dirty="0">
                <a:ea typeface="Calibri"/>
                <a:cs typeface="Calibri"/>
              </a:rPr>
              <a:t> quay </a:t>
            </a:r>
            <a:r>
              <a:rPr lang="en-US" dirty="0" err="1">
                <a:ea typeface="Calibri"/>
                <a:cs typeface="Calibri"/>
              </a:rPr>
              <a:t>vòng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không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cần</a:t>
            </a:r>
            <a:r>
              <a:rPr lang="en-US" dirty="0">
                <a:ea typeface="Calibri"/>
                <a:cs typeface="Calibri"/>
              </a:rPr>
              <a:t> backup </a:t>
            </a:r>
            <a:r>
              <a:rPr lang="en-US" dirty="0" err="1">
                <a:ea typeface="Calibri"/>
                <a:cs typeface="Calibri"/>
              </a:rPr>
              <a:t>dữ</a:t>
            </a:r>
            <a:r>
              <a:rPr lang="en-US" dirty="0">
                <a:ea typeface="Calibri"/>
                <a:cs typeface="Calibri"/>
              </a:rPr>
              <a:t> </a:t>
            </a:r>
            <a:r>
              <a:rPr lang="en-US" dirty="0" err="1">
                <a:ea typeface="Calibri"/>
                <a:cs typeface="Calibri"/>
              </a:rPr>
              <a:t>liệu</a:t>
            </a:r>
            <a:endParaRPr lang="en-US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Sizing: Data </a:t>
            </a:r>
            <a:r>
              <a:rPr lang="en-US" dirty="0" err="1"/>
              <a:t>từ</a:t>
            </a:r>
            <a:r>
              <a:rPr lang="en-US" dirty="0"/>
              <a:t> 202401 </a:t>
            </a:r>
            <a:r>
              <a:rPr lang="en-US" dirty="0" err="1"/>
              <a:t>đến</a:t>
            </a:r>
            <a:r>
              <a:rPr lang="en-US" dirty="0"/>
              <a:t> nay, incremental monthly</a:t>
            </a:r>
            <a:endParaRPr lang="en-US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Tần</a:t>
            </a:r>
            <a:r>
              <a:rPr lang="en-US" dirty="0"/>
              <a:t> </a:t>
            </a:r>
            <a:r>
              <a:rPr lang="en-US" dirty="0" err="1"/>
              <a:t>suất</a:t>
            </a:r>
            <a:r>
              <a:rPr lang="en-US" dirty="0"/>
              <a:t> </a:t>
            </a:r>
            <a:r>
              <a:rPr lang="en-US" dirty="0" err="1"/>
              <a:t>cập</a:t>
            </a:r>
            <a:r>
              <a:rPr lang="en-US" dirty="0"/>
              <a:t> </a:t>
            </a:r>
            <a:r>
              <a:rPr lang="en-US" dirty="0" err="1"/>
              <a:t>nhật</a:t>
            </a:r>
            <a:r>
              <a:rPr lang="en-US" dirty="0"/>
              <a:t>: </a:t>
            </a:r>
            <a:r>
              <a:rPr lang="en-US" dirty="0" err="1"/>
              <a:t>định</a:t>
            </a:r>
            <a:r>
              <a:rPr lang="en-US" dirty="0"/>
              <a:t> </a:t>
            </a:r>
            <a:r>
              <a:rPr lang="en-US" dirty="0" err="1"/>
              <a:t>kỳ</a:t>
            </a:r>
            <a:r>
              <a:rPr lang="en-US" dirty="0"/>
              <a:t> </a:t>
            </a:r>
            <a:r>
              <a:rPr lang="en-US" dirty="0" err="1"/>
              <a:t>hàng</a:t>
            </a:r>
            <a:r>
              <a:rPr lang="en-US" dirty="0"/>
              <a:t> </a:t>
            </a:r>
            <a:r>
              <a:rPr lang="en-US" dirty="0" err="1"/>
              <a:t>tháng</a:t>
            </a:r>
            <a:endParaRPr lang="en-US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 err="1"/>
              <a:t>Hình</a:t>
            </a:r>
            <a:r>
              <a:rPr lang="en-US" dirty="0"/>
              <a:t> </a:t>
            </a:r>
            <a:r>
              <a:rPr lang="en-US" dirty="0" err="1"/>
              <a:t>thức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r>
              <a:rPr lang="en-US" dirty="0"/>
              <a:t>: file *.parquet </a:t>
            </a:r>
            <a:r>
              <a:rPr lang="en-US" dirty="0" err="1"/>
              <a:t>trên</a:t>
            </a:r>
            <a:r>
              <a:rPr lang="en-US" dirty="0"/>
              <a:t> Data Science Hub</a:t>
            </a:r>
            <a:endParaRPr lang="en-US" dirty="0">
              <a:ea typeface="Calibri"/>
              <a:cs typeface="Calibri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Feature store </a:t>
            </a:r>
            <a:r>
              <a:rPr lang="en-US" dirty="0" err="1"/>
              <a:t>được</a:t>
            </a:r>
            <a:r>
              <a:rPr lang="en-US" dirty="0"/>
              <a:t> </a:t>
            </a:r>
            <a:r>
              <a:rPr lang="en-US" dirty="0" err="1"/>
              <a:t>lưu</a:t>
            </a:r>
            <a:r>
              <a:rPr lang="en-US" dirty="0"/>
              <a:t> </a:t>
            </a:r>
            <a:r>
              <a:rPr lang="en-US" dirty="0" err="1"/>
              <a:t>trữ</a:t>
            </a:r>
            <a:r>
              <a:rPr lang="en-US" dirty="0"/>
              <a:t> incremental </a:t>
            </a:r>
            <a:r>
              <a:rPr lang="en-US" dirty="0" err="1"/>
              <a:t>sau</a:t>
            </a:r>
            <a:r>
              <a:rPr lang="en-US" dirty="0"/>
              <a:t> </a:t>
            </a:r>
            <a:r>
              <a:rPr lang="en-US" dirty="0" err="1"/>
              <a:t>mỗi</a:t>
            </a:r>
            <a:r>
              <a:rPr lang="en-US" dirty="0"/>
              <a:t> </a:t>
            </a:r>
            <a:r>
              <a:rPr lang="en-US" dirty="0" err="1"/>
              <a:t>lần</a:t>
            </a:r>
            <a:r>
              <a:rPr lang="en-US" dirty="0"/>
              <a:t> </a:t>
            </a:r>
            <a:r>
              <a:rPr lang="en-US" dirty="0" err="1"/>
              <a:t>cập</a:t>
            </a:r>
            <a:r>
              <a:rPr lang="en-US" dirty="0"/>
              <a:t> </a:t>
            </a:r>
            <a:r>
              <a:rPr lang="en-US" dirty="0" err="1"/>
              <a:t>nhật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6273536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06DD-26B0-11DA-368E-FDC15174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3C768CB4-7F2F-B1A6-8077-E92C8B2FB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>
                <a:latin typeface="Times New Roman"/>
                <a:cs typeface="Times New Roman"/>
              </a:rPr>
              <a:t>Deployment Architecture</a:t>
            </a:r>
            <a:endParaRPr lang="en-AU" sz="3200">
              <a:solidFill>
                <a:schemeClr val="accent5"/>
              </a:solidFill>
              <a:latin typeface="Times New Roman"/>
              <a:cs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115D5-A19F-CF2D-1AC4-78F1B9F8AC15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812;p104">
            <a:extLst>
              <a:ext uri="{FF2B5EF4-FFF2-40B4-BE49-F238E27FC236}">
                <a16:creationId xmlns:a16="http://schemas.microsoft.com/office/drawing/2014/main" id="{FD025D88-C157-A63D-35D0-FFD2706E1394}"/>
              </a:ext>
            </a:extLst>
          </p:cNvPr>
          <p:cNvSpPr txBox="1"/>
          <p:nvPr/>
        </p:nvSpPr>
        <p:spPr>
          <a:xfrm>
            <a:off x="8709891" y="2605355"/>
            <a:ext cx="2977900" cy="467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just">
              <a:spcAft>
                <a:spcPts val="600"/>
              </a:spcAft>
            </a:pPr>
            <a:r>
              <a:rPr lang="en-US" sz="1400" b="1">
                <a:latin typeface="+mj-lt"/>
                <a:cs typeface="Arial" panose="020B0604020202020204" pitchFamily="34" charset="0"/>
              </a:rPr>
              <a:t>Không có thay đổi về kiến trúc triển khai và phát sinh thêm hạ tầng mới.</a:t>
            </a:r>
            <a:endParaRPr lang="en-US" sz="1400">
              <a:latin typeface="+mj-lt"/>
              <a:cs typeface="Arial" panose="020B0604020202020204" pitchFamily="34" charset="0"/>
            </a:endParaRP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FB910210-2605-61C3-FD96-51D422EDF29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754" y="822232"/>
            <a:ext cx="7986431" cy="5863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42210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06DD-26B0-11DA-368E-FDC15174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3C768CB4-7F2F-B1A6-8077-E92C8B2FB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>
                <a:latin typeface="Times New Roman"/>
                <a:cs typeface="Times New Roman"/>
              </a:rPr>
              <a:t>Tech stack</a:t>
            </a:r>
            <a:endParaRPr lang="en-AU" sz="3200">
              <a:solidFill>
                <a:schemeClr val="accent5"/>
              </a:solidFill>
              <a:latin typeface="Times New Roman"/>
              <a:cs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115D5-A19F-CF2D-1AC4-78F1B9F8AC15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Google Shape;812;p104">
            <a:extLst>
              <a:ext uri="{FF2B5EF4-FFF2-40B4-BE49-F238E27FC236}">
                <a16:creationId xmlns:a16="http://schemas.microsoft.com/office/drawing/2014/main" id="{FD025D88-C157-A63D-35D0-FFD2706E1394}"/>
              </a:ext>
            </a:extLst>
          </p:cNvPr>
          <p:cNvSpPr txBox="1"/>
          <p:nvPr/>
        </p:nvSpPr>
        <p:spPr>
          <a:xfrm>
            <a:off x="655782" y="6226010"/>
            <a:ext cx="10880436" cy="467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33" tIns="45700" rIns="91433" bIns="45700" anchor="t" anchorCtr="0">
            <a:noAutofit/>
          </a:bodyPr>
          <a:lstStyle/>
          <a:p>
            <a:pPr algn="just">
              <a:spcAft>
                <a:spcPts val="600"/>
              </a:spcAft>
            </a:pPr>
            <a:r>
              <a:rPr lang="en-US" sz="1400" b="1">
                <a:latin typeface="+mj-lt"/>
                <a:cs typeface="Arial" panose="020B0604020202020204" pitchFamily="34" charset="0"/>
              </a:rPr>
              <a:t>Không phát sinh tech stack mới, các công nghệ sẵn có gồm: </a:t>
            </a:r>
            <a:r>
              <a:rPr lang="en-US" sz="1400" err="1">
                <a:latin typeface="+mj-lt"/>
                <a:cs typeface="Arial" panose="020B0604020202020204" pitchFamily="34" charset="0"/>
              </a:rPr>
              <a:t>JupyterLab</a:t>
            </a:r>
            <a:r>
              <a:rPr lang="en-US" sz="1400">
                <a:latin typeface="+mj-lt"/>
                <a:cs typeface="Arial" panose="020B0604020202020204" pitchFamily="34" charset="0"/>
              </a:rPr>
              <a:t> server, Window Server File, </a:t>
            </a:r>
            <a:r>
              <a:rPr lang="en-US" sz="1400" err="1">
                <a:latin typeface="+mj-lt"/>
                <a:cs typeface="Arial" panose="020B0604020202020204" pitchFamily="34" charset="0"/>
              </a:rPr>
              <a:t>Aifrlow</a:t>
            </a:r>
            <a:r>
              <a:rPr lang="en-US" sz="1400">
                <a:latin typeface="+mj-lt"/>
                <a:cs typeface="Arial" panose="020B0604020202020204" pitchFamily="34" charset="0"/>
              </a:rPr>
              <a:t>, Python library, Power BI Server, Oracle Database</a:t>
            </a:r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66027" y="746397"/>
            <a:ext cx="9259946" cy="54567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4259197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CA80F4-A8CB-6CE2-37B8-37BA97169E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531316B6-8658-156E-E761-B556AA2A3F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3336" y="53511"/>
            <a:ext cx="11082528" cy="384721"/>
          </a:xfrm>
        </p:spPr>
        <p:txBody>
          <a:bodyPr/>
          <a:lstStyle/>
          <a:p>
            <a:r>
              <a:rPr lang="en-US"/>
              <a:t>QLYC-9071| Customer Segmentation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EEE97AE-07C9-4E66-AF6D-25AB79327139}"/>
              </a:ext>
            </a:extLst>
          </p:cNvPr>
          <p:cNvSpPr txBox="1"/>
          <p:nvPr/>
        </p:nvSpPr>
        <p:spPr>
          <a:xfrm>
            <a:off x="177350" y="465240"/>
            <a:ext cx="11723005" cy="18466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b="1"/>
              <a:t>Pain point: </a:t>
            </a:r>
            <a:r>
              <a:rPr lang="en-US" sz="1200"/>
              <a:t>84% </a:t>
            </a:r>
            <a:r>
              <a:rPr lang="en-US" sz="1200" err="1"/>
              <a:t>khách</a:t>
            </a:r>
            <a:r>
              <a:rPr lang="en-US" sz="1200"/>
              <a:t> </a:t>
            </a:r>
            <a:r>
              <a:rPr lang="en-US" sz="1200" err="1"/>
              <a:t>hàng</a:t>
            </a:r>
            <a:r>
              <a:rPr lang="en-US" sz="1200"/>
              <a:t> RB </a:t>
            </a:r>
            <a:r>
              <a:rPr lang="en-US" sz="1200" err="1"/>
              <a:t>không</a:t>
            </a:r>
            <a:r>
              <a:rPr lang="en-US" sz="1200"/>
              <a:t> </a:t>
            </a:r>
            <a:r>
              <a:rPr lang="en-US" sz="1200" err="1"/>
              <a:t>đủ</a:t>
            </a:r>
            <a:r>
              <a:rPr lang="en-US" sz="1200"/>
              <a:t> </a:t>
            </a:r>
            <a:r>
              <a:rPr lang="en-US" sz="1200" err="1"/>
              <a:t>thông</a:t>
            </a:r>
            <a:r>
              <a:rPr lang="en-US" sz="1200"/>
              <a:t> tin </a:t>
            </a:r>
            <a:r>
              <a:rPr lang="en-US" sz="1200" err="1"/>
              <a:t>để</a:t>
            </a:r>
            <a:r>
              <a:rPr lang="en-US" sz="1200"/>
              <a:t> </a:t>
            </a:r>
            <a:r>
              <a:rPr lang="en-US" sz="1200" err="1"/>
              <a:t>phân</a:t>
            </a:r>
            <a:r>
              <a:rPr lang="en-US" sz="1200"/>
              <a:t> </a:t>
            </a:r>
            <a:r>
              <a:rPr lang="en-US" sz="1200" err="1"/>
              <a:t>khúc</a:t>
            </a:r>
            <a:r>
              <a:rPr lang="en-US" sz="1200"/>
              <a:t> </a:t>
            </a:r>
            <a:r>
              <a:rPr lang="en-US" sz="1200" err="1"/>
              <a:t>kinh</a:t>
            </a:r>
            <a:r>
              <a:rPr lang="en-US" sz="1200"/>
              <a:t> </a:t>
            </a:r>
            <a:r>
              <a:rPr lang="en-US" sz="1200" err="1"/>
              <a:t>tế</a:t>
            </a:r>
            <a:r>
              <a:rPr lang="en-US" sz="1200"/>
              <a:t>, </a:t>
            </a:r>
            <a:r>
              <a:rPr lang="en-US" sz="1200" err="1"/>
              <a:t>gọi</a:t>
            </a:r>
            <a:r>
              <a:rPr lang="en-US" sz="1200"/>
              <a:t> </a:t>
            </a:r>
            <a:r>
              <a:rPr lang="en-US" sz="1200" err="1"/>
              <a:t>là</a:t>
            </a:r>
            <a:r>
              <a:rPr lang="en-US" sz="1200"/>
              <a:t> </a:t>
            </a:r>
            <a:r>
              <a:rPr lang="en-US" sz="1200" err="1"/>
              <a:t>nhóm</a:t>
            </a:r>
            <a:r>
              <a:rPr lang="en-US" sz="1200"/>
              <a:t> KH Non-info</a:t>
            </a:r>
          </a:p>
          <a:p>
            <a:pPr>
              <a:spcAft>
                <a:spcPts val="600"/>
              </a:spcAft>
            </a:pPr>
            <a:r>
              <a:rPr lang="en-US" sz="1200" b="1" err="1"/>
              <a:t>Giải</a:t>
            </a:r>
            <a:r>
              <a:rPr lang="en-US" sz="1200" b="1"/>
              <a:t> </a:t>
            </a:r>
            <a:r>
              <a:rPr lang="en-US" sz="1200" b="1" err="1"/>
              <a:t>pháp</a:t>
            </a:r>
            <a:r>
              <a:rPr lang="en-US" sz="1200"/>
              <a:t>: </a:t>
            </a:r>
            <a:r>
              <a:rPr lang="en-US" sz="1200" err="1"/>
              <a:t>Xây</a:t>
            </a:r>
            <a:r>
              <a:rPr lang="en-US" sz="1200"/>
              <a:t> </a:t>
            </a:r>
            <a:r>
              <a:rPr lang="en-US" sz="1200" err="1"/>
              <a:t>dựng</a:t>
            </a:r>
            <a:r>
              <a:rPr lang="en-US" sz="1200"/>
              <a:t> ML Models </a:t>
            </a:r>
            <a:r>
              <a:rPr lang="en-US" sz="1200" err="1"/>
              <a:t>dự</a:t>
            </a:r>
            <a:r>
              <a:rPr lang="en-US" sz="1200"/>
              <a:t> </a:t>
            </a:r>
            <a:r>
              <a:rPr lang="en-US" sz="1200" err="1"/>
              <a:t>báo</a:t>
            </a:r>
            <a:r>
              <a:rPr lang="en-US" sz="1200"/>
              <a:t> KH Non-info </a:t>
            </a:r>
            <a:r>
              <a:rPr lang="en-US" sz="1200" err="1"/>
              <a:t>có</a:t>
            </a:r>
            <a:r>
              <a:rPr lang="en-US" sz="1200"/>
              <a:t> </a:t>
            </a:r>
            <a:r>
              <a:rPr lang="en-US" sz="1200" err="1"/>
              <a:t>hành</a:t>
            </a:r>
            <a:r>
              <a:rPr lang="en-US" sz="1200"/>
              <a:t> vi </a:t>
            </a:r>
            <a:r>
              <a:rPr lang="en-US" sz="1200" err="1"/>
              <a:t>gần</a:t>
            </a:r>
            <a:r>
              <a:rPr lang="en-US" sz="1200"/>
              <a:t> </a:t>
            </a:r>
            <a:r>
              <a:rPr lang="en-US" sz="1200" err="1"/>
              <a:t>giống</a:t>
            </a:r>
            <a:r>
              <a:rPr lang="en-US" sz="1200"/>
              <a:t> </a:t>
            </a:r>
            <a:r>
              <a:rPr lang="en-US" sz="1200" err="1"/>
              <a:t>phân</a:t>
            </a:r>
            <a:r>
              <a:rPr lang="en-US" sz="1200"/>
              <a:t> </a:t>
            </a:r>
            <a:r>
              <a:rPr lang="en-US" sz="1200" err="1"/>
              <a:t>khúc</a:t>
            </a:r>
            <a:r>
              <a:rPr lang="en-US" sz="1200"/>
              <a:t> </a:t>
            </a:r>
            <a:r>
              <a:rPr lang="en-US" sz="1200" err="1"/>
              <a:t>kinh</a:t>
            </a:r>
            <a:r>
              <a:rPr lang="en-US" sz="1200"/>
              <a:t> </a:t>
            </a:r>
            <a:r>
              <a:rPr lang="en-US" sz="1200" err="1"/>
              <a:t>tế</a:t>
            </a:r>
            <a:r>
              <a:rPr lang="en-US" sz="1200"/>
              <a:t> </a:t>
            </a:r>
            <a:r>
              <a:rPr lang="en-US" sz="1200" err="1"/>
              <a:t>nào</a:t>
            </a:r>
            <a:endParaRPr lang="en-US" sz="1200"/>
          </a:p>
          <a:p>
            <a:pPr>
              <a:spcAft>
                <a:spcPts val="600"/>
              </a:spcAft>
            </a:pPr>
            <a:r>
              <a:rPr lang="en-US" sz="1200" b="1" err="1"/>
              <a:t>Thông</a:t>
            </a:r>
            <a:r>
              <a:rPr lang="en-US" sz="1200" b="1"/>
              <a:t> tin chi </a:t>
            </a:r>
            <a:r>
              <a:rPr lang="en-US" sz="1200" b="1" err="1"/>
              <a:t>tiết</a:t>
            </a:r>
            <a:r>
              <a:rPr lang="en-US" sz="1200" b="1"/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err="1"/>
              <a:t>Số</a:t>
            </a:r>
            <a:r>
              <a:rPr lang="en-US" sz="1200"/>
              <a:t> </a:t>
            </a:r>
            <a:r>
              <a:rPr lang="en-US" sz="1200" b="1" err="1"/>
              <a:t>lượng</a:t>
            </a:r>
            <a:r>
              <a:rPr lang="en-US" sz="1200" b="1"/>
              <a:t> feature</a:t>
            </a:r>
            <a:r>
              <a:rPr lang="en-US" sz="1200"/>
              <a:t>: 1200 (Demographic, casa transactions, debit transactions)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/>
              <a:t>Label</a:t>
            </a:r>
            <a:r>
              <a:rPr lang="en-US" sz="1200"/>
              <a:t>: Data label </a:t>
            </a:r>
            <a:r>
              <a:rPr lang="en-US" sz="1200" err="1"/>
              <a:t>từ</a:t>
            </a:r>
            <a:r>
              <a:rPr lang="en-US" sz="1200"/>
              <a:t> T02/2025 do RB </a:t>
            </a:r>
            <a:r>
              <a:rPr lang="en-US" sz="1200" err="1"/>
              <a:t>cung</a:t>
            </a:r>
            <a:r>
              <a:rPr lang="en-US" sz="1200"/>
              <a:t> </a:t>
            </a:r>
            <a:r>
              <a:rPr lang="en-US" sz="1200" err="1"/>
              <a:t>cấp</a:t>
            </a:r>
            <a:r>
              <a:rPr lang="en-US" sz="1200"/>
              <a:t>. 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/>
              <a:t>Performance</a:t>
            </a:r>
            <a:r>
              <a:rPr lang="en-US" sz="1200"/>
              <a:t>: Precision 80% </a:t>
            </a:r>
            <a:r>
              <a:rPr lang="en-US" sz="1200" err="1"/>
              <a:t>theo</a:t>
            </a:r>
            <a:r>
              <a:rPr lang="en-US" sz="1200"/>
              <a:t> cut-off </a:t>
            </a:r>
            <a:r>
              <a:rPr lang="en-US" sz="1200" err="1"/>
              <a:t>cho</a:t>
            </a:r>
            <a:r>
              <a:rPr lang="en-US" sz="1200"/>
              <a:t> </a:t>
            </a:r>
            <a:r>
              <a:rPr lang="en-US" sz="1200" err="1"/>
              <a:t>các</a:t>
            </a:r>
            <a:r>
              <a:rPr lang="en-US" sz="1200"/>
              <a:t> </a:t>
            </a:r>
            <a:r>
              <a:rPr lang="en-US" sz="1200" err="1"/>
              <a:t>phân</a:t>
            </a:r>
            <a:r>
              <a:rPr lang="en-US" sz="1200"/>
              <a:t> </a:t>
            </a:r>
            <a:r>
              <a:rPr lang="en-US" sz="1200" err="1"/>
              <a:t>khúc</a:t>
            </a:r>
            <a:r>
              <a:rPr lang="en-US" sz="1200"/>
              <a:t> </a:t>
            </a:r>
            <a:r>
              <a:rPr lang="en-US" sz="1200" err="1"/>
              <a:t>quan</a:t>
            </a:r>
            <a:r>
              <a:rPr lang="en-US" sz="1200"/>
              <a:t> </a:t>
            </a:r>
            <a:r>
              <a:rPr lang="en-US" sz="1200" err="1"/>
              <a:t>trọng</a:t>
            </a:r>
            <a:r>
              <a:rPr lang="en-US" sz="1200"/>
              <a:t> AFF, MAFF, UPPER MASS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/>
              <a:t>Sizing (Số lượng KH)</a:t>
            </a:r>
            <a:r>
              <a:rPr lang="en-US" sz="1200"/>
              <a:t>:  Train: 3tr, Test: 1tr, Serving: 6tr</a:t>
            </a:r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6461E5F5-7DEA-126F-FBE2-C722802A5EDE}"/>
              </a:ext>
            </a:extLst>
          </p:cNvPr>
          <p:cNvSpPr/>
          <p:nvPr/>
        </p:nvSpPr>
        <p:spPr bwMode="auto">
          <a:xfrm>
            <a:off x="9763780" y="4351944"/>
            <a:ext cx="1044000" cy="612000"/>
          </a:xfrm>
          <a:prstGeom prst="rect">
            <a:avLst/>
          </a:prstGeom>
          <a:solidFill>
            <a:srgbClr val="0E9AA7">
              <a:alpha val="25000"/>
            </a:srgbClr>
          </a:solidFill>
          <a:ln w="9525">
            <a:solidFill>
              <a:srgbClr val="0E9AA7"/>
            </a:solidFill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942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334A78FF-7E9B-767B-C829-1E99F2F73B6C}"/>
              </a:ext>
            </a:extLst>
          </p:cNvPr>
          <p:cNvSpPr/>
          <p:nvPr/>
        </p:nvSpPr>
        <p:spPr bwMode="auto">
          <a:xfrm>
            <a:off x="10856356" y="4351944"/>
            <a:ext cx="1044000" cy="612000"/>
          </a:xfrm>
          <a:prstGeom prst="rect">
            <a:avLst/>
          </a:prstGeom>
          <a:solidFill>
            <a:srgbClr val="0E9AA7">
              <a:alpha val="25000"/>
            </a:srgbClr>
          </a:solidFill>
          <a:ln w="9525">
            <a:solidFill>
              <a:srgbClr val="0E9AA7"/>
            </a:solidFill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942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graphicFrame>
        <p:nvGraphicFramePr>
          <p:cNvPr id="92" name="Chart 91">
            <a:extLst>
              <a:ext uri="{FF2B5EF4-FFF2-40B4-BE49-F238E27FC236}">
                <a16:creationId xmlns:a16="http://schemas.microsoft.com/office/drawing/2014/main" id="{2F0F5834-9571-083F-8564-C63852F65EA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654330961"/>
              </p:ext>
            </p:extLst>
          </p:nvPr>
        </p:nvGraphicFramePr>
        <p:xfrm>
          <a:off x="6309508" y="3477460"/>
          <a:ext cx="29989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93" name="Slide Number Placeholder 2">
            <a:extLst>
              <a:ext uri="{FF2B5EF4-FFF2-40B4-BE49-F238E27FC236}">
                <a16:creationId xmlns:a16="http://schemas.microsoft.com/office/drawing/2014/main" id="{B3A2F84F-0757-5FC1-BB8E-27E9355A19B6}"/>
              </a:ext>
            </a:extLst>
          </p:cNvPr>
          <p:cNvSpPr txBox="1">
            <a:spLocks/>
          </p:cNvSpPr>
          <p:nvPr/>
        </p:nvSpPr>
        <p:spPr bwMode="gray">
          <a:xfrm>
            <a:off x="11719322" y="6414447"/>
            <a:ext cx="472686" cy="3039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none" lIns="0" tIns="0" rIns="0" bIns="0" numCol="1" anchor="t" anchorCtr="0" compatLnSpc="1">
            <a:prstTxWarp prst="textNoShape">
              <a:avLst/>
            </a:prstTxWarp>
          </a:bodyPr>
          <a:lstStyle>
            <a:defPPr>
              <a:defRPr lang="en-US"/>
            </a:defPPr>
            <a:lvl1pPr algn="r" rtl="0" fontAlgn="base">
              <a:spcBef>
                <a:spcPct val="0"/>
              </a:spcBef>
              <a:spcAft>
                <a:spcPct val="0"/>
              </a:spcAft>
              <a:defRPr lang="en-GB" sz="2041" b="0" kern="1200">
                <a:solidFill>
                  <a:srgbClr val="AAAAAA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 marL="555236" algn="l" rtl="0" fontAlgn="base">
              <a:spcBef>
                <a:spcPct val="0"/>
              </a:spcBef>
              <a:spcAft>
                <a:spcPct val="0"/>
              </a:spcAft>
              <a:defRPr sz="1942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1110474" algn="l" rtl="0" fontAlgn="base">
              <a:spcBef>
                <a:spcPct val="0"/>
              </a:spcBef>
              <a:spcAft>
                <a:spcPct val="0"/>
              </a:spcAft>
              <a:defRPr sz="1942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665710" algn="l" rtl="0" fontAlgn="base">
              <a:spcBef>
                <a:spcPct val="0"/>
              </a:spcBef>
              <a:spcAft>
                <a:spcPct val="0"/>
              </a:spcAft>
              <a:defRPr sz="1942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2220946" algn="l" rtl="0" fontAlgn="base">
              <a:spcBef>
                <a:spcPct val="0"/>
              </a:spcBef>
              <a:spcAft>
                <a:spcPct val="0"/>
              </a:spcAft>
              <a:defRPr sz="1942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776183" algn="l" defTabSz="1110474" rtl="0" eaLnBrk="1" latinLnBrk="0" hangingPunct="1">
              <a:defRPr sz="1942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3331421" algn="l" defTabSz="1110474" rtl="0" eaLnBrk="1" latinLnBrk="0" hangingPunct="1">
              <a:defRPr sz="1942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886657" algn="l" defTabSz="1110474" rtl="0" eaLnBrk="1" latinLnBrk="0" hangingPunct="1">
              <a:defRPr sz="1942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4441893" algn="l" defTabSz="1110474" rtl="0" eaLnBrk="1" latinLnBrk="0" hangingPunct="1">
              <a:defRPr sz="1942"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 marL="0" marR="0" lvl="0" indent="0" algn="r" defTabSz="933003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E271AAED-6163-4724-AD23-2EB3F0C94845}" type="slidenum">
              <a:rPr kumimoji="0" lang="en-US" sz="2041" b="1" i="0" u="none" strike="noStrike" kern="1200" cap="none" spc="0" normalizeH="0" baseline="0" noProof="0" smtClean="0">
                <a:ln>
                  <a:noFill/>
                </a:ln>
                <a:solidFill>
                  <a:srgbClr val="AAAAAA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pPr marL="0" marR="0" lvl="0" indent="0" algn="r" defTabSz="933003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23</a:t>
            </a:fld>
            <a:r>
              <a:rPr kumimoji="0" lang="en-US" sz="2041" b="0" i="0" u="none" strike="noStrike" kern="1200" cap="none" spc="0" normalizeH="0" baseline="0" noProof="0">
                <a:ln>
                  <a:noFill/>
                </a:ln>
                <a:solidFill>
                  <a:srgbClr val="AAAAAA"/>
                </a:solidFill>
                <a:effectLst/>
                <a:uLnTx/>
                <a:uFillTx/>
                <a:latin typeface="Calibri" panose="020F0502020204030204" pitchFamily="34" charset="0"/>
                <a:ea typeface="+mn-ea"/>
                <a:cs typeface="Calibri" panose="020F0502020204030204" pitchFamily="34" charset="0"/>
              </a:rPr>
              <a:t> </a:t>
            </a:r>
          </a:p>
        </p:txBody>
      </p:sp>
      <p:sp>
        <p:nvSpPr>
          <p:cNvPr id="94" name="TextBox 93">
            <a:extLst>
              <a:ext uri="{FF2B5EF4-FFF2-40B4-BE49-F238E27FC236}">
                <a16:creationId xmlns:a16="http://schemas.microsoft.com/office/drawing/2014/main" id="{0FA1AB8E-820E-0087-215C-8474D48C4BE6}"/>
              </a:ext>
            </a:extLst>
          </p:cNvPr>
          <p:cNvSpPr txBox="1"/>
          <p:nvPr/>
        </p:nvSpPr>
        <p:spPr>
          <a:xfrm>
            <a:off x="3542409" y="3538133"/>
            <a:ext cx="2358422" cy="642928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/>
          <a:p>
            <a:pPr marL="171450" marR="0" lvl="0" indent="-171450" defTabSz="914400" eaLnBrk="1" fontAlgn="base" latinLnBrk="0" hangingPunct="1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Auto retrain with new features</a:t>
            </a:r>
          </a:p>
          <a:p>
            <a:pPr marL="171450" marR="0" lvl="0" indent="-171450" defTabSz="914400" eaLnBrk="1" fontAlgn="base" latinLnBrk="0" hangingPunct="1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Monthly update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F1E7D90F-74F5-28DF-3E05-0F3260E86BC1}"/>
              </a:ext>
            </a:extLst>
          </p:cNvPr>
          <p:cNvSpPr/>
          <p:nvPr/>
        </p:nvSpPr>
        <p:spPr>
          <a:xfrm>
            <a:off x="3744971" y="4893406"/>
            <a:ext cx="1933074" cy="912403"/>
          </a:xfrm>
          <a:prstGeom prst="rect">
            <a:avLst/>
          </a:prstGeom>
          <a:noFill/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" name="TextBox 98">
            <a:extLst>
              <a:ext uri="{FF2B5EF4-FFF2-40B4-BE49-F238E27FC236}">
                <a16:creationId xmlns:a16="http://schemas.microsoft.com/office/drawing/2014/main" id="{E63CE0EA-D09E-61CD-E714-A4EC6B5482CC}"/>
              </a:ext>
            </a:extLst>
          </p:cNvPr>
          <p:cNvSpPr txBox="1"/>
          <p:nvPr/>
        </p:nvSpPr>
        <p:spPr>
          <a:xfrm>
            <a:off x="3821192" y="4678724"/>
            <a:ext cx="1780632" cy="868207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/>
          <a:p>
            <a:pPr marL="171450" marR="0" lvl="0" indent="-171450" defTabSz="914400" eaLnBrk="1" fontAlgn="base" latinLnBrk="0" hangingPunct="1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Demographics</a:t>
            </a:r>
          </a:p>
          <a:p>
            <a:pPr marL="171450" marR="0" lvl="0" indent="-171450" defTabSz="914400" eaLnBrk="1" fontAlgn="base" latinLnBrk="0" hangingPunct="1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0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CASA transaction</a:t>
            </a:r>
          </a:p>
        </p:txBody>
      </p:sp>
      <p:sp>
        <p:nvSpPr>
          <p:cNvPr id="100" name="Rectangle 99">
            <a:extLst>
              <a:ext uri="{FF2B5EF4-FFF2-40B4-BE49-F238E27FC236}">
                <a16:creationId xmlns:a16="http://schemas.microsoft.com/office/drawing/2014/main" id="{787CA662-40DC-DF9F-47AE-B211E008C8D3}"/>
              </a:ext>
            </a:extLst>
          </p:cNvPr>
          <p:cNvSpPr/>
          <p:nvPr/>
        </p:nvSpPr>
        <p:spPr>
          <a:xfrm>
            <a:off x="3765195" y="4612575"/>
            <a:ext cx="1912850" cy="601862"/>
          </a:xfrm>
          <a:prstGeom prst="rect">
            <a:avLst/>
          </a:prstGeom>
          <a:noFill/>
          <a:ln w="38100" cap="sq" cmpd="sng" algn="ctr">
            <a:solidFill>
              <a:srgbClr val="EE452F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1" name="Rectangle 100">
            <a:extLst>
              <a:ext uri="{FF2B5EF4-FFF2-40B4-BE49-F238E27FC236}">
                <a16:creationId xmlns:a16="http://schemas.microsoft.com/office/drawing/2014/main" id="{979E758B-D985-DD46-7FE5-97CF91FA8BA7}"/>
              </a:ext>
            </a:extLst>
          </p:cNvPr>
          <p:cNvSpPr/>
          <p:nvPr/>
        </p:nvSpPr>
        <p:spPr>
          <a:xfrm rot="20754569">
            <a:off x="5184184" y="4548764"/>
            <a:ext cx="612000" cy="288000"/>
          </a:xfrm>
          <a:prstGeom prst="rect">
            <a:avLst/>
          </a:prstGeom>
          <a:solidFill>
            <a:srgbClr val="EE452F"/>
          </a:solidFill>
          <a:ln w="6350" cap="sq" cmpd="sng" algn="ctr">
            <a:noFill/>
            <a:prstDash val="solid"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MVP 0</a:t>
            </a:r>
          </a:p>
        </p:txBody>
      </p: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5F317BCA-AA3A-4047-3FB9-B2B28401FAC7}"/>
              </a:ext>
            </a:extLst>
          </p:cNvPr>
          <p:cNvGrpSpPr/>
          <p:nvPr/>
        </p:nvGrpSpPr>
        <p:grpSpPr>
          <a:xfrm>
            <a:off x="3429895" y="2693698"/>
            <a:ext cx="2594197" cy="3532517"/>
            <a:chOff x="3567113" y="771013"/>
            <a:chExt cx="2594197" cy="3703749"/>
          </a:xfrm>
        </p:grpSpPr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7A12F0B1-7F53-C847-EFDB-136B6EE47D04}"/>
                </a:ext>
              </a:extLst>
            </p:cNvPr>
            <p:cNvSpPr/>
            <p:nvPr/>
          </p:nvSpPr>
          <p:spPr>
            <a:xfrm>
              <a:off x="3567113" y="779945"/>
              <a:ext cx="2583806" cy="3694817"/>
            </a:xfrm>
            <a:prstGeom prst="roundRect">
              <a:avLst>
                <a:gd name="adj" fmla="val 6345"/>
              </a:avLst>
            </a:prstGeom>
            <a:noFill/>
            <a:ln w="6350" cap="sq" cmpd="sng" algn="ctr">
              <a:solidFill>
                <a:srgbClr val="DA251C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04" name="Rectangle: Rounded Corners 103">
              <a:extLst>
                <a:ext uri="{FF2B5EF4-FFF2-40B4-BE49-F238E27FC236}">
                  <a16:creationId xmlns:a16="http://schemas.microsoft.com/office/drawing/2014/main" id="{23252D94-5C0C-E1AD-6899-EB5BAD952231}"/>
                </a:ext>
              </a:extLst>
            </p:cNvPr>
            <p:cNvSpPr/>
            <p:nvPr/>
          </p:nvSpPr>
          <p:spPr>
            <a:xfrm>
              <a:off x="3577503" y="771013"/>
              <a:ext cx="2583807" cy="377450"/>
            </a:xfrm>
            <a:prstGeom prst="roundRect">
              <a:avLst>
                <a:gd name="adj" fmla="val 50000"/>
              </a:avLst>
            </a:prstGeom>
            <a:solidFill>
              <a:srgbClr val="EE452F"/>
            </a:solidFill>
            <a:ln w="6350" cap="sq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ML Model</a:t>
              </a:r>
            </a:p>
          </p:txBody>
        </p:sp>
      </p:grpSp>
      <p:cxnSp>
        <p:nvCxnSpPr>
          <p:cNvPr id="105" name="Straight Connector 104">
            <a:extLst>
              <a:ext uri="{FF2B5EF4-FFF2-40B4-BE49-F238E27FC236}">
                <a16:creationId xmlns:a16="http://schemas.microsoft.com/office/drawing/2014/main" id="{C991CF50-CD1E-01F9-524A-9A4EAA746A59}"/>
              </a:ext>
            </a:extLst>
          </p:cNvPr>
          <p:cNvCxnSpPr>
            <a:cxnSpLocks/>
          </p:cNvCxnSpPr>
          <p:nvPr/>
        </p:nvCxnSpPr>
        <p:spPr>
          <a:xfrm>
            <a:off x="3438160" y="4457727"/>
            <a:ext cx="2591385" cy="0"/>
          </a:xfrm>
          <a:prstGeom prst="line">
            <a:avLst/>
          </a:prstGeom>
          <a:noFill/>
          <a:ln w="3175" cap="flat" cmpd="sng" algn="ctr">
            <a:solidFill>
              <a:srgbClr val="000000"/>
            </a:solidFill>
            <a:prstDash val="lgDashDotDot"/>
            <a:miter lim="800000"/>
            <a:tailEnd type="none"/>
          </a:ln>
          <a:effectLst/>
        </p:spPr>
      </p:cxnSp>
      <p:sp>
        <p:nvSpPr>
          <p:cNvPr id="106" name="TextBox 105">
            <a:extLst>
              <a:ext uri="{FF2B5EF4-FFF2-40B4-BE49-F238E27FC236}">
                <a16:creationId xmlns:a16="http://schemas.microsoft.com/office/drawing/2014/main" id="{F0C377B0-167C-08C2-6822-0B7C9979DB78}"/>
              </a:ext>
            </a:extLst>
          </p:cNvPr>
          <p:cNvSpPr txBox="1"/>
          <p:nvPr/>
        </p:nvSpPr>
        <p:spPr>
          <a:xfrm>
            <a:off x="4380960" y="4089708"/>
            <a:ext cx="630852" cy="34772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Data</a:t>
            </a:r>
          </a:p>
        </p:txBody>
      </p:sp>
      <p:sp>
        <p:nvSpPr>
          <p:cNvPr id="107" name="Rectangle 106">
            <a:extLst>
              <a:ext uri="{FF2B5EF4-FFF2-40B4-BE49-F238E27FC236}">
                <a16:creationId xmlns:a16="http://schemas.microsoft.com/office/drawing/2014/main" id="{91A0E476-191F-77A8-78F2-8EC7967262C8}"/>
              </a:ext>
            </a:extLst>
          </p:cNvPr>
          <p:cNvSpPr/>
          <p:nvPr/>
        </p:nvSpPr>
        <p:spPr bwMode="auto">
          <a:xfrm>
            <a:off x="177351" y="3502685"/>
            <a:ext cx="2963939" cy="1912639"/>
          </a:xfrm>
          <a:prstGeom prst="rect">
            <a:avLst/>
          </a:prstGeom>
          <a:noFill/>
          <a:ln w="9525">
            <a:solidFill>
              <a:srgbClr val="DA251C"/>
            </a:solidFill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942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grpSp>
        <p:nvGrpSpPr>
          <p:cNvPr id="108" name="Group 107">
            <a:extLst>
              <a:ext uri="{FF2B5EF4-FFF2-40B4-BE49-F238E27FC236}">
                <a16:creationId xmlns:a16="http://schemas.microsoft.com/office/drawing/2014/main" id="{26999D79-10A7-68F4-6D84-0C4099073CF0}"/>
              </a:ext>
            </a:extLst>
          </p:cNvPr>
          <p:cNvGrpSpPr/>
          <p:nvPr/>
        </p:nvGrpSpPr>
        <p:grpSpPr>
          <a:xfrm>
            <a:off x="83388" y="2699240"/>
            <a:ext cx="3194810" cy="3526975"/>
            <a:chOff x="3567113" y="779945"/>
            <a:chExt cx="2592237" cy="3697937"/>
          </a:xfrm>
        </p:grpSpPr>
        <p:sp>
          <p:nvSpPr>
            <p:cNvPr id="109" name="Rectangle: Rounded Corners 108">
              <a:extLst>
                <a:ext uri="{FF2B5EF4-FFF2-40B4-BE49-F238E27FC236}">
                  <a16:creationId xmlns:a16="http://schemas.microsoft.com/office/drawing/2014/main" id="{4D74B606-7770-C091-E987-0F50ECA598DF}"/>
                </a:ext>
              </a:extLst>
            </p:cNvPr>
            <p:cNvSpPr/>
            <p:nvPr/>
          </p:nvSpPr>
          <p:spPr>
            <a:xfrm>
              <a:off x="3567113" y="779945"/>
              <a:ext cx="2583806" cy="3697937"/>
            </a:xfrm>
            <a:prstGeom prst="roundRect">
              <a:avLst>
                <a:gd name="adj" fmla="val 5101"/>
              </a:avLst>
            </a:prstGeom>
            <a:noFill/>
            <a:ln w="6350" cap="sq" cmpd="sng" algn="ctr">
              <a:solidFill>
                <a:srgbClr val="DA251C"/>
              </a:solidFill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600" b="0" i="0" u="none" strike="noStrike" kern="0" cap="none" spc="0" normalizeH="0" baseline="0" noProof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endParaRPr>
            </a:p>
          </p:txBody>
        </p:sp>
        <p:sp>
          <p:nvSpPr>
            <p:cNvPr id="110" name="Rectangle: Rounded Corners 109">
              <a:extLst>
                <a:ext uri="{FF2B5EF4-FFF2-40B4-BE49-F238E27FC236}">
                  <a16:creationId xmlns:a16="http://schemas.microsoft.com/office/drawing/2014/main" id="{6DE81E5A-E51A-D8BE-88D5-B8DDAAF73422}"/>
                </a:ext>
              </a:extLst>
            </p:cNvPr>
            <p:cNvSpPr/>
            <p:nvPr/>
          </p:nvSpPr>
          <p:spPr>
            <a:xfrm>
              <a:off x="3575544" y="781908"/>
              <a:ext cx="2583806" cy="377450"/>
            </a:xfrm>
            <a:prstGeom prst="roundRect">
              <a:avLst>
                <a:gd name="adj" fmla="val 50000"/>
              </a:avLst>
            </a:prstGeom>
            <a:solidFill>
              <a:srgbClr val="EE452F"/>
            </a:solidFill>
            <a:ln w="6350" cap="sq" cmpd="sng" algn="ctr">
              <a:noFill/>
              <a:prstDash val="solid"/>
              <a:miter lim="800000"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ts val="300"/>
                </a:spcBef>
                <a:spcAft>
                  <a:spcPts val="300"/>
                </a:spcAft>
                <a:buClrTx/>
                <a:buSzTx/>
                <a:buFontTx/>
                <a:buNone/>
                <a:tabLst/>
                <a:defRPr/>
              </a:pPr>
              <a:r>
                <a:rPr kumimoji="0" lang="en-US" sz="1800" b="1" i="0" u="none" strike="noStrike" kern="0" cap="none" spc="0" normalizeH="0" baseline="0" noProof="0">
                  <a:ln>
                    <a:noFill/>
                  </a:ln>
                  <a:solidFill>
                    <a:srgbClr val="FFFFFF"/>
                  </a:solidFill>
                  <a:effectLst/>
                  <a:uLnTx/>
                  <a:uFillTx/>
                  <a:latin typeface="Arial"/>
                  <a:ea typeface="+mn-ea"/>
                  <a:cs typeface="+mn-cs"/>
                </a:rPr>
                <a:t>AS IS</a:t>
              </a:r>
            </a:p>
          </p:txBody>
        </p:sp>
      </p:grpSp>
      <p:sp>
        <p:nvSpPr>
          <p:cNvPr id="111" name="Rectangle: Rounded Corners 110">
            <a:extLst>
              <a:ext uri="{FF2B5EF4-FFF2-40B4-BE49-F238E27FC236}">
                <a16:creationId xmlns:a16="http://schemas.microsoft.com/office/drawing/2014/main" id="{3CA846B0-0347-FF11-5E1A-84A857711415}"/>
              </a:ext>
            </a:extLst>
          </p:cNvPr>
          <p:cNvSpPr/>
          <p:nvPr/>
        </p:nvSpPr>
        <p:spPr>
          <a:xfrm>
            <a:off x="6165806" y="2699240"/>
            <a:ext cx="3355439" cy="3523997"/>
          </a:xfrm>
          <a:prstGeom prst="roundRect">
            <a:avLst>
              <a:gd name="adj" fmla="val 3261"/>
            </a:avLst>
          </a:prstGeom>
          <a:noFill/>
          <a:ln w="6350" cap="sq" cmpd="sng" algn="ctr">
            <a:solidFill>
              <a:srgbClr val="0E9AA7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12" name="Rectangle: Rounded Corners 111">
            <a:extLst>
              <a:ext uri="{FF2B5EF4-FFF2-40B4-BE49-F238E27FC236}">
                <a16:creationId xmlns:a16="http://schemas.microsoft.com/office/drawing/2014/main" id="{DC56FA62-F54C-5089-CE26-CA1145473EE2}"/>
              </a:ext>
            </a:extLst>
          </p:cNvPr>
          <p:cNvSpPr/>
          <p:nvPr/>
        </p:nvSpPr>
        <p:spPr>
          <a:xfrm>
            <a:off x="6165804" y="2680330"/>
            <a:ext cx="3355441" cy="360000"/>
          </a:xfrm>
          <a:prstGeom prst="roundRect">
            <a:avLst>
              <a:gd name="adj" fmla="val 38488"/>
            </a:avLst>
          </a:prstGeom>
          <a:solidFill>
            <a:srgbClr val="0E9AA7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TO BE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084E8E1D-0F28-EDC6-9591-ED2A0BFBE919}"/>
              </a:ext>
            </a:extLst>
          </p:cNvPr>
          <p:cNvSpPr txBox="1"/>
          <p:nvPr/>
        </p:nvSpPr>
        <p:spPr>
          <a:xfrm>
            <a:off x="3694793" y="3182247"/>
            <a:ext cx="2184885" cy="315339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defPPr>
              <a:defRPr lang="en-US"/>
            </a:defPPr>
            <a:lvl1pPr marL="171450" indent="-171450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/>
            </a:lvl1pPr>
          </a:lstStyle>
          <a:p>
            <a:pPr marL="0" marR="0" lvl="0" indent="0" algn="ctr" defTabSz="914400" eaLnBrk="1" fontAlgn="base" latinLnBrk="0" hangingPunct="1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Customer Segmentation</a:t>
            </a:r>
          </a:p>
        </p:txBody>
      </p:sp>
      <p:grpSp>
        <p:nvGrpSpPr>
          <p:cNvPr id="114" name="Group 113">
            <a:extLst>
              <a:ext uri="{FF2B5EF4-FFF2-40B4-BE49-F238E27FC236}">
                <a16:creationId xmlns:a16="http://schemas.microsoft.com/office/drawing/2014/main" id="{CA67D119-CE82-D9DD-B43F-91FCF916FBCD}"/>
              </a:ext>
            </a:extLst>
          </p:cNvPr>
          <p:cNvGrpSpPr/>
          <p:nvPr/>
        </p:nvGrpSpPr>
        <p:grpSpPr>
          <a:xfrm>
            <a:off x="7137657" y="4705699"/>
            <a:ext cx="1500204" cy="1100660"/>
            <a:chOff x="7948214" y="4193046"/>
            <a:chExt cx="1354285" cy="1544910"/>
          </a:xfrm>
        </p:grpSpPr>
        <p:grpSp>
          <p:nvGrpSpPr>
            <p:cNvPr id="115" name="Group 114">
              <a:extLst>
                <a:ext uri="{FF2B5EF4-FFF2-40B4-BE49-F238E27FC236}">
                  <a16:creationId xmlns:a16="http://schemas.microsoft.com/office/drawing/2014/main" id="{6861E10F-DDF6-0DB9-8932-111F8020079B}"/>
                </a:ext>
              </a:extLst>
            </p:cNvPr>
            <p:cNvGrpSpPr/>
            <p:nvPr/>
          </p:nvGrpSpPr>
          <p:grpSpPr>
            <a:xfrm>
              <a:off x="7948214" y="4193046"/>
              <a:ext cx="1174013" cy="1145720"/>
              <a:chOff x="7320676" y="3925063"/>
              <a:chExt cx="1174013" cy="1145720"/>
            </a:xfrm>
          </p:grpSpPr>
          <p:cxnSp>
            <p:nvCxnSpPr>
              <p:cNvPr id="117" name="Connector: Elbow 116">
                <a:extLst>
                  <a:ext uri="{FF2B5EF4-FFF2-40B4-BE49-F238E27FC236}">
                    <a16:creationId xmlns:a16="http://schemas.microsoft.com/office/drawing/2014/main" id="{FE6E241D-0413-8BD3-F55A-539426618DD4}"/>
                  </a:ext>
                </a:extLst>
              </p:cNvPr>
              <p:cNvCxnSpPr>
                <a:cxnSpLocks/>
                <a:stCxn id="116" idx="0"/>
                <a:endCxn id="118" idx="2"/>
              </p:cNvCxnSpPr>
              <p:nvPr/>
            </p:nvCxnSpPr>
            <p:spPr bwMode="auto">
              <a:xfrm rot="16200000" flipV="1">
                <a:off x="7622027" y="4198121"/>
                <a:ext cx="751583" cy="993741"/>
              </a:xfrm>
              <a:prstGeom prst="bentConnector3">
                <a:avLst>
                  <a:gd name="adj1" fmla="val 50000"/>
                </a:avLst>
              </a:prstGeom>
              <a:solidFill>
                <a:srgbClr val="FFFFFF"/>
              </a:solidFill>
              <a:ln w="9525" cap="flat" cmpd="sng" algn="ctr">
                <a:solidFill>
                  <a:srgbClr val="FFFFFF">
                    <a:lumMod val="50000"/>
                  </a:srgbClr>
                </a:solidFill>
                <a:prstDash val="solid"/>
                <a:round/>
                <a:headEnd type="none" w="med" len="med"/>
                <a:tailEnd type="triangle"/>
              </a:ln>
              <a:effectLst/>
            </p:spPr>
          </p:cxnSp>
          <p:sp>
            <p:nvSpPr>
              <p:cNvPr id="118" name="Rectangle 117">
                <a:extLst>
                  <a:ext uri="{FF2B5EF4-FFF2-40B4-BE49-F238E27FC236}">
                    <a16:creationId xmlns:a16="http://schemas.microsoft.com/office/drawing/2014/main" id="{1EDB5941-1E75-2DE6-A280-89D73EBFC264}"/>
                  </a:ext>
                </a:extLst>
              </p:cNvPr>
              <p:cNvSpPr/>
              <p:nvPr/>
            </p:nvSpPr>
            <p:spPr bwMode="auto">
              <a:xfrm>
                <a:off x="7320676" y="3925063"/>
                <a:ext cx="360544" cy="394137"/>
              </a:xfrm>
              <a:prstGeom prst="rect">
                <a:avLst/>
              </a:prstGeom>
              <a:solidFill>
                <a:srgbClr val="0E9AA7">
                  <a:alpha val="39000"/>
                </a:srgbClr>
              </a:solidFill>
              <a:ln w="9525">
                <a:solidFill>
                  <a:srgbClr val="0E9AA7"/>
                </a:solidFill>
                <a:prstDash val="dash"/>
                <a:round/>
                <a:headEnd/>
                <a:tailEnd/>
              </a:ln>
            </p:spPr>
            <p:txBody>
              <a:bodyPr wrap="none" rtlCol="0" anchor="ctr"/>
              <a:lstStyle/>
              <a:p>
                <a:pPr marL="0" marR="0" lvl="0" indent="0" algn="ctr" defTabSz="914400" eaLnBrk="1" fontAlgn="base" latinLnBrk="0" hangingPunct="1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  <a:defRPr/>
                </a:pPr>
                <a:endParaRPr kumimoji="0" lang="en-US" sz="1942" b="0" i="0" u="none" strike="noStrike" kern="0" cap="none" spc="0" normalizeH="0" baseline="0" noProof="0">
                  <a:ln>
                    <a:noFill/>
                  </a:ln>
                  <a:solidFill>
                    <a:srgbClr val="000000"/>
                  </a:solidFill>
                  <a:effectLst/>
                  <a:uLnTx/>
                  <a:uFillTx/>
                </a:endParaRPr>
              </a:p>
            </p:txBody>
          </p:sp>
        </p:grpSp>
        <p:sp>
          <p:nvSpPr>
            <p:cNvPr id="116" name="Rectangle 115">
              <a:extLst>
                <a:ext uri="{FF2B5EF4-FFF2-40B4-BE49-F238E27FC236}">
                  <a16:creationId xmlns:a16="http://schemas.microsoft.com/office/drawing/2014/main" id="{1FD3D2C6-EAC3-272B-58F6-8879C7A46098}"/>
                </a:ext>
              </a:extLst>
            </p:cNvPr>
            <p:cNvSpPr/>
            <p:nvPr/>
          </p:nvSpPr>
          <p:spPr bwMode="auto">
            <a:xfrm>
              <a:off x="8941955" y="5338766"/>
              <a:ext cx="360544" cy="399190"/>
            </a:xfrm>
            <a:prstGeom prst="rect">
              <a:avLst/>
            </a:prstGeom>
            <a:pattFill prst="wdUpDiag">
              <a:fgClr>
                <a:srgbClr val="FFFFFF">
                  <a:lumMod val="75000"/>
                </a:srgbClr>
              </a:fgClr>
              <a:bgClr>
                <a:srgbClr val="FFFFFF"/>
              </a:bgClr>
            </a:pattFill>
            <a:ln w="9525">
              <a:solidFill>
                <a:srgbClr val="FFFFFF">
                  <a:lumMod val="50000"/>
                </a:srgbClr>
              </a:solidFill>
              <a:prstDash val="sysDash"/>
              <a:round/>
              <a:headEnd/>
              <a:tailEnd/>
            </a:ln>
          </p:spPr>
          <p:txBody>
            <a:bodyPr wrap="none" rtlCol="0" anchor="ctr"/>
            <a:lstStyle/>
            <a:p>
              <a:pPr marL="0" marR="0" lvl="0" indent="0" algn="ctr" defTabSz="91440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942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endParaRPr>
            </a:p>
          </p:txBody>
        </p:sp>
      </p:grpSp>
      <p:sp>
        <p:nvSpPr>
          <p:cNvPr id="119" name="Isosceles Triangle 118">
            <a:extLst>
              <a:ext uri="{FF2B5EF4-FFF2-40B4-BE49-F238E27FC236}">
                <a16:creationId xmlns:a16="http://schemas.microsoft.com/office/drawing/2014/main" id="{B5FA4C2B-3077-A7E3-9EF8-82B022844FA2}"/>
              </a:ext>
            </a:extLst>
          </p:cNvPr>
          <p:cNvSpPr/>
          <p:nvPr/>
        </p:nvSpPr>
        <p:spPr bwMode="auto">
          <a:xfrm rot="5400000">
            <a:off x="3091773" y="4282438"/>
            <a:ext cx="584737" cy="350579"/>
          </a:xfrm>
          <a:prstGeom prst="triangle">
            <a:avLst/>
          </a:prstGeom>
          <a:solidFill>
            <a:srgbClr val="EE452F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942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20" name="Isosceles Triangle 119">
            <a:extLst>
              <a:ext uri="{FF2B5EF4-FFF2-40B4-BE49-F238E27FC236}">
                <a16:creationId xmlns:a16="http://schemas.microsoft.com/office/drawing/2014/main" id="{A292A3E9-7CC7-40B5-488B-415A058BDB14}"/>
              </a:ext>
            </a:extLst>
          </p:cNvPr>
          <p:cNvSpPr/>
          <p:nvPr/>
        </p:nvSpPr>
        <p:spPr bwMode="auto">
          <a:xfrm rot="5400000">
            <a:off x="5814237" y="4282438"/>
            <a:ext cx="584737" cy="350579"/>
          </a:xfrm>
          <a:prstGeom prst="triangle">
            <a:avLst/>
          </a:prstGeom>
          <a:solidFill>
            <a:srgbClr val="EE452F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942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224C0B53-54BC-35E6-2B09-9F00704E5C42}"/>
              </a:ext>
            </a:extLst>
          </p:cNvPr>
          <p:cNvSpPr txBox="1"/>
          <p:nvPr/>
        </p:nvSpPr>
        <p:spPr>
          <a:xfrm>
            <a:off x="7640483" y="4059155"/>
            <a:ext cx="1775127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200" b="1" i="0" u="none" strike="noStrike" kern="0" cap="none" spc="0" normalizeH="0" baseline="0" noProof="0">
                <a:ln>
                  <a:noFill/>
                </a:ln>
                <a:solidFill>
                  <a:srgbClr val="0E9AA7"/>
                </a:solidFill>
                <a:effectLst/>
                <a:uLnTx/>
                <a:uFillTx/>
              </a:rPr>
              <a:t>+900K </a:t>
            </a:r>
          </a:p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Undefined customer to Defined customer</a:t>
            </a:r>
          </a:p>
        </p:txBody>
      </p:sp>
      <p:sp>
        <p:nvSpPr>
          <p:cNvPr id="122" name="Rectangle 121">
            <a:extLst>
              <a:ext uri="{FF2B5EF4-FFF2-40B4-BE49-F238E27FC236}">
                <a16:creationId xmlns:a16="http://schemas.microsoft.com/office/drawing/2014/main" id="{90823FA5-E3B5-79E9-BD96-81F2DFBFD617}"/>
              </a:ext>
            </a:extLst>
          </p:cNvPr>
          <p:cNvSpPr/>
          <p:nvPr/>
        </p:nvSpPr>
        <p:spPr bwMode="auto">
          <a:xfrm>
            <a:off x="6257809" y="3505860"/>
            <a:ext cx="3050599" cy="1912639"/>
          </a:xfrm>
          <a:prstGeom prst="rect">
            <a:avLst/>
          </a:prstGeom>
          <a:noFill/>
          <a:ln w="9525">
            <a:solidFill>
              <a:srgbClr val="0E9AA7"/>
            </a:solidFill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942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23" name="Rectangle 122">
            <a:extLst>
              <a:ext uri="{FF2B5EF4-FFF2-40B4-BE49-F238E27FC236}">
                <a16:creationId xmlns:a16="http://schemas.microsoft.com/office/drawing/2014/main" id="{002AFC96-513F-DE6D-00C7-05AC6E47D317}"/>
              </a:ext>
            </a:extLst>
          </p:cNvPr>
          <p:cNvSpPr/>
          <p:nvPr/>
        </p:nvSpPr>
        <p:spPr bwMode="auto">
          <a:xfrm>
            <a:off x="7378837" y="3377281"/>
            <a:ext cx="1123752" cy="301734"/>
          </a:xfrm>
          <a:prstGeom prst="rect">
            <a:avLst/>
          </a:prstGeom>
          <a:solidFill>
            <a:srgbClr val="0E9AA7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Defined</a:t>
            </a:r>
          </a:p>
        </p:txBody>
      </p:sp>
      <p:sp>
        <p:nvSpPr>
          <p:cNvPr id="124" name="Rectangle 123">
            <a:extLst>
              <a:ext uri="{FF2B5EF4-FFF2-40B4-BE49-F238E27FC236}">
                <a16:creationId xmlns:a16="http://schemas.microsoft.com/office/drawing/2014/main" id="{765A0BB9-ECF2-5C9D-AE60-41B6FE6D955F}"/>
              </a:ext>
            </a:extLst>
          </p:cNvPr>
          <p:cNvSpPr/>
          <p:nvPr/>
        </p:nvSpPr>
        <p:spPr bwMode="auto">
          <a:xfrm>
            <a:off x="1117243" y="3360740"/>
            <a:ext cx="1123752" cy="301734"/>
          </a:xfrm>
          <a:prstGeom prst="rect">
            <a:avLst/>
          </a:prstGeom>
          <a:solidFill>
            <a:srgbClr val="EE452F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0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Defined</a:t>
            </a:r>
          </a:p>
        </p:txBody>
      </p:sp>
      <p:sp>
        <p:nvSpPr>
          <p:cNvPr id="125" name="Rectangle: Rounded Corners 124">
            <a:extLst>
              <a:ext uri="{FF2B5EF4-FFF2-40B4-BE49-F238E27FC236}">
                <a16:creationId xmlns:a16="http://schemas.microsoft.com/office/drawing/2014/main" id="{3C7A95E0-5BA9-79E6-C3D2-0A84E6997097}"/>
              </a:ext>
            </a:extLst>
          </p:cNvPr>
          <p:cNvSpPr/>
          <p:nvPr/>
        </p:nvSpPr>
        <p:spPr>
          <a:xfrm>
            <a:off x="9656724" y="2699240"/>
            <a:ext cx="2383247" cy="3523997"/>
          </a:xfrm>
          <a:prstGeom prst="roundRect">
            <a:avLst>
              <a:gd name="adj" fmla="val 3261"/>
            </a:avLst>
          </a:prstGeom>
          <a:noFill/>
          <a:ln w="6350" cap="sq" cmpd="sng" algn="ctr">
            <a:solidFill>
              <a:srgbClr val="0E9AA7"/>
            </a:solidFill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endParaRPr kumimoji="0" lang="en-US" sz="1600" b="0" i="0" u="none" strike="noStrike" kern="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6" name="Rectangle: Rounded Corners 125">
            <a:extLst>
              <a:ext uri="{FF2B5EF4-FFF2-40B4-BE49-F238E27FC236}">
                <a16:creationId xmlns:a16="http://schemas.microsoft.com/office/drawing/2014/main" id="{832A6E0D-37BF-39CD-449F-ED80C903A37B}"/>
              </a:ext>
            </a:extLst>
          </p:cNvPr>
          <p:cNvSpPr/>
          <p:nvPr/>
        </p:nvSpPr>
        <p:spPr>
          <a:xfrm>
            <a:off x="9646333" y="2680330"/>
            <a:ext cx="2415926" cy="360000"/>
          </a:xfrm>
          <a:prstGeom prst="roundRect">
            <a:avLst>
              <a:gd name="adj" fmla="val 32715"/>
            </a:avLst>
          </a:prstGeom>
          <a:solidFill>
            <a:srgbClr val="0E9AA7"/>
          </a:solidFill>
          <a:ln w="6350" cap="sq" cmpd="sng" algn="ctr">
            <a:noFill/>
            <a:prstDash val="solid"/>
            <a:miter lim="800000"/>
          </a:ln>
          <a:effectLst/>
        </p:spPr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EXECUTION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FDD0F1A9-FFAA-B5A3-0A1D-CB9B3A644451}"/>
              </a:ext>
            </a:extLst>
          </p:cNvPr>
          <p:cNvSpPr txBox="1"/>
          <p:nvPr/>
        </p:nvSpPr>
        <p:spPr>
          <a:xfrm>
            <a:off x="9664233" y="3298452"/>
            <a:ext cx="2365301" cy="459228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defPPr>
              <a:defRPr lang="en-US"/>
            </a:defPPr>
            <a:lvl1pPr marL="171450" indent="-171450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/>
            </a:lvl1pPr>
          </a:lstStyle>
          <a:p>
            <a:pPr marL="0" marR="0" lvl="0" indent="0" algn="ctr" defTabSz="914400" eaLnBrk="1" fontAlgn="base" latinLnBrk="0" hangingPunct="1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400" b="1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Targeted unverified customer</a:t>
            </a:r>
          </a:p>
        </p:txBody>
      </p:sp>
      <p:sp>
        <p:nvSpPr>
          <p:cNvPr id="128" name="Arrow: Right 127">
            <a:extLst>
              <a:ext uri="{FF2B5EF4-FFF2-40B4-BE49-F238E27FC236}">
                <a16:creationId xmlns:a16="http://schemas.microsoft.com/office/drawing/2014/main" id="{52AE23EE-0EB7-3940-DF8A-03A20555F983}"/>
              </a:ext>
            </a:extLst>
          </p:cNvPr>
          <p:cNvSpPr/>
          <p:nvPr/>
        </p:nvSpPr>
        <p:spPr bwMode="auto">
          <a:xfrm rot="5400000">
            <a:off x="10640155" y="3923274"/>
            <a:ext cx="370948" cy="356519"/>
          </a:xfrm>
          <a:prstGeom prst="rightArrow">
            <a:avLst>
              <a:gd name="adj1" fmla="val 50001"/>
              <a:gd name="adj2" fmla="val 50000"/>
            </a:avLst>
          </a:prstGeom>
          <a:solidFill>
            <a:srgbClr val="0E9AA7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942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73D6C66-AAE4-C47E-5CD5-9CA1E9F6BA0F}"/>
              </a:ext>
            </a:extLst>
          </p:cNvPr>
          <p:cNvSpPr txBox="1"/>
          <p:nvPr/>
        </p:nvSpPr>
        <p:spPr>
          <a:xfrm>
            <a:off x="9873060" y="4453711"/>
            <a:ext cx="821718" cy="459228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defPPr>
              <a:defRPr lang="en-US"/>
            </a:defPPr>
            <a:lvl1pPr marL="171450" indent="-171450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/>
            </a:lvl1pPr>
          </a:lstStyle>
          <a:p>
            <a:pPr marL="0" marR="0" lvl="0" indent="0" algn="ctr" defTabSz="914400" eaLnBrk="1" fontAlgn="base" latinLnBrk="0" hangingPunct="1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Unverified customers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A5C4BE6-2AEA-08A7-E0AB-471B8846565E}"/>
              </a:ext>
            </a:extLst>
          </p:cNvPr>
          <p:cNvSpPr txBox="1"/>
          <p:nvPr/>
        </p:nvSpPr>
        <p:spPr>
          <a:xfrm>
            <a:off x="10920632" y="4453711"/>
            <a:ext cx="935999" cy="459228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defPPr>
              <a:defRPr lang="en-US"/>
            </a:defPPr>
            <a:lvl1pPr marL="171450" indent="-171450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/>
            </a:lvl1pPr>
          </a:lstStyle>
          <a:p>
            <a:pPr marL="0" marR="0" lvl="0" indent="0" algn="ctr" defTabSz="914400" eaLnBrk="1" fontAlgn="base" latinLnBrk="0" hangingPunct="1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en-US" sz="11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Verified customers</a:t>
            </a:r>
          </a:p>
        </p:txBody>
      </p:sp>
      <p:sp>
        <p:nvSpPr>
          <p:cNvPr id="131" name="Arrow: Right 130">
            <a:extLst>
              <a:ext uri="{FF2B5EF4-FFF2-40B4-BE49-F238E27FC236}">
                <a16:creationId xmlns:a16="http://schemas.microsoft.com/office/drawing/2014/main" id="{6B08CF3F-A370-FBC3-A7C4-679E28F135F1}"/>
              </a:ext>
            </a:extLst>
          </p:cNvPr>
          <p:cNvSpPr/>
          <p:nvPr/>
        </p:nvSpPr>
        <p:spPr bwMode="auto">
          <a:xfrm rot="5400000">
            <a:off x="10691769" y="5058525"/>
            <a:ext cx="267720" cy="356519"/>
          </a:xfrm>
          <a:prstGeom prst="rightArrow">
            <a:avLst/>
          </a:prstGeom>
          <a:solidFill>
            <a:srgbClr val="0E9AA7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942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sp>
        <p:nvSpPr>
          <p:cNvPr id="132" name="Rectangle 131">
            <a:extLst>
              <a:ext uri="{FF2B5EF4-FFF2-40B4-BE49-F238E27FC236}">
                <a16:creationId xmlns:a16="http://schemas.microsoft.com/office/drawing/2014/main" id="{75486A5A-267E-AC33-9F63-1A418BC340AB}"/>
              </a:ext>
            </a:extLst>
          </p:cNvPr>
          <p:cNvSpPr/>
          <p:nvPr/>
        </p:nvSpPr>
        <p:spPr bwMode="auto">
          <a:xfrm>
            <a:off x="9763780" y="5447695"/>
            <a:ext cx="2123699" cy="447075"/>
          </a:xfrm>
          <a:prstGeom prst="rect">
            <a:avLst/>
          </a:prstGeom>
          <a:solidFill>
            <a:srgbClr val="0E9AA7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1" i="0" u="none" strike="noStrike" kern="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</a:rPr>
              <a:t>New customer insight</a:t>
            </a:r>
          </a:p>
        </p:txBody>
      </p:sp>
      <p:cxnSp>
        <p:nvCxnSpPr>
          <p:cNvPr id="133" name="Connector: Elbow 132">
            <a:extLst>
              <a:ext uri="{FF2B5EF4-FFF2-40B4-BE49-F238E27FC236}">
                <a16:creationId xmlns:a16="http://schemas.microsoft.com/office/drawing/2014/main" id="{E5BE28E9-C2A6-8389-D9F5-139DC242D0EF}"/>
              </a:ext>
            </a:extLst>
          </p:cNvPr>
          <p:cNvCxnSpPr>
            <a:cxnSpLocks/>
            <a:stCxn id="132" idx="2"/>
            <a:endCxn id="103" idx="2"/>
          </p:cNvCxnSpPr>
          <p:nvPr/>
        </p:nvCxnSpPr>
        <p:spPr bwMode="auto">
          <a:xfrm rot="5400000">
            <a:off x="7607992" y="3008576"/>
            <a:ext cx="331445" cy="6103832"/>
          </a:xfrm>
          <a:prstGeom prst="bentConnector3">
            <a:avLst>
              <a:gd name="adj1" fmla="val 155176"/>
            </a:avLst>
          </a:prstGeom>
          <a:solidFill>
            <a:srgbClr val="FFFFFF"/>
          </a:solidFill>
          <a:ln w="38100" cap="flat" cmpd="sng" algn="ctr">
            <a:solidFill>
              <a:srgbClr val="0E9AA7"/>
            </a:solidFill>
            <a:prstDash val="solid"/>
            <a:round/>
            <a:headEnd type="none" w="med" len="med"/>
            <a:tailEnd type="triangle"/>
          </a:ln>
          <a:effectLst/>
        </p:spPr>
      </p:cxnSp>
      <p:graphicFrame>
        <p:nvGraphicFramePr>
          <p:cNvPr id="134" name="Chart 133">
            <a:extLst>
              <a:ext uri="{FF2B5EF4-FFF2-40B4-BE49-F238E27FC236}">
                <a16:creationId xmlns:a16="http://schemas.microsoft.com/office/drawing/2014/main" id="{171E2E2E-83BC-F9A9-B2C4-3BAB901A2341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795129807"/>
              </p:ext>
            </p:extLst>
          </p:nvPr>
        </p:nvGraphicFramePr>
        <p:xfrm>
          <a:off x="162465" y="3474494"/>
          <a:ext cx="2998900" cy="2743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35" name="Isosceles Triangle 134">
            <a:extLst>
              <a:ext uri="{FF2B5EF4-FFF2-40B4-BE49-F238E27FC236}">
                <a16:creationId xmlns:a16="http://schemas.microsoft.com/office/drawing/2014/main" id="{1D7160D0-4980-A331-C6DD-BEBA473CA7ED}"/>
              </a:ext>
            </a:extLst>
          </p:cNvPr>
          <p:cNvSpPr/>
          <p:nvPr/>
        </p:nvSpPr>
        <p:spPr bwMode="auto">
          <a:xfrm rot="5400000">
            <a:off x="9315774" y="4282438"/>
            <a:ext cx="584737" cy="350579"/>
          </a:xfrm>
          <a:prstGeom prst="triangle">
            <a:avLst/>
          </a:prstGeom>
          <a:solidFill>
            <a:srgbClr val="0E9AA7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marL="0" marR="0" lvl="0" indent="0" algn="ctr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1942" b="0" i="0" u="none" strike="noStrike" kern="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</a:endParaRPr>
          </a:p>
        </p:txBody>
      </p:sp>
      <p:pic>
        <p:nvPicPr>
          <p:cNvPr id="136" name="Picture 6" descr="We are here Images - Free Download on Freepik">
            <a:extLst>
              <a:ext uri="{FF2B5EF4-FFF2-40B4-BE49-F238E27FC236}">
                <a16:creationId xmlns:a16="http://schemas.microsoft.com/office/drawing/2014/main" id="{641F617D-D283-F41C-C4C7-1746EA932C6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040" t="13161" r="23379" b="14650"/>
          <a:stretch>
            <a:fillRect/>
          </a:stretch>
        </p:blipFill>
        <p:spPr bwMode="auto">
          <a:xfrm>
            <a:off x="6503818" y="2106562"/>
            <a:ext cx="394171" cy="531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37" name="TextBox 136">
            <a:extLst>
              <a:ext uri="{FF2B5EF4-FFF2-40B4-BE49-F238E27FC236}">
                <a16:creationId xmlns:a16="http://schemas.microsoft.com/office/drawing/2014/main" id="{10041568-89A8-2842-F055-1BF81915F4C6}"/>
              </a:ext>
            </a:extLst>
          </p:cNvPr>
          <p:cNvSpPr txBox="1"/>
          <p:nvPr/>
        </p:nvSpPr>
        <p:spPr>
          <a:xfrm>
            <a:off x="6886175" y="2248331"/>
            <a:ext cx="1416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We are here</a:t>
            </a:r>
          </a:p>
        </p:txBody>
      </p:sp>
      <p:sp>
        <p:nvSpPr>
          <p:cNvPr id="138" name="TextBox 137">
            <a:extLst>
              <a:ext uri="{FF2B5EF4-FFF2-40B4-BE49-F238E27FC236}">
                <a16:creationId xmlns:a16="http://schemas.microsoft.com/office/drawing/2014/main" id="{426B1A50-58FD-B959-4C9D-BD3843F3616D}"/>
              </a:ext>
            </a:extLst>
          </p:cNvPr>
          <p:cNvSpPr txBox="1"/>
          <p:nvPr/>
        </p:nvSpPr>
        <p:spPr>
          <a:xfrm>
            <a:off x="4630359" y="6407093"/>
            <a:ext cx="590810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1" u="none" strike="noStrike" kern="0" cap="none" spc="0" normalizeH="0" baseline="0" noProof="0">
                <a:ln>
                  <a:noFill/>
                </a:ln>
                <a:solidFill>
                  <a:srgbClr val="0E9AA7"/>
                </a:solidFill>
                <a:effectLst/>
                <a:uLnTx/>
                <a:uFillTx/>
              </a:rPr>
              <a:t>Envolve</a:t>
            </a:r>
            <a:r>
              <a:rPr kumimoji="0" lang="en-US" sz="1200" b="1" i="1" u="none" strike="noStrike" kern="0" cap="none" spc="0" normalizeH="0" baseline="0" noProof="0">
                <a:ln>
                  <a:noFill/>
                </a:ln>
                <a:solidFill>
                  <a:srgbClr val="0E9AA7"/>
                </a:solidFill>
                <a:effectLst/>
                <a:uLnTx/>
                <a:uFillTx/>
              </a:rPr>
              <a:t>:</a:t>
            </a:r>
            <a:r>
              <a:rPr kumimoji="0" lang="en-US" sz="1200" b="0" i="1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 Tracking E2E campaign lifecycle, collect more customer insight &amp; enhance customer experience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530394A5-BEAF-4119-9D17-502E92017467}"/>
              </a:ext>
            </a:extLst>
          </p:cNvPr>
          <p:cNvSpPr txBox="1"/>
          <p:nvPr/>
        </p:nvSpPr>
        <p:spPr>
          <a:xfrm>
            <a:off x="7413172" y="1258321"/>
            <a:ext cx="3790472" cy="794554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/>
              <a:t>Serving</a:t>
            </a:r>
            <a:r>
              <a:rPr lang="en-US" sz="1200"/>
              <a:t>: Serving </a:t>
            </a:r>
            <a:r>
              <a:rPr lang="en-US" sz="1200" err="1"/>
              <a:t>theo</a:t>
            </a:r>
            <a:r>
              <a:rPr lang="en-US" sz="1200"/>
              <a:t> batch, </a:t>
            </a:r>
            <a:r>
              <a:rPr lang="en-US" sz="1200" err="1"/>
              <a:t>định</a:t>
            </a:r>
            <a:r>
              <a:rPr lang="en-US" sz="1200"/>
              <a:t> </a:t>
            </a:r>
            <a:r>
              <a:rPr lang="en-US" sz="1200" err="1"/>
              <a:t>kỳ</a:t>
            </a:r>
            <a:r>
              <a:rPr lang="en-US" sz="1200"/>
              <a:t> 1 </a:t>
            </a:r>
            <a:r>
              <a:rPr lang="en-US" sz="1200" err="1"/>
              <a:t>tháng</a:t>
            </a:r>
            <a:r>
              <a:rPr lang="en-US" sz="1200"/>
              <a:t> 1 </a:t>
            </a:r>
            <a:r>
              <a:rPr lang="en-US" sz="1200" err="1"/>
              <a:t>lần</a:t>
            </a:r>
            <a:r>
              <a:rPr lang="en-US" sz="1200"/>
              <a:t> </a:t>
            </a:r>
            <a:r>
              <a:rPr lang="en-US" sz="1200" err="1"/>
              <a:t>vào</a:t>
            </a:r>
            <a:r>
              <a:rPr lang="en-US" sz="1200"/>
              <a:t> </a:t>
            </a:r>
            <a:r>
              <a:rPr lang="en-US" sz="1200" err="1"/>
              <a:t>ngày</a:t>
            </a:r>
            <a:r>
              <a:rPr lang="en-US" sz="1200"/>
              <a:t> 16-17 </a:t>
            </a:r>
          </a:p>
          <a:p>
            <a:pPr marL="285750" indent="-285750"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err="1"/>
              <a:t>Tần</a:t>
            </a:r>
            <a:r>
              <a:rPr lang="en-US" sz="1200" b="1"/>
              <a:t> </a:t>
            </a:r>
            <a:r>
              <a:rPr lang="en-US" sz="1200" b="1" err="1"/>
              <a:t>suất</a:t>
            </a:r>
            <a:r>
              <a:rPr lang="en-US" sz="1200" b="1"/>
              <a:t> refresh/update </a:t>
            </a:r>
            <a:r>
              <a:rPr lang="en-US" sz="1200" b="1" err="1"/>
              <a:t>mô</a:t>
            </a:r>
            <a:r>
              <a:rPr lang="en-US" sz="1200" b="1"/>
              <a:t> </a:t>
            </a:r>
            <a:r>
              <a:rPr lang="en-US" sz="1200" b="1" err="1"/>
              <a:t>hình</a:t>
            </a:r>
            <a:r>
              <a:rPr lang="en-US" sz="1200"/>
              <a:t>: </a:t>
            </a:r>
            <a:r>
              <a:rPr lang="en-US" sz="1200" err="1"/>
              <a:t>định</a:t>
            </a:r>
            <a:r>
              <a:rPr lang="en-US" sz="1200"/>
              <a:t> </a:t>
            </a:r>
            <a:r>
              <a:rPr lang="en-US" sz="1200" err="1"/>
              <a:t>kỳ</a:t>
            </a:r>
            <a:r>
              <a:rPr lang="en-US" sz="1200"/>
              <a:t> 3 </a:t>
            </a:r>
            <a:r>
              <a:rPr lang="en-US" sz="1200" err="1"/>
              <a:t>tháng</a:t>
            </a:r>
            <a:r>
              <a:rPr lang="en-US" sz="1200"/>
              <a:t> 1 </a:t>
            </a:r>
            <a:r>
              <a:rPr lang="en-US" sz="1200" err="1"/>
              <a:t>lần</a:t>
            </a:r>
            <a:r>
              <a:rPr lang="en-US" sz="1200"/>
              <a:t>.</a:t>
            </a:r>
          </a:p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US" sz="1600"/>
          </a:p>
        </p:txBody>
      </p:sp>
    </p:spTree>
    <p:extLst>
      <p:ext uri="{BB962C8B-B14F-4D97-AF65-F5344CB8AC3E}">
        <p14:creationId xmlns:p14="http://schemas.microsoft.com/office/powerpoint/2010/main" val="294915700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2A217-271F-6486-D762-76B7914B0E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5F459E2-7560-962F-19BB-360A785142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3191" y="53511"/>
            <a:ext cx="11082528" cy="384721"/>
          </a:xfrm>
        </p:spPr>
        <p:txBody>
          <a:bodyPr/>
          <a:lstStyle/>
          <a:p>
            <a:r>
              <a:rPr lang="en-US"/>
              <a:t>QLYC-9474| Propensity model for Real-estate demand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30F9B52-1D2F-3404-E2B7-33FF263C554D}"/>
              </a:ext>
            </a:extLst>
          </p:cNvPr>
          <p:cNvSpPr txBox="1"/>
          <p:nvPr/>
        </p:nvSpPr>
        <p:spPr>
          <a:xfrm>
            <a:off x="177351" y="465240"/>
            <a:ext cx="12030006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200" b="1"/>
              <a:t>Pain point: </a:t>
            </a:r>
            <a:r>
              <a:rPr lang="en-US" sz="1200" err="1"/>
              <a:t>Số</a:t>
            </a:r>
            <a:r>
              <a:rPr lang="en-US" sz="1200"/>
              <a:t> </a:t>
            </a:r>
            <a:r>
              <a:rPr lang="en-US" sz="1200" err="1"/>
              <a:t>lượng</a:t>
            </a:r>
            <a:r>
              <a:rPr lang="en-US" sz="1200"/>
              <a:t> </a:t>
            </a:r>
            <a:r>
              <a:rPr lang="en-US" sz="1200" err="1"/>
              <a:t>khách</a:t>
            </a:r>
            <a:r>
              <a:rPr lang="en-US" sz="1200"/>
              <a:t> </a:t>
            </a:r>
            <a:r>
              <a:rPr lang="en-US" sz="1200" err="1"/>
              <a:t>hàng</a:t>
            </a:r>
            <a:r>
              <a:rPr lang="en-US" sz="1200"/>
              <a:t> AFF RB </a:t>
            </a:r>
            <a:r>
              <a:rPr lang="en-US" sz="1200" err="1"/>
              <a:t>lớn</a:t>
            </a:r>
            <a:r>
              <a:rPr lang="en-US" sz="1200"/>
              <a:t> (~120k KH), </a:t>
            </a:r>
            <a:r>
              <a:rPr lang="en-US" sz="1200" err="1"/>
              <a:t>không</a:t>
            </a:r>
            <a:r>
              <a:rPr lang="en-US" sz="1200"/>
              <a:t> </a:t>
            </a:r>
            <a:r>
              <a:rPr lang="en-US" sz="1200" err="1"/>
              <a:t>có</a:t>
            </a:r>
            <a:r>
              <a:rPr lang="en-US" sz="1200"/>
              <a:t> </a:t>
            </a:r>
            <a:r>
              <a:rPr lang="en-US" sz="1200" err="1"/>
              <a:t>phương</a:t>
            </a:r>
            <a:r>
              <a:rPr lang="en-US" sz="1200"/>
              <a:t> </a:t>
            </a:r>
            <a:r>
              <a:rPr lang="en-US" sz="1200" err="1"/>
              <a:t>án</a:t>
            </a:r>
            <a:r>
              <a:rPr lang="en-US" sz="1200"/>
              <a:t> </a:t>
            </a:r>
            <a:r>
              <a:rPr lang="en-US" sz="1200" err="1"/>
              <a:t>xác</a:t>
            </a:r>
            <a:r>
              <a:rPr lang="en-US" sz="1200"/>
              <a:t> </a:t>
            </a:r>
            <a:r>
              <a:rPr lang="en-US" sz="1200" err="1"/>
              <a:t>định</a:t>
            </a:r>
            <a:r>
              <a:rPr lang="en-US" sz="1200"/>
              <a:t> </a:t>
            </a:r>
            <a:r>
              <a:rPr lang="en-US" sz="1200" err="1"/>
              <a:t>nhóm</a:t>
            </a:r>
            <a:r>
              <a:rPr lang="en-US" sz="1200"/>
              <a:t> </a:t>
            </a:r>
            <a:r>
              <a:rPr lang="en-US" sz="1200" err="1"/>
              <a:t>tiềm</a:t>
            </a:r>
            <a:r>
              <a:rPr lang="en-US" sz="1200"/>
              <a:t> </a:t>
            </a:r>
            <a:r>
              <a:rPr lang="en-US" sz="1200" err="1"/>
              <a:t>năng</a:t>
            </a:r>
            <a:r>
              <a:rPr lang="en-US" sz="1200"/>
              <a:t> </a:t>
            </a:r>
            <a:r>
              <a:rPr lang="en-US" sz="1200" err="1"/>
              <a:t>dẫn</a:t>
            </a:r>
            <a:r>
              <a:rPr lang="en-US" sz="1200"/>
              <a:t> </a:t>
            </a:r>
            <a:r>
              <a:rPr lang="en-US" sz="1200" err="1"/>
              <a:t>đến</a:t>
            </a:r>
            <a:r>
              <a:rPr lang="en-US" sz="1200"/>
              <a:t> </a:t>
            </a:r>
            <a:r>
              <a:rPr lang="en-US" sz="1200" err="1"/>
              <a:t>nguy</a:t>
            </a:r>
            <a:r>
              <a:rPr lang="en-US" sz="1200"/>
              <a:t> </a:t>
            </a:r>
            <a:r>
              <a:rPr lang="en-US" sz="1200" err="1"/>
              <a:t>cơ</a:t>
            </a:r>
            <a:r>
              <a:rPr lang="en-US" sz="1200"/>
              <a:t> chi </a:t>
            </a:r>
            <a:r>
              <a:rPr lang="en-US" sz="1200" err="1"/>
              <a:t>phí</a:t>
            </a:r>
            <a:r>
              <a:rPr lang="en-US" sz="1200"/>
              <a:t> MKT </a:t>
            </a:r>
            <a:r>
              <a:rPr lang="en-US" sz="1200" err="1"/>
              <a:t>lớn</a:t>
            </a:r>
            <a:r>
              <a:rPr lang="en-US" sz="1200"/>
              <a:t> </a:t>
            </a:r>
            <a:r>
              <a:rPr lang="en-US" sz="1200" err="1"/>
              <a:t>và</a:t>
            </a:r>
            <a:r>
              <a:rPr lang="en-US" sz="1200"/>
              <a:t> </a:t>
            </a:r>
            <a:r>
              <a:rPr lang="en-US" sz="1200" err="1"/>
              <a:t>ảnh</a:t>
            </a:r>
            <a:r>
              <a:rPr lang="en-US" sz="1200"/>
              <a:t> </a:t>
            </a:r>
            <a:r>
              <a:rPr lang="en-US" sz="1200" err="1"/>
              <a:t>hưởng</a:t>
            </a:r>
            <a:r>
              <a:rPr lang="en-US" sz="1200"/>
              <a:t> </a:t>
            </a:r>
            <a:r>
              <a:rPr lang="en-US" sz="1200" err="1"/>
              <a:t>trải</a:t>
            </a:r>
            <a:r>
              <a:rPr lang="en-US" sz="1200"/>
              <a:t> </a:t>
            </a:r>
            <a:r>
              <a:rPr lang="en-US" sz="1200" err="1"/>
              <a:t>nghiệm</a:t>
            </a:r>
            <a:r>
              <a:rPr lang="en-US" sz="1200"/>
              <a:t> </a:t>
            </a:r>
            <a:r>
              <a:rPr lang="en-US" sz="1200" err="1"/>
              <a:t>khách</a:t>
            </a:r>
            <a:r>
              <a:rPr lang="en-US" sz="1200"/>
              <a:t> hàng</a:t>
            </a:r>
          </a:p>
          <a:p>
            <a:pPr>
              <a:spcAft>
                <a:spcPts val="600"/>
              </a:spcAft>
            </a:pPr>
            <a:r>
              <a:rPr lang="en-US" sz="1200" b="1" err="1"/>
              <a:t>Giải</a:t>
            </a:r>
            <a:r>
              <a:rPr lang="en-US" sz="1200" b="1"/>
              <a:t> </a:t>
            </a:r>
            <a:r>
              <a:rPr lang="en-US" sz="1200" b="1" err="1"/>
              <a:t>pháp</a:t>
            </a:r>
            <a:r>
              <a:rPr lang="en-US" sz="1200"/>
              <a:t>: </a:t>
            </a:r>
            <a:r>
              <a:rPr lang="en-US" sz="1200" err="1"/>
              <a:t>Xây</a:t>
            </a:r>
            <a:r>
              <a:rPr lang="en-US" sz="1200"/>
              <a:t> </a:t>
            </a:r>
            <a:r>
              <a:rPr lang="en-US" sz="1200" err="1"/>
              <a:t>dựng</a:t>
            </a:r>
            <a:r>
              <a:rPr lang="en-US" sz="1200"/>
              <a:t> ML Models </a:t>
            </a:r>
            <a:r>
              <a:rPr lang="en-US" sz="1200" err="1"/>
              <a:t>dự</a:t>
            </a:r>
            <a:r>
              <a:rPr lang="en-US" sz="1200"/>
              <a:t> </a:t>
            </a:r>
            <a:r>
              <a:rPr lang="en-US" sz="1200" err="1"/>
              <a:t>báo</a:t>
            </a:r>
            <a:r>
              <a:rPr lang="en-US" sz="1200"/>
              <a:t> KH </a:t>
            </a:r>
            <a:r>
              <a:rPr lang="en-US" sz="1200" err="1"/>
              <a:t>tiềm</a:t>
            </a:r>
            <a:r>
              <a:rPr lang="en-US" sz="1200"/>
              <a:t> </a:t>
            </a:r>
            <a:r>
              <a:rPr lang="en-US" sz="1200" err="1"/>
              <a:t>năng</a:t>
            </a:r>
            <a:r>
              <a:rPr lang="en-US" sz="1200"/>
              <a:t> </a:t>
            </a:r>
            <a:r>
              <a:rPr lang="en-US" sz="1200" err="1"/>
              <a:t>bán</a:t>
            </a:r>
            <a:r>
              <a:rPr lang="en-US" sz="1200"/>
              <a:t> </a:t>
            </a:r>
            <a:r>
              <a:rPr lang="en-US" sz="1200" err="1"/>
              <a:t>bất</a:t>
            </a:r>
            <a:r>
              <a:rPr lang="en-US" sz="1200"/>
              <a:t> </a:t>
            </a:r>
            <a:r>
              <a:rPr lang="en-US" sz="1200" err="1"/>
              <a:t>động</a:t>
            </a:r>
            <a:r>
              <a:rPr lang="en-US" sz="1200"/>
              <a:t> </a:t>
            </a:r>
            <a:r>
              <a:rPr lang="en-US" sz="1200" err="1"/>
              <a:t>sản</a:t>
            </a:r>
            <a:endParaRPr lang="en-US" sz="1200"/>
          </a:p>
          <a:p>
            <a:pPr>
              <a:spcAft>
                <a:spcPts val="600"/>
              </a:spcAft>
            </a:pPr>
            <a:r>
              <a:rPr lang="en-US" sz="1200" b="1" err="1"/>
              <a:t>Thông</a:t>
            </a:r>
            <a:r>
              <a:rPr lang="en-US" sz="1200" b="1"/>
              <a:t> tin chi </a:t>
            </a:r>
            <a:r>
              <a:rPr lang="en-US" sz="1200" b="1" err="1"/>
              <a:t>tiết</a:t>
            </a:r>
            <a:r>
              <a:rPr lang="en-US" sz="1200" b="1"/>
              <a:t>: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err="1"/>
              <a:t>Số</a:t>
            </a:r>
            <a:r>
              <a:rPr lang="en-US" sz="1200" b="1"/>
              <a:t> </a:t>
            </a:r>
            <a:r>
              <a:rPr lang="en-US" sz="1200" b="1" err="1"/>
              <a:t>lượng</a:t>
            </a:r>
            <a:r>
              <a:rPr lang="en-US" sz="1200" b="1"/>
              <a:t> feature</a:t>
            </a:r>
            <a:r>
              <a:rPr lang="en-US" sz="1200"/>
              <a:t>: 3269 (</a:t>
            </a:r>
            <a:r>
              <a:rPr lang="en-US" sz="1200" err="1"/>
              <a:t>tất</a:t>
            </a:r>
            <a:r>
              <a:rPr lang="en-US" sz="1200"/>
              <a:t> </a:t>
            </a:r>
            <a:r>
              <a:rPr lang="en-US" sz="1200" err="1"/>
              <a:t>cả</a:t>
            </a:r>
            <a:r>
              <a:rPr lang="en-US" sz="1200"/>
              <a:t> </a:t>
            </a:r>
            <a:r>
              <a:rPr lang="en-US" sz="1200" err="1"/>
              <a:t>các</a:t>
            </a:r>
            <a:r>
              <a:rPr lang="en-US" sz="1200"/>
              <a:t> </a:t>
            </a:r>
            <a:r>
              <a:rPr lang="en-US" sz="1200" err="1"/>
              <a:t>nhóm</a:t>
            </a:r>
            <a:r>
              <a:rPr lang="en-US" sz="1200"/>
              <a:t> feature </a:t>
            </a:r>
            <a:r>
              <a:rPr lang="en-US" sz="1200" err="1"/>
              <a:t>trong</a:t>
            </a:r>
            <a:r>
              <a:rPr lang="en-US" sz="1200"/>
              <a:t> feature store)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/>
              <a:t>Label</a:t>
            </a:r>
            <a:r>
              <a:rPr lang="en-US" sz="1200"/>
              <a:t>: Data label </a:t>
            </a:r>
            <a:r>
              <a:rPr lang="en-US" sz="1200" err="1"/>
              <a:t>từ</a:t>
            </a:r>
            <a:r>
              <a:rPr lang="en-US" sz="1200"/>
              <a:t> RB Mart </a:t>
            </a:r>
            <a:r>
              <a:rPr lang="en-US" sz="1200" err="1"/>
              <a:t>theo</a:t>
            </a:r>
            <a:r>
              <a:rPr lang="en-US" sz="1200"/>
              <a:t> rule </a:t>
            </a:r>
            <a:r>
              <a:rPr lang="en-US" sz="1200" err="1"/>
              <a:t>đã</a:t>
            </a:r>
            <a:r>
              <a:rPr lang="en-US" sz="1200"/>
              <a:t> </a:t>
            </a:r>
            <a:r>
              <a:rPr lang="en-US" sz="1200" err="1"/>
              <a:t>thống</a:t>
            </a:r>
            <a:r>
              <a:rPr lang="en-US" sz="1200"/>
              <a:t> </a:t>
            </a:r>
            <a:r>
              <a:rPr lang="en-US" sz="1200" err="1"/>
              <a:t>nhất</a:t>
            </a:r>
            <a:r>
              <a:rPr lang="en-US" sz="1200"/>
              <a:t> </a:t>
            </a:r>
            <a:r>
              <a:rPr lang="en-US" sz="1200" err="1"/>
              <a:t>với</a:t>
            </a:r>
            <a:r>
              <a:rPr lang="en-US" sz="1200"/>
              <a:t> ĐVKD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/>
              <a:t>Performance</a:t>
            </a:r>
            <a:r>
              <a:rPr lang="en-US" sz="1200"/>
              <a:t>: Recall 50% </a:t>
            </a:r>
            <a:r>
              <a:rPr lang="en-US" sz="1200" err="1"/>
              <a:t>cho</a:t>
            </a:r>
            <a:r>
              <a:rPr lang="en-US" sz="1200"/>
              <a:t> top 10%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/>
              <a:t>Sizing (số lượng KH)</a:t>
            </a:r>
            <a:r>
              <a:rPr lang="en-US" sz="1200"/>
              <a:t>:  Train: 900k, Test: 100k, Serving: 100k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EF2D6AD9-C2ED-87BF-113B-8587262E5EE4}"/>
              </a:ext>
            </a:extLst>
          </p:cNvPr>
          <p:cNvSpPr/>
          <p:nvPr/>
        </p:nvSpPr>
        <p:spPr>
          <a:xfrm>
            <a:off x="3893561" y="4996276"/>
            <a:ext cx="1933074" cy="912403"/>
          </a:xfrm>
          <a:prstGeom prst="rect">
            <a:avLst/>
          </a:prstGeom>
          <a:noFill/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CDE5350C-7297-291F-1CBA-626F10526A3D}"/>
              </a:ext>
            </a:extLst>
          </p:cNvPr>
          <p:cNvGrpSpPr/>
          <p:nvPr/>
        </p:nvGrpSpPr>
        <p:grpSpPr>
          <a:xfrm>
            <a:off x="3578485" y="2796568"/>
            <a:ext cx="2594197" cy="3356519"/>
            <a:chOff x="3567113" y="771013"/>
            <a:chExt cx="2594197" cy="3519220"/>
          </a:xfrm>
        </p:grpSpPr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0809F177-4B78-BD4F-8122-9E3357CCA966}"/>
                </a:ext>
              </a:extLst>
            </p:cNvPr>
            <p:cNvSpPr/>
            <p:nvPr/>
          </p:nvSpPr>
          <p:spPr>
            <a:xfrm>
              <a:off x="3567113" y="779945"/>
              <a:ext cx="2583806" cy="3510288"/>
            </a:xfrm>
            <a:prstGeom prst="roundRect">
              <a:avLst>
                <a:gd name="adj" fmla="val 6345"/>
              </a:avLst>
            </a:prstGeom>
            <a:noFill/>
            <a:ln w="6350" cap="sq">
              <a:solidFill>
                <a:schemeClr val="tx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6" name="Rectangle: Rounded Corners 5">
              <a:extLst>
                <a:ext uri="{FF2B5EF4-FFF2-40B4-BE49-F238E27FC236}">
                  <a16:creationId xmlns:a16="http://schemas.microsoft.com/office/drawing/2014/main" id="{B0DC1337-5B98-1838-2011-B861D34531F8}"/>
                </a:ext>
              </a:extLst>
            </p:cNvPr>
            <p:cNvSpPr/>
            <p:nvPr/>
          </p:nvSpPr>
          <p:spPr>
            <a:xfrm>
              <a:off x="3577503" y="771013"/>
              <a:ext cx="2583807" cy="377450"/>
            </a:xfrm>
            <a:prstGeom prst="roundRect">
              <a:avLst>
                <a:gd name="adj" fmla="val 50000"/>
              </a:avLst>
            </a:prstGeom>
            <a:solidFill>
              <a:srgbClr val="EE452F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800" b="1">
                  <a:solidFill>
                    <a:schemeClr val="bg1"/>
                  </a:solidFill>
                </a:rPr>
                <a:t>ML Model</a:t>
              </a:r>
            </a:p>
          </p:txBody>
        </p:sp>
      </p:grp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FF5FBC20-EE29-4652-5439-BC84D24B021F}"/>
              </a:ext>
            </a:extLst>
          </p:cNvPr>
          <p:cNvCxnSpPr>
            <a:cxnSpLocks/>
          </p:cNvCxnSpPr>
          <p:nvPr/>
        </p:nvCxnSpPr>
        <p:spPr>
          <a:xfrm>
            <a:off x="3586750" y="4862247"/>
            <a:ext cx="2591385" cy="0"/>
          </a:xfrm>
          <a:prstGeom prst="line">
            <a:avLst/>
          </a:prstGeom>
          <a:ln w="3175" cap="flat">
            <a:solidFill>
              <a:schemeClr val="tx1"/>
            </a:solidFill>
            <a:prstDash val="lgDashDotDot"/>
            <a:miter lim="800000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C69C0741-E337-3741-857E-0CC1163DF2CF}"/>
              </a:ext>
            </a:extLst>
          </p:cNvPr>
          <p:cNvSpPr txBox="1"/>
          <p:nvPr/>
        </p:nvSpPr>
        <p:spPr>
          <a:xfrm>
            <a:off x="4528920" y="4523649"/>
            <a:ext cx="630852" cy="347724"/>
          </a:xfrm>
          <a:prstGeom prst="rect">
            <a:avLst/>
          </a:prstGeom>
          <a:noFill/>
          <a:ln w="6350">
            <a:noFill/>
            <a:miter lim="800000"/>
          </a:ln>
        </p:spPr>
        <p:txBody>
          <a:bodyPr wrap="square">
            <a:spAutoFit/>
          </a:bodyPr>
          <a:lstStyle/>
          <a:p>
            <a:pPr algn="l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600" b="1"/>
              <a:t>Data</a:t>
            </a: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B7A14F6E-54AD-6AEC-727B-C5D1D7B2D501}"/>
              </a:ext>
            </a:extLst>
          </p:cNvPr>
          <p:cNvGrpSpPr/>
          <p:nvPr/>
        </p:nvGrpSpPr>
        <p:grpSpPr>
          <a:xfrm>
            <a:off x="231978" y="2802110"/>
            <a:ext cx="3194811" cy="3348000"/>
            <a:chOff x="3567113" y="779945"/>
            <a:chExt cx="2592238" cy="3510287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C91B5DD5-320C-63A6-1E70-6F58C6636E44}"/>
                </a:ext>
              </a:extLst>
            </p:cNvPr>
            <p:cNvSpPr/>
            <p:nvPr/>
          </p:nvSpPr>
          <p:spPr>
            <a:xfrm>
              <a:off x="3567113" y="779945"/>
              <a:ext cx="2583806" cy="3510287"/>
            </a:xfrm>
            <a:prstGeom prst="roundRect">
              <a:avLst>
                <a:gd name="adj" fmla="val 5101"/>
              </a:avLst>
            </a:prstGeom>
            <a:noFill/>
            <a:ln w="6350" cap="sq">
              <a:solidFill>
                <a:schemeClr val="tx2"/>
              </a:solidFill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endParaRPr lang="en-US" sz="1600" err="1">
                <a:solidFill>
                  <a:schemeClr val="bg1"/>
                </a:solidFill>
              </a:endParaRPr>
            </a:p>
          </p:txBody>
        </p:sp>
        <p:sp>
          <p:nvSpPr>
            <p:cNvPr id="11" name="Rectangle: Rounded Corners 10">
              <a:extLst>
                <a:ext uri="{FF2B5EF4-FFF2-40B4-BE49-F238E27FC236}">
                  <a16:creationId xmlns:a16="http://schemas.microsoft.com/office/drawing/2014/main" id="{DD2AC070-C97C-939F-543C-7A8681C27A6D}"/>
                </a:ext>
              </a:extLst>
            </p:cNvPr>
            <p:cNvSpPr/>
            <p:nvPr/>
          </p:nvSpPr>
          <p:spPr>
            <a:xfrm>
              <a:off x="3567114" y="781908"/>
              <a:ext cx="2592237" cy="377450"/>
            </a:xfrm>
            <a:prstGeom prst="roundRect">
              <a:avLst>
                <a:gd name="adj" fmla="val 50000"/>
              </a:avLst>
            </a:prstGeom>
            <a:solidFill>
              <a:srgbClr val="EE452F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>
                <a:spcBef>
                  <a:spcPts val="300"/>
                </a:spcBef>
                <a:spcAft>
                  <a:spcPts val="300"/>
                </a:spcAft>
              </a:pPr>
              <a:r>
                <a:rPr lang="en-US" sz="1800" b="1">
                  <a:solidFill>
                    <a:schemeClr val="bg1"/>
                  </a:solidFill>
                </a:rPr>
                <a:t>AS IS</a:t>
              </a:r>
            </a:p>
          </p:txBody>
        </p:sp>
      </p:grp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A6B5486-1F33-C118-DB1A-F89B2272D39A}"/>
              </a:ext>
            </a:extLst>
          </p:cNvPr>
          <p:cNvSpPr/>
          <p:nvPr/>
        </p:nvSpPr>
        <p:spPr>
          <a:xfrm>
            <a:off x="6314396" y="2802111"/>
            <a:ext cx="2968460" cy="3348000"/>
          </a:xfrm>
          <a:prstGeom prst="roundRect">
            <a:avLst>
              <a:gd name="adj" fmla="val 3261"/>
            </a:avLst>
          </a:prstGeom>
          <a:noFill/>
          <a:ln w="6350" cap="sq">
            <a:solidFill>
              <a:srgbClr val="0E9AA7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596A594-4203-A5EE-49F4-A636E67CB857}"/>
              </a:ext>
            </a:extLst>
          </p:cNvPr>
          <p:cNvSpPr/>
          <p:nvPr/>
        </p:nvSpPr>
        <p:spPr>
          <a:xfrm>
            <a:off x="6314394" y="2783200"/>
            <a:ext cx="2968462" cy="360000"/>
          </a:xfrm>
          <a:prstGeom prst="roundRect">
            <a:avLst>
              <a:gd name="adj" fmla="val 38488"/>
            </a:avLst>
          </a:prstGeom>
          <a:solidFill>
            <a:srgbClr val="0E9AA7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800" b="1">
                <a:solidFill>
                  <a:schemeClr val="bg1"/>
                </a:solidFill>
              </a:rPr>
              <a:t>TO BE</a:t>
            </a:r>
          </a:p>
        </p:txBody>
      </p:sp>
      <p:sp>
        <p:nvSpPr>
          <p:cNvPr id="14" name="Isosceles Triangle 13">
            <a:extLst>
              <a:ext uri="{FF2B5EF4-FFF2-40B4-BE49-F238E27FC236}">
                <a16:creationId xmlns:a16="http://schemas.microsoft.com/office/drawing/2014/main" id="{A466A8A5-1FC2-FAD5-A109-CE84926F1091}"/>
              </a:ext>
            </a:extLst>
          </p:cNvPr>
          <p:cNvSpPr/>
          <p:nvPr/>
        </p:nvSpPr>
        <p:spPr bwMode="auto">
          <a:xfrm rot="5400000">
            <a:off x="3240363" y="4385308"/>
            <a:ext cx="584737" cy="350579"/>
          </a:xfrm>
          <a:prstGeom prst="triangle">
            <a:avLst/>
          </a:prstGeom>
          <a:solidFill>
            <a:srgbClr val="EE452F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15" name="Isosceles Triangle 14">
            <a:extLst>
              <a:ext uri="{FF2B5EF4-FFF2-40B4-BE49-F238E27FC236}">
                <a16:creationId xmlns:a16="http://schemas.microsoft.com/office/drawing/2014/main" id="{CCC08E7A-89A9-6A27-0D4A-F82CF44D32EC}"/>
              </a:ext>
            </a:extLst>
          </p:cNvPr>
          <p:cNvSpPr/>
          <p:nvPr/>
        </p:nvSpPr>
        <p:spPr bwMode="auto">
          <a:xfrm rot="5400000">
            <a:off x="5962827" y="4385308"/>
            <a:ext cx="584737" cy="350579"/>
          </a:xfrm>
          <a:prstGeom prst="triangle">
            <a:avLst/>
          </a:prstGeom>
          <a:solidFill>
            <a:srgbClr val="EE452F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F3B7C129-D449-09C3-8B4B-38E8221508B3}"/>
              </a:ext>
            </a:extLst>
          </p:cNvPr>
          <p:cNvSpPr/>
          <p:nvPr/>
        </p:nvSpPr>
        <p:spPr>
          <a:xfrm>
            <a:off x="9416695" y="2802110"/>
            <a:ext cx="2587201" cy="3348000"/>
          </a:xfrm>
          <a:prstGeom prst="roundRect">
            <a:avLst>
              <a:gd name="adj" fmla="val 3261"/>
            </a:avLst>
          </a:prstGeom>
          <a:noFill/>
          <a:ln w="6350" cap="sq">
            <a:solidFill>
              <a:srgbClr val="0E9AA7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17" name="Rectangle: Rounded Corners 16">
            <a:extLst>
              <a:ext uri="{FF2B5EF4-FFF2-40B4-BE49-F238E27FC236}">
                <a16:creationId xmlns:a16="http://schemas.microsoft.com/office/drawing/2014/main" id="{2DE59752-32BD-8B19-7F37-253AAB50B994}"/>
              </a:ext>
            </a:extLst>
          </p:cNvPr>
          <p:cNvSpPr/>
          <p:nvPr/>
        </p:nvSpPr>
        <p:spPr>
          <a:xfrm>
            <a:off x="9406304" y="2783200"/>
            <a:ext cx="2622676" cy="360000"/>
          </a:xfrm>
          <a:prstGeom prst="roundRect">
            <a:avLst>
              <a:gd name="adj" fmla="val 32715"/>
            </a:avLst>
          </a:prstGeom>
          <a:solidFill>
            <a:srgbClr val="0E9AA7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800" b="1">
                <a:solidFill>
                  <a:schemeClr val="bg1"/>
                </a:solidFill>
              </a:rPr>
              <a:t>EXECUTION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4A50E709-7DF5-3253-A715-8953A171DDA4}"/>
              </a:ext>
            </a:extLst>
          </p:cNvPr>
          <p:cNvSpPr/>
          <p:nvPr/>
        </p:nvSpPr>
        <p:spPr bwMode="auto">
          <a:xfrm>
            <a:off x="9554830" y="5550565"/>
            <a:ext cx="2309731" cy="447075"/>
          </a:xfrm>
          <a:prstGeom prst="rect">
            <a:avLst/>
          </a:prstGeom>
          <a:solidFill>
            <a:srgbClr val="0E9AA7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New customer insight</a:t>
            </a:r>
          </a:p>
        </p:txBody>
      </p:sp>
      <p:cxnSp>
        <p:nvCxnSpPr>
          <p:cNvPr id="19" name="Connector: Elbow 18">
            <a:extLst>
              <a:ext uri="{FF2B5EF4-FFF2-40B4-BE49-F238E27FC236}">
                <a16:creationId xmlns:a16="http://schemas.microsoft.com/office/drawing/2014/main" id="{4C8124D3-8872-280C-1E78-9C77D38254CA}"/>
              </a:ext>
            </a:extLst>
          </p:cNvPr>
          <p:cNvCxnSpPr>
            <a:cxnSpLocks/>
            <a:stCxn id="18" idx="2"/>
            <a:endCxn id="5" idx="2"/>
          </p:cNvCxnSpPr>
          <p:nvPr/>
        </p:nvCxnSpPr>
        <p:spPr bwMode="auto">
          <a:xfrm rot="5400000">
            <a:off x="7712319" y="3155709"/>
            <a:ext cx="155447" cy="5839308"/>
          </a:xfrm>
          <a:prstGeom prst="bentConnector3">
            <a:avLst>
              <a:gd name="adj1" fmla="val 247060"/>
            </a:avLst>
          </a:prstGeom>
          <a:solidFill>
            <a:schemeClr val="accent1"/>
          </a:solidFill>
          <a:ln w="38100" cap="flat" cmpd="sng" algn="ctr">
            <a:solidFill>
              <a:srgbClr val="0E9AA7"/>
            </a:solidFill>
            <a:prstDash val="solid"/>
            <a:round/>
            <a:headEnd type="none" w="med" len="med"/>
            <a:tailEnd type="triangle"/>
          </a:ln>
          <a:effectLst/>
        </p:spPr>
      </p:cxnSp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F17F8D5B-17E8-CDD2-943B-7E18A1FF94B3}"/>
              </a:ext>
            </a:extLst>
          </p:cNvPr>
          <p:cNvSpPr/>
          <p:nvPr/>
        </p:nvSpPr>
        <p:spPr bwMode="auto">
          <a:xfrm rot="5400000">
            <a:off x="9080429" y="4392054"/>
            <a:ext cx="546468" cy="298820"/>
          </a:xfrm>
          <a:prstGeom prst="triangle">
            <a:avLst/>
          </a:prstGeom>
          <a:solidFill>
            <a:srgbClr val="0E9AA7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17FF4A1-A812-D99E-021B-10A6E64EB2EE}"/>
              </a:ext>
            </a:extLst>
          </p:cNvPr>
          <p:cNvSpPr txBox="1"/>
          <p:nvPr/>
        </p:nvSpPr>
        <p:spPr>
          <a:xfrm>
            <a:off x="3748958" y="3984526"/>
            <a:ext cx="2358422" cy="586660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/>
          <a:p>
            <a:pPr marL="171450" indent="-171450" algn="l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100"/>
              <a:t>Learn new behaviors quarterly</a:t>
            </a:r>
          </a:p>
          <a:p>
            <a:pPr marL="171450" indent="-171450" algn="l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100"/>
              <a:t>Deliver outputs monthly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6E24D0F-E7CF-FF17-16FB-F5912CB926FE}"/>
              </a:ext>
            </a:extLst>
          </p:cNvPr>
          <p:cNvSpPr txBox="1"/>
          <p:nvPr/>
        </p:nvSpPr>
        <p:spPr>
          <a:xfrm>
            <a:off x="3708022" y="3331718"/>
            <a:ext cx="2294166" cy="566223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defPPr>
              <a:defRPr lang="en-US"/>
            </a:defPPr>
            <a:lvl1pPr marL="171450" indent="-171450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/>
            </a:lvl1pPr>
          </a:lstStyle>
          <a:p>
            <a:pPr marL="0" indent="0">
              <a:buNone/>
            </a:pPr>
            <a:r>
              <a:rPr lang="en-US" sz="1200" b="1"/>
              <a:t>Machine learning model for identifying potential real-estate customers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6F6834C-D72A-068C-97DB-75039C881C7F}"/>
              </a:ext>
            </a:extLst>
          </p:cNvPr>
          <p:cNvSpPr txBox="1"/>
          <p:nvPr/>
        </p:nvSpPr>
        <p:spPr>
          <a:xfrm>
            <a:off x="3739061" y="5261831"/>
            <a:ext cx="1552310" cy="876217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/>
          <a:p>
            <a:pPr marL="171450" indent="-171450" algn="l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100"/>
              <a:t>Demographics</a:t>
            </a:r>
          </a:p>
          <a:p>
            <a:pPr marL="171450" indent="-171450" algn="l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100"/>
              <a:t>CASA</a:t>
            </a:r>
          </a:p>
          <a:p>
            <a:pPr marL="171450" indent="-171450" algn="l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r>
              <a:rPr lang="en-US" sz="1100"/>
              <a:t>Card</a:t>
            </a:r>
          </a:p>
          <a:p>
            <a:pPr marL="171450" indent="-171450" algn="l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US" sz="1100"/>
          </a:p>
          <a:p>
            <a:pPr marL="171450" indent="-171450" algn="l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</a:pPr>
            <a:endParaRPr lang="en-US" sz="1100"/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2C2CBC5C-DB1F-5D73-17B9-9D42DF76B6CB}"/>
              </a:ext>
            </a:extLst>
          </p:cNvPr>
          <p:cNvSpPr/>
          <p:nvPr/>
        </p:nvSpPr>
        <p:spPr>
          <a:xfrm>
            <a:off x="3682795" y="5109400"/>
            <a:ext cx="2397111" cy="912403"/>
          </a:xfrm>
          <a:prstGeom prst="rect">
            <a:avLst/>
          </a:prstGeom>
          <a:noFill/>
          <a:ln w="38100" cap="sq">
            <a:solidFill>
              <a:srgbClr val="EE452F"/>
            </a:solidFill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A24A194-14C2-283D-8F0A-EBB0A216DDFA}"/>
              </a:ext>
            </a:extLst>
          </p:cNvPr>
          <p:cNvSpPr txBox="1"/>
          <p:nvPr/>
        </p:nvSpPr>
        <p:spPr>
          <a:xfrm>
            <a:off x="4981351" y="5247329"/>
            <a:ext cx="1262432" cy="804387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defPPr>
              <a:defRPr lang="en-US"/>
            </a:defPPr>
            <a:lvl1pPr marL="171450" indent="-171450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/>
            </a:lvl1pPr>
          </a:lstStyle>
          <a:p>
            <a:r>
              <a:rPr lang="en-US"/>
              <a:t>Bond/FD</a:t>
            </a:r>
          </a:p>
          <a:p>
            <a:r>
              <a:rPr lang="en-US"/>
              <a:t>Loan</a:t>
            </a:r>
          </a:p>
          <a:p>
            <a:r>
              <a:rPr lang="en-US"/>
              <a:t>CIC</a:t>
            </a:r>
          </a:p>
        </p:txBody>
      </p:sp>
      <p:sp>
        <p:nvSpPr>
          <p:cNvPr id="26" name="Rectangle 25">
            <a:extLst>
              <a:ext uri="{FF2B5EF4-FFF2-40B4-BE49-F238E27FC236}">
                <a16:creationId xmlns:a16="http://schemas.microsoft.com/office/drawing/2014/main" id="{C3004C94-ED37-1010-B5FB-8DFDEE2BE378}"/>
              </a:ext>
            </a:extLst>
          </p:cNvPr>
          <p:cNvSpPr/>
          <p:nvPr/>
        </p:nvSpPr>
        <p:spPr bwMode="auto">
          <a:xfrm>
            <a:off x="6561520" y="3795071"/>
            <a:ext cx="2520000" cy="280799"/>
          </a:xfrm>
          <a:prstGeom prst="rect">
            <a:avLst/>
          </a:prstGeom>
          <a:solidFill>
            <a:srgbClr val="0E9AA7">
              <a:alpha val="55000"/>
            </a:srgbClr>
          </a:solidFill>
          <a:ln w="12700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r>
              <a:rPr lang="en-US" sz="1100"/>
              <a:t>Improve Conversion rate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DE6ACCD2-F121-59BB-1826-A6D7C8264F34}"/>
              </a:ext>
            </a:extLst>
          </p:cNvPr>
          <p:cNvSpPr/>
          <p:nvPr/>
        </p:nvSpPr>
        <p:spPr bwMode="auto">
          <a:xfrm>
            <a:off x="6561520" y="3370585"/>
            <a:ext cx="2520000" cy="280799"/>
          </a:xfrm>
          <a:prstGeom prst="rect">
            <a:avLst/>
          </a:prstGeom>
          <a:solidFill>
            <a:srgbClr val="0E9AA7">
              <a:alpha val="55000"/>
            </a:srgbClr>
          </a:solidFill>
          <a:ln w="12700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r>
              <a:rPr lang="en-US" sz="1100"/>
              <a:t>Specific segmentation by campaign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BC3670EC-073D-BE9C-9C85-8A88B93FC0F2}"/>
              </a:ext>
            </a:extLst>
          </p:cNvPr>
          <p:cNvSpPr/>
          <p:nvPr/>
        </p:nvSpPr>
        <p:spPr bwMode="auto">
          <a:xfrm rot="5400000">
            <a:off x="7647855" y="4108605"/>
            <a:ext cx="347330" cy="720000"/>
          </a:xfrm>
          <a:prstGeom prst="rightArrow">
            <a:avLst/>
          </a:prstGeom>
          <a:solidFill>
            <a:srgbClr val="0E9AA7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21D8699-F395-FECF-16C1-F3B0DD7739C9}"/>
              </a:ext>
            </a:extLst>
          </p:cNvPr>
          <p:cNvSpPr/>
          <p:nvPr/>
        </p:nvSpPr>
        <p:spPr bwMode="auto">
          <a:xfrm>
            <a:off x="6561520" y="4879277"/>
            <a:ext cx="2520000" cy="1157529"/>
          </a:xfrm>
          <a:prstGeom prst="rect">
            <a:avLst/>
          </a:prstGeom>
          <a:solidFill>
            <a:srgbClr val="0E9AA7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3E3CB7A9-A8FC-DA45-A678-927EA8BAFE40}"/>
              </a:ext>
            </a:extLst>
          </p:cNvPr>
          <p:cNvSpPr txBox="1"/>
          <p:nvPr/>
        </p:nvSpPr>
        <p:spPr>
          <a:xfrm>
            <a:off x="6561520" y="5004521"/>
            <a:ext cx="2520000" cy="9041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</a:pPr>
            <a:r>
              <a:rPr lang="en-US" sz="1600" b="1">
                <a:solidFill>
                  <a:schemeClr val="bg1"/>
                </a:solidFill>
              </a:rPr>
              <a:t>Campaign strategies using model-driven insights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504FFBED-5DC0-2499-4CBF-79464B2EAB10}"/>
              </a:ext>
            </a:extLst>
          </p:cNvPr>
          <p:cNvSpPr/>
          <p:nvPr/>
        </p:nvSpPr>
        <p:spPr bwMode="auto">
          <a:xfrm>
            <a:off x="9557126" y="3289346"/>
            <a:ext cx="2309732" cy="342380"/>
          </a:xfrm>
          <a:prstGeom prst="rect">
            <a:avLst/>
          </a:prstGeom>
          <a:solidFill>
            <a:srgbClr val="0E9AA7">
              <a:alpha val="55000"/>
            </a:srgbClr>
          </a:solidFill>
          <a:ln w="12700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r>
              <a:rPr lang="en-US" sz="1100" b="1"/>
              <a:t>Campaign 1: </a:t>
            </a:r>
            <a:r>
              <a:rPr lang="en-US" sz="1100"/>
              <a:t>The legend Da Nang</a:t>
            </a:r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3C8AA812-5CFC-B9B0-994A-7791B7749EC6}"/>
              </a:ext>
            </a:extLst>
          </p:cNvPr>
          <p:cNvSpPr/>
          <p:nvPr/>
        </p:nvSpPr>
        <p:spPr bwMode="auto">
          <a:xfrm>
            <a:off x="9554831" y="3753881"/>
            <a:ext cx="2314322" cy="324000"/>
          </a:xfrm>
          <a:prstGeom prst="rect">
            <a:avLst/>
          </a:prstGeom>
          <a:solidFill>
            <a:srgbClr val="0E9AA7">
              <a:alpha val="20000"/>
            </a:srgbClr>
          </a:solidFill>
          <a:ln w="12700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r>
              <a:rPr lang="en-US" sz="1100" b="1"/>
              <a:t>Campaign 2</a:t>
            </a:r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EFEEA5BD-7BB1-019C-61AF-9A60CA93E43C}"/>
              </a:ext>
            </a:extLst>
          </p:cNvPr>
          <p:cNvSpPr/>
          <p:nvPr/>
        </p:nvSpPr>
        <p:spPr bwMode="auto">
          <a:xfrm>
            <a:off x="9554831" y="4187748"/>
            <a:ext cx="2314322" cy="324000"/>
          </a:xfrm>
          <a:prstGeom prst="rect">
            <a:avLst/>
          </a:prstGeom>
          <a:solidFill>
            <a:srgbClr val="0E9AA7">
              <a:alpha val="20000"/>
            </a:srgbClr>
          </a:solidFill>
          <a:ln w="12700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r>
              <a:rPr lang="en-US" sz="1100" b="1"/>
              <a:t>Campaign 3</a:t>
            </a:r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60EDB01B-4594-0A7C-E104-7EE9424E2071}"/>
              </a:ext>
            </a:extLst>
          </p:cNvPr>
          <p:cNvSpPr/>
          <p:nvPr/>
        </p:nvSpPr>
        <p:spPr bwMode="auto">
          <a:xfrm>
            <a:off x="9554831" y="4616678"/>
            <a:ext cx="2314322" cy="324000"/>
          </a:xfrm>
          <a:prstGeom prst="rect">
            <a:avLst/>
          </a:prstGeom>
          <a:solidFill>
            <a:srgbClr val="0E9AA7">
              <a:alpha val="20000"/>
            </a:srgbClr>
          </a:solidFill>
          <a:ln w="12700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r>
              <a:rPr lang="en-US" sz="1100" b="1"/>
              <a:t>…</a:t>
            </a:r>
          </a:p>
        </p:txBody>
      </p:sp>
      <p:sp>
        <p:nvSpPr>
          <p:cNvPr id="35" name="Arrow: Right 34">
            <a:extLst>
              <a:ext uri="{FF2B5EF4-FFF2-40B4-BE49-F238E27FC236}">
                <a16:creationId xmlns:a16="http://schemas.microsoft.com/office/drawing/2014/main" id="{E6118F51-4C90-8682-64EA-A62056150B52}"/>
              </a:ext>
            </a:extLst>
          </p:cNvPr>
          <p:cNvSpPr/>
          <p:nvPr/>
        </p:nvSpPr>
        <p:spPr bwMode="auto">
          <a:xfrm rot="5400000">
            <a:off x="10538327" y="4862272"/>
            <a:ext cx="347330" cy="720000"/>
          </a:xfrm>
          <a:prstGeom prst="rightArrow">
            <a:avLst/>
          </a:prstGeom>
          <a:solidFill>
            <a:srgbClr val="0E9AA7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61F4A026-570C-E2EC-24AF-8F6F36F82714}"/>
              </a:ext>
            </a:extLst>
          </p:cNvPr>
          <p:cNvSpPr txBox="1"/>
          <p:nvPr/>
        </p:nvSpPr>
        <p:spPr>
          <a:xfrm>
            <a:off x="417931" y="3445085"/>
            <a:ext cx="2902151" cy="533516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defPPr>
              <a:defRPr lang="en-US"/>
            </a:defPPr>
            <a:lvl1pPr marL="171450" indent="-171450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Char char="•"/>
              <a:defRPr sz="1100"/>
            </a:lvl1pPr>
          </a:lstStyle>
          <a:p>
            <a:pPr marL="0" indent="0">
              <a:buNone/>
            </a:pPr>
            <a:r>
              <a:rPr lang="en-US" sz="1200" b="1"/>
              <a:t>A mass-scale digital marketing campaign driven by a simple rule-based filtering approach with: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E28EC5FA-CF61-8C90-2DAD-90144DCAEBDA}"/>
              </a:ext>
            </a:extLst>
          </p:cNvPr>
          <p:cNvSpPr txBox="1"/>
          <p:nvPr/>
        </p:nvSpPr>
        <p:spPr>
          <a:xfrm>
            <a:off x="643792" y="4407263"/>
            <a:ext cx="2450431" cy="533516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defPPr>
              <a:defRPr lang="en-US"/>
            </a:defPPr>
            <a:lvl1pPr marL="0" indent="0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No feedback or data-tracking loop to enhance rules/models or track campaign performance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73709237-443F-08D2-2C37-5266DA3C8726}"/>
              </a:ext>
            </a:extLst>
          </p:cNvPr>
          <p:cNvSpPr txBox="1"/>
          <p:nvPr/>
        </p:nvSpPr>
        <p:spPr>
          <a:xfrm>
            <a:off x="643792" y="5122366"/>
            <a:ext cx="2450431" cy="533516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>
            <a:defPPr>
              <a:defRPr lang="en-US"/>
            </a:defPPr>
            <a:lvl1pPr marL="0" indent="0">
              <a:lnSpc>
                <a:spcPct val="113000"/>
              </a:lnSpc>
              <a:spcBef>
                <a:spcPts val="300"/>
              </a:spcBef>
              <a:spcAft>
                <a:spcPts val="300"/>
              </a:spcAft>
              <a:buFont typeface="Arial" panose="020B0604020202020204" pitchFamily="34" charset="0"/>
              <a:buNone/>
              <a:defRPr sz="1100"/>
            </a:lvl1pPr>
          </a:lstStyle>
          <a:p>
            <a:r>
              <a:rPr lang="en-US"/>
              <a:t>No Data-driven strategies integrating both Digital &amp; Physical channels</a:t>
            </a:r>
          </a:p>
        </p:txBody>
      </p:sp>
      <p:sp>
        <p:nvSpPr>
          <p:cNvPr id="39" name="Multiplication Sign 38">
            <a:extLst>
              <a:ext uri="{FF2B5EF4-FFF2-40B4-BE49-F238E27FC236}">
                <a16:creationId xmlns:a16="http://schemas.microsoft.com/office/drawing/2014/main" id="{37BFC87B-CDA0-BBCD-7425-BFED335145DD}"/>
              </a:ext>
            </a:extLst>
          </p:cNvPr>
          <p:cNvSpPr/>
          <p:nvPr/>
        </p:nvSpPr>
        <p:spPr bwMode="auto">
          <a:xfrm>
            <a:off x="369363" y="4507798"/>
            <a:ext cx="203901" cy="232769"/>
          </a:xfrm>
          <a:prstGeom prst="mathMultiply">
            <a:avLst/>
          </a:prstGeom>
          <a:solidFill>
            <a:srgbClr val="EE452F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40" name="Multiplication Sign 39">
            <a:extLst>
              <a:ext uri="{FF2B5EF4-FFF2-40B4-BE49-F238E27FC236}">
                <a16:creationId xmlns:a16="http://schemas.microsoft.com/office/drawing/2014/main" id="{B7FC2C26-8416-9155-C109-6DD13A2119D1}"/>
              </a:ext>
            </a:extLst>
          </p:cNvPr>
          <p:cNvSpPr/>
          <p:nvPr/>
        </p:nvSpPr>
        <p:spPr bwMode="auto">
          <a:xfrm>
            <a:off x="379753" y="5165207"/>
            <a:ext cx="203901" cy="232769"/>
          </a:xfrm>
          <a:prstGeom prst="mathMultiply">
            <a:avLst/>
          </a:prstGeom>
          <a:solidFill>
            <a:srgbClr val="EE452F"/>
          </a:solidFill>
          <a:ln w="9525">
            <a:noFill/>
            <a:prstDash val="dash"/>
            <a:round/>
            <a:headEnd/>
            <a:tailEnd/>
          </a:ln>
        </p:spPr>
        <p:txBody>
          <a:bodyPr wrap="none" rtlCol="0" anchor="ctr"/>
          <a:lstStyle/>
          <a:p>
            <a:pPr algn="ctr"/>
            <a:endParaRPr lang="en-US"/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368177D4-C057-ED57-318D-7B54D3A5EFC5}"/>
              </a:ext>
            </a:extLst>
          </p:cNvPr>
          <p:cNvSpPr/>
          <p:nvPr/>
        </p:nvSpPr>
        <p:spPr>
          <a:xfrm rot="20754569">
            <a:off x="5516038" y="4925486"/>
            <a:ext cx="612000" cy="288000"/>
          </a:xfrm>
          <a:prstGeom prst="rect">
            <a:avLst/>
          </a:prstGeom>
          <a:solidFill>
            <a:srgbClr val="EE452F"/>
          </a:solidFill>
          <a:ln w="6350" cap="sq">
            <a:noFill/>
            <a:miter lim="800000"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r>
              <a:rPr lang="en-US" sz="1000" b="1">
                <a:solidFill>
                  <a:schemeClr val="bg1"/>
                </a:solidFill>
              </a:rPr>
              <a:t>MVP 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692F085-DCF8-8264-EBAB-D99C14984697}"/>
              </a:ext>
            </a:extLst>
          </p:cNvPr>
          <p:cNvSpPr txBox="1"/>
          <p:nvPr/>
        </p:nvSpPr>
        <p:spPr>
          <a:xfrm>
            <a:off x="4630359" y="6407093"/>
            <a:ext cx="5908101" cy="4924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400" b="1" i="1">
                <a:solidFill>
                  <a:srgbClr val="0E9AA7"/>
                </a:solidFill>
              </a:rPr>
              <a:t>Envolve</a:t>
            </a:r>
            <a:r>
              <a:rPr lang="en-US" sz="1200" b="1" i="1">
                <a:solidFill>
                  <a:srgbClr val="0E9AA7"/>
                </a:solidFill>
              </a:rPr>
              <a:t>:</a:t>
            </a:r>
            <a:r>
              <a:rPr lang="en-US" sz="1200" i="1"/>
              <a:t> Tracking E2E campaign lifecycle, collect more customer insight &amp; enhance customer experience</a:t>
            </a:r>
          </a:p>
        </p:txBody>
      </p:sp>
      <p:sp>
        <p:nvSpPr>
          <p:cNvPr id="43" name="TextBox 42">
            <a:extLst>
              <a:ext uri="{FF2B5EF4-FFF2-40B4-BE49-F238E27FC236}">
                <a16:creationId xmlns:a16="http://schemas.microsoft.com/office/drawing/2014/main" id="{D1A438CF-C97D-44F8-9A54-F01AA1A97D45}"/>
              </a:ext>
            </a:extLst>
          </p:cNvPr>
          <p:cNvSpPr txBox="1"/>
          <p:nvPr/>
        </p:nvSpPr>
        <p:spPr>
          <a:xfrm>
            <a:off x="6107380" y="1185705"/>
            <a:ext cx="1881060" cy="738418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/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US" sz="1600"/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5E788AD9-D55C-4A22-BD4A-ECF863C3EB7C}"/>
              </a:ext>
            </a:extLst>
          </p:cNvPr>
          <p:cNvSpPr txBox="1"/>
          <p:nvPr/>
        </p:nvSpPr>
        <p:spPr>
          <a:xfrm>
            <a:off x="6561520" y="1426131"/>
            <a:ext cx="3790472" cy="794554"/>
          </a:xfrm>
          <a:prstGeom prst="rect">
            <a:avLst/>
          </a:prstGeom>
          <a:ln w="6350">
            <a:noFill/>
            <a:miter lim="800000"/>
          </a:ln>
        </p:spPr>
        <p:txBody>
          <a:bodyPr vert="horz" wrap="square" lIns="0" tIns="0" rIns="0" bIns="0" rtlCol="0">
            <a:noAutofit/>
          </a:bodyPr>
          <a:lstStyle/>
          <a:p>
            <a:pPr marL="285750" indent="-285750"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/>
              <a:t>Serving</a:t>
            </a:r>
            <a:r>
              <a:rPr lang="en-US" sz="1200"/>
              <a:t>: Serving </a:t>
            </a:r>
            <a:r>
              <a:rPr lang="en-US" sz="1200" err="1"/>
              <a:t>theo</a:t>
            </a:r>
            <a:r>
              <a:rPr lang="en-US" sz="1200"/>
              <a:t> batch, </a:t>
            </a:r>
            <a:r>
              <a:rPr lang="en-US" sz="1200" err="1"/>
              <a:t>định</a:t>
            </a:r>
            <a:r>
              <a:rPr lang="en-US" sz="1200"/>
              <a:t> </a:t>
            </a:r>
            <a:r>
              <a:rPr lang="en-US" sz="1200" err="1"/>
              <a:t>kỳ</a:t>
            </a:r>
            <a:r>
              <a:rPr lang="en-US" sz="1200"/>
              <a:t> 1 </a:t>
            </a:r>
            <a:r>
              <a:rPr lang="en-US" sz="1200" err="1"/>
              <a:t>tháng</a:t>
            </a:r>
            <a:r>
              <a:rPr lang="en-US" sz="1200"/>
              <a:t> 1 </a:t>
            </a:r>
            <a:r>
              <a:rPr lang="en-US" sz="1200" err="1"/>
              <a:t>lần</a:t>
            </a:r>
            <a:r>
              <a:rPr lang="en-US" sz="1200"/>
              <a:t> </a:t>
            </a:r>
            <a:r>
              <a:rPr lang="en-US" sz="1200" err="1"/>
              <a:t>vào</a:t>
            </a:r>
            <a:r>
              <a:rPr lang="en-US" sz="1200"/>
              <a:t> </a:t>
            </a:r>
            <a:r>
              <a:rPr lang="en-US" sz="1200" err="1"/>
              <a:t>ngày</a:t>
            </a:r>
            <a:r>
              <a:rPr lang="en-US" sz="1200"/>
              <a:t> 16-17 </a:t>
            </a:r>
          </a:p>
          <a:p>
            <a:pPr marL="285750" indent="-285750">
              <a:spcBef>
                <a:spcPts val="300"/>
              </a:spcBef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lang="en-US" sz="1200" b="1" err="1"/>
              <a:t>Tần</a:t>
            </a:r>
            <a:r>
              <a:rPr lang="en-US" sz="1200" b="1"/>
              <a:t> </a:t>
            </a:r>
            <a:r>
              <a:rPr lang="en-US" sz="1200" b="1" err="1"/>
              <a:t>suất</a:t>
            </a:r>
            <a:r>
              <a:rPr lang="en-US" sz="1200" b="1"/>
              <a:t> refresh/update </a:t>
            </a:r>
            <a:r>
              <a:rPr lang="en-US" sz="1200" b="1" err="1"/>
              <a:t>mô</a:t>
            </a:r>
            <a:r>
              <a:rPr lang="en-US" sz="1200" b="1"/>
              <a:t> </a:t>
            </a:r>
            <a:r>
              <a:rPr lang="en-US" sz="1200" b="1" err="1"/>
              <a:t>hình</a:t>
            </a:r>
            <a:r>
              <a:rPr lang="en-US" sz="1200"/>
              <a:t>: </a:t>
            </a:r>
            <a:r>
              <a:rPr lang="en-US" sz="1200" err="1"/>
              <a:t>định</a:t>
            </a:r>
            <a:r>
              <a:rPr lang="en-US" sz="1200"/>
              <a:t> </a:t>
            </a:r>
            <a:r>
              <a:rPr lang="en-US" sz="1200" err="1"/>
              <a:t>kỳ</a:t>
            </a:r>
            <a:r>
              <a:rPr lang="en-US" sz="1200"/>
              <a:t> 3 </a:t>
            </a:r>
            <a:r>
              <a:rPr lang="en-US" sz="1200" err="1"/>
              <a:t>tháng</a:t>
            </a:r>
            <a:r>
              <a:rPr lang="en-US" sz="1200"/>
              <a:t> 1 </a:t>
            </a:r>
            <a:r>
              <a:rPr lang="en-US" sz="1200" err="1"/>
              <a:t>lần</a:t>
            </a:r>
            <a:r>
              <a:rPr lang="en-US" sz="1200"/>
              <a:t>.</a:t>
            </a:r>
          </a:p>
          <a:p>
            <a:pPr algn="l">
              <a:spcBef>
                <a:spcPts val="300"/>
              </a:spcBef>
              <a:spcAft>
                <a:spcPts val="300"/>
              </a:spcAft>
              <a:buNone/>
            </a:pPr>
            <a:endParaRPr lang="en-US" sz="1600"/>
          </a:p>
        </p:txBody>
      </p:sp>
      <p:pic>
        <p:nvPicPr>
          <p:cNvPr id="45" name="Picture 6" descr="We are here Images - Free Download on Freepik">
            <a:extLst>
              <a:ext uri="{FF2B5EF4-FFF2-40B4-BE49-F238E27FC236}">
                <a16:creationId xmlns:a16="http://schemas.microsoft.com/office/drawing/2014/main" id="{A00777A5-8531-B873-E100-884D2724543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 cstate="print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3040" t="13161" r="23379" b="14650"/>
          <a:stretch>
            <a:fillRect/>
          </a:stretch>
        </p:blipFill>
        <p:spPr bwMode="auto">
          <a:xfrm>
            <a:off x="6503818" y="2238540"/>
            <a:ext cx="394171" cy="531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6" name="TextBox 45">
            <a:extLst>
              <a:ext uri="{FF2B5EF4-FFF2-40B4-BE49-F238E27FC236}">
                <a16:creationId xmlns:a16="http://schemas.microsoft.com/office/drawing/2014/main" id="{42355048-6ADC-DA29-C725-696A2684552A}"/>
              </a:ext>
            </a:extLst>
          </p:cNvPr>
          <p:cNvSpPr txBox="1"/>
          <p:nvPr/>
        </p:nvSpPr>
        <p:spPr>
          <a:xfrm>
            <a:off x="6886175" y="2380309"/>
            <a:ext cx="14165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defTabSz="91440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</a:rPr>
              <a:t>We are here</a:t>
            </a:r>
          </a:p>
        </p:txBody>
      </p:sp>
    </p:spTree>
    <p:extLst>
      <p:ext uri="{BB962C8B-B14F-4D97-AF65-F5344CB8AC3E}">
        <p14:creationId xmlns:p14="http://schemas.microsoft.com/office/powerpoint/2010/main" val="14824905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190C676-FA49-5962-B81B-DD9DC734744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46C0DA1-DF4A-4025-8B97-C2633998F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 err="1">
                <a:latin typeface="+mn-lt"/>
                <a:cs typeface="Times New Roman" panose="02020603050405020304" pitchFamily="18" charset="0"/>
              </a:rPr>
              <a:t>Mô</a:t>
            </a:r>
            <a:r>
              <a:rPr lang="en-AU">
                <a:latin typeface="+mn-lt"/>
                <a:cs typeface="Times New Roman" panose="02020603050405020304" pitchFamily="18" charset="0"/>
              </a:rPr>
              <a:t> </a:t>
            </a:r>
            <a:r>
              <a:rPr lang="en-AU" err="1">
                <a:latin typeface="+mn-lt"/>
                <a:cs typeface="Times New Roman" panose="02020603050405020304" pitchFamily="18" charset="0"/>
              </a:rPr>
              <a:t>tả</a:t>
            </a:r>
            <a:r>
              <a:rPr lang="en-AU">
                <a:latin typeface="+mn-lt"/>
                <a:cs typeface="Times New Roman" panose="02020603050405020304" pitchFamily="18" charset="0"/>
              </a:rPr>
              <a:t> </a:t>
            </a:r>
            <a:r>
              <a:rPr lang="en-AU" err="1">
                <a:latin typeface="+mn-lt"/>
                <a:cs typeface="Times New Roman" panose="02020603050405020304" pitchFamily="18" charset="0"/>
              </a:rPr>
              <a:t>thay</a:t>
            </a:r>
            <a:r>
              <a:rPr lang="en-AU">
                <a:latin typeface="+mn-lt"/>
                <a:cs typeface="Times New Roman" panose="02020603050405020304" pitchFamily="18" charset="0"/>
              </a:rPr>
              <a:t> </a:t>
            </a:r>
            <a:r>
              <a:rPr lang="en-AU" err="1">
                <a:latin typeface="+mn-lt"/>
                <a:cs typeface="Times New Roman" panose="02020603050405020304" pitchFamily="18" charset="0"/>
              </a:rPr>
              <a:t>đổi</a:t>
            </a:r>
            <a:r>
              <a:rPr lang="en-AU">
                <a:latin typeface="+mn-lt"/>
                <a:cs typeface="Times New Roman" panose="02020603050405020304" pitchFamily="18" charset="0"/>
              </a:rPr>
              <a:t> </a:t>
            </a:r>
            <a:r>
              <a:rPr lang="en-AU" err="1">
                <a:latin typeface="+mn-lt"/>
                <a:cs typeface="Times New Roman" panose="02020603050405020304" pitchFamily="18" charset="0"/>
              </a:rPr>
              <a:t>hệ</a:t>
            </a:r>
            <a:r>
              <a:rPr lang="en-AU">
                <a:latin typeface="+mn-lt"/>
                <a:cs typeface="Times New Roman" panose="02020603050405020304" pitchFamily="18" charset="0"/>
              </a:rPr>
              <a:t> </a:t>
            </a:r>
            <a:r>
              <a:rPr lang="en-AU" err="1">
                <a:latin typeface="+mn-lt"/>
                <a:cs typeface="Times New Roman" panose="02020603050405020304" pitchFamily="18" charset="0"/>
              </a:rPr>
              <a:t>thống</a:t>
            </a:r>
            <a:endParaRPr lang="en-AU" sz="3200">
              <a:solidFill>
                <a:schemeClr val="accent5"/>
              </a:solidFill>
              <a:latin typeface="+mn-lt"/>
              <a:cs typeface="Times New Roman" panose="02020603050405020304" pitchFamily="18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67BE22BA-E982-3AEE-47C5-1B473A34819E}"/>
              </a:ext>
            </a:extLst>
          </p:cNvPr>
          <p:cNvSpPr/>
          <p:nvPr/>
        </p:nvSpPr>
        <p:spPr>
          <a:xfrm>
            <a:off x="527456" y="723538"/>
            <a:ext cx="1049271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5" name="Table 74">
            <a:extLst>
              <a:ext uri="{FF2B5EF4-FFF2-40B4-BE49-F238E27FC236}">
                <a16:creationId xmlns:a16="http://schemas.microsoft.com/office/drawing/2014/main" id="{494ED54B-EA6A-AF10-93AF-DC52F2500DF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2033111"/>
              </p:ext>
            </p:extLst>
          </p:nvPr>
        </p:nvGraphicFramePr>
        <p:xfrm>
          <a:off x="527456" y="1142432"/>
          <a:ext cx="10769598" cy="3840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38514">
                  <a:extLst>
                    <a:ext uri="{9D8B030D-6E8A-4147-A177-3AD203B41FA5}">
                      <a16:colId xmlns:a16="http://schemas.microsoft.com/office/drawing/2014/main" val="3458938680"/>
                    </a:ext>
                  </a:extLst>
                </a:gridCol>
                <a:gridCol w="2591755">
                  <a:extLst>
                    <a:ext uri="{9D8B030D-6E8A-4147-A177-3AD203B41FA5}">
                      <a16:colId xmlns:a16="http://schemas.microsoft.com/office/drawing/2014/main" val="1608458283"/>
                    </a:ext>
                  </a:extLst>
                </a:gridCol>
                <a:gridCol w="1629953">
                  <a:extLst>
                    <a:ext uri="{9D8B030D-6E8A-4147-A177-3AD203B41FA5}">
                      <a16:colId xmlns:a16="http://schemas.microsoft.com/office/drawing/2014/main" val="626532612"/>
                    </a:ext>
                  </a:extLst>
                </a:gridCol>
                <a:gridCol w="208280">
                  <a:extLst>
                    <a:ext uri="{9D8B030D-6E8A-4147-A177-3AD203B41FA5}">
                      <a16:colId xmlns:a16="http://schemas.microsoft.com/office/drawing/2014/main" val="2274830036"/>
                    </a:ext>
                  </a:extLst>
                </a:gridCol>
                <a:gridCol w="1724068">
                  <a:extLst>
                    <a:ext uri="{9D8B030D-6E8A-4147-A177-3AD203B41FA5}">
                      <a16:colId xmlns:a16="http://schemas.microsoft.com/office/drawing/2014/main" val="2883255219"/>
                    </a:ext>
                  </a:extLst>
                </a:gridCol>
                <a:gridCol w="1538514">
                  <a:extLst>
                    <a:ext uri="{9D8B030D-6E8A-4147-A177-3AD203B41FA5}">
                      <a16:colId xmlns:a16="http://schemas.microsoft.com/office/drawing/2014/main" val="2476655119"/>
                    </a:ext>
                  </a:extLst>
                </a:gridCol>
                <a:gridCol w="1538514">
                  <a:extLst>
                    <a:ext uri="{9D8B030D-6E8A-4147-A177-3AD203B41FA5}">
                      <a16:colId xmlns:a16="http://schemas.microsoft.com/office/drawing/2014/main" val="3239915798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/>
                        <a:t>System Profile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Component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/>
                        <a:t>Sub-Item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Model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/>
                        <a:t>Data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3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34462645"/>
                  </a:ext>
                </a:extLst>
              </a:tr>
              <a:tr h="0">
                <a:tc rowSpan="4">
                  <a:txBody>
                    <a:bodyPr/>
                    <a:lstStyle/>
                    <a:p>
                      <a:r>
                        <a:rPr lang="en-US" dirty="0"/>
                        <a:t>App Upload System</a:t>
                      </a:r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 rowSpan="3">
                  <a:txBody>
                    <a:bodyPr/>
                    <a:lstStyle/>
                    <a:p>
                      <a:r>
                        <a:rPr lang="en-US" dirty="0"/>
                        <a:t>Front-end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Feature store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b="1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>
                          <a:sym typeface="Wingdings 2" panose="05020102010507070707" pitchFamily="18" charset="2"/>
                        </a:rPr>
                        <a:t></a:t>
                      </a:r>
                      <a:endParaRPr lang="en-US" b="1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17222240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Model repo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>
                          <a:sym typeface="Wingdings 2" panose="05020102010507070707" pitchFamily="18" charset="2"/>
                        </a:rPr>
                        <a:t></a:t>
                      </a:r>
                      <a:endParaRPr lang="en-US" b="1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4139828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anchor="ctr"/>
                </a:tc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/>
                        <a:t>Code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>
                          <a:sym typeface="Wingdings 2" panose="05020102010507070707" pitchFamily="18" charset="2"/>
                        </a:rPr>
                        <a:t></a:t>
                      </a:r>
                      <a:endParaRPr lang="en-US" b="1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17003183"/>
                  </a:ext>
                </a:extLst>
              </a:tr>
              <a:tr h="0">
                <a:tc vMerge="1">
                  <a:txBody>
                    <a:bodyPr/>
                    <a:lstStyle/>
                    <a:p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API Gateway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b="1" dirty="0">
                          <a:sym typeface="Wingdings 2" panose="05020102010507070707" pitchFamily="18" charset="2"/>
                        </a:rPr>
                        <a:t></a:t>
                      </a:r>
                      <a:endParaRPr lang="en-US" b="1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8794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User Management Service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939727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Upload Management Service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684803026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Validation Service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820882741"/>
                  </a:ext>
                </a:extLst>
              </a:tr>
              <a:tr h="0"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Ingestion Service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b="1" dirty="0"/>
                    </a:p>
                  </a:txBody>
                  <a:tcPr anchor="ctr">
                    <a:lnL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3291972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7101551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5026CF-FC28-6FA9-274E-E1AA4E9D2D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B6D5A94C-FF9A-FFD0-9FB1-03FA18DD21F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>
                <a:latin typeface="Times New Roman" panose="02020603050405020304" pitchFamily="18" charset="0"/>
                <a:cs typeface="Times New Roman" panose="02020603050405020304" pitchFamily="18" charset="0"/>
              </a:rPr>
              <a:t>Security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9E35AE87-3495-5464-DDBD-61E806C91216}"/>
              </a:ext>
            </a:extLst>
          </p:cNvPr>
          <p:cNvSpPr/>
          <p:nvPr/>
        </p:nvSpPr>
        <p:spPr>
          <a:xfrm>
            <a:off x="527456" y="723538"/>
            <a:ext cx="1049271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1C62182-F8EA-BDCA-64D7-3493995A8E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39572136"/>
              </p:ext>
            </p:extLst>
          </p:nvPr>
        </p:nvGraphicFramePr>
        <p:xfrm>
          <a:off x="571499" y="1278383"/>
          <a:ext cx="11049000" cy="2421827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723069">
                  <a:extLst>
                    <a:ext uri="{9D8B030D-6E8A-4147-A177-3AD203B41FA5}">
                      <a16:colId xmlns:a16="http://schemas.microsoft.com/office/drawing/2014/main" val="1147448285"/>
                    </a:ext>
                  </a:extLst>
                </a:gridCol>
                <a:gridCol w="2258004">
                  <a:extLst>
                    <a:ext uri="{9D8B030D-6E8A-4147-A177-3AD203B41FA5}">
                      <a16:colId xmlns:a16="http://schemas.microsoft.com/office/drawing/2014/main" val="3234409639"/>
                    </a:ext>
                  </a:extLst>
                </a:gridCol>
                <a:gridCol w="8067927">
                  <a:extLst>
                    <a:ext uri="{9D8B030D-6E8A-4147-A177-3AD203B41FA5}">
                      <a16:colId xmlns:a16="http://schemas.microsoft.com/office/drawing/2014/main" val="495585687"/>
                    </a:ext>
                  </a:extLst>
                </a:gridCol>
              </a:tblGrid>
              <a:tr h="374015">
                <a:tc>
                  <a:txBody>
                    <a:bodyPr/>
                    <a:lstStyle/>
                    <a:p>
                      <a:pPr marL="0" algn="ctr" rtl="0" eaLnBrk="1" latinLnBrk="0" hangingPunct="1">
                        <a:buNone/>
                      </a:pPr>
                      <a:r>
                        <a:rPr lang="en-US" sz="1400" kern="1200">
                          <a:solidFill>
                            <a:srgbClr val="FFFFFF"/>
                          </a:solidFill>
                          <a:effectLst/>
                          <a:latin typeface="Calibri (Body)"/>
                        </a:rPr>
                        <a:t>No</a:t>
                      </a:r>
                      <a:endParaRPr lang="en-US" sz="1400"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latinLnBrk="0" hangingPunct="1">
                        <a:buNone/>
                      </a:pPr>
                      <a:r>
                        <a:rPr lang="en-US" sz="1400" kern="1200">
                          <a:solidFill>
                            <a:srgbClr val="FFFFFF"/>
                          </a:solidFill>
                          <a:effectLst/>
                          <a:latin typeface="Calibri (Body)"/>
                        </a:rPr>
                        <a:t>Domain</a:t>
                      </a:r>
                      <a:endParaRPr lang="en-US" sz="1400"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algn="ctr" rtl="0" eaLnBrk="1" latinLnBrk="0" hangingPunct="1">
                        <a:buNone/>
                      </a:pPr>
                      <a:r>
                        <a:rPr lang="en-US" sz="1400" kern="1200">
                          <a:solidFill>
                            <a:srgbClr val="FFFFFF"/>
                          </a:solidFill>
                          <a:effectLst/>
                          <a:latin typeface="Calibri (Body)"/>
                        </a:rPr>
                        <a:t>Description</a:t>
                      </a:r>
                      <a:endParaRPr lang="en-US" sz="1400"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061403446"/>
                  </a:ext>
                </a:extLst>
              </a:tr>
              <a:tr h="374015">
                <a:tc>
                  <a:txBody>
                    <a:bodyPr/>
                    <a:lstStyle/>
                    <a:p>
                      <a:pPr marL="0" algn="ctr"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1</a:t>
                      </a:r>
                      <a:endParaRPr lang="en-US" sz="1400"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algn="l" rtl="0"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System classification</a:t>
                      </a:r>
                      <a:endParaRPr lang="en-US" sz="1400"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283210" indent="-283210" rtl="0" fontAlgn="base">
                        <a:buClrTx/>
                        <a:buSzPts val="1400"/>
                        <a:buFont typeface="Arial" panose="020B0604020202020204" pitchFamily="34" charset="0"/>
                        <a:buChar char="•"/>
                      </a:pPr>
                      <a:r>
                        <a:rPr lang="en-US" sz="1400" kern="120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Hệ</a:t>
                      </a:r>
                      <a:r>
                        <a:rPr lang="en-US" sz="1400" kern="120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kern="120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thống</a:t>
                      </a:r>
                      <a:r>
                        <a:rPr lang="en-US" sz="1400" kern="120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kern="120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cấp</a:t>
                      </a:r>
                      <a:r>
                        <a:rPr lang="en-US" sz="1400" kern="120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2, </a:t>
                      </a:r>
                      <a:r>
                        <a:rPr lang="en-US" sz="1400" kern="120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phục</a:t>
                      </a:r>
                      <a:r>
                        <a:rPr lang="en-US" sz="1400" kern="120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kern="120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vụ</a:t>
                      </a:r>
                      <a:r>
                        <a:rPr lang="en-US" sz="1400" kern="120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ng</a:t>
                      </a:r>
                      <a:r>
                        <a:rPr lang="vi-VN" sz="1400" kern="120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ư</a:t>
                      </a:r>
                      <a:r>
                        <a:rPr lang="en-US" sz="1400" kern="120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ời</a:t>
                      </a:r>
                      <a:r>
                        <a:rPr lang="en-US" sz="1400" kern="120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dung 8/5</a:t>
                      </a:r>
                      <a:endParaRPr lang="en-US" sz="1400" dirty="0"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477043543"/>
                  </a:ext>
                </a:extLst>
              </a:tr>
              <a:tr h="503029">
                <a:tc>
                  <a:txBody>
                    <a:bodyPr/>
                    <a:lstStyle/>
                    <a:p>
                      <a:pPr marL="0" algn="ctr"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2</a:t>
                      </a:r>
                      <a:endParaRPr lang="en-US" sz="1400"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algn="l" rtl="0"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Access Control</a:t>
                      </a:r>
                      <a:endParaRPr lang="en-US" sz="1400"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285750" marR="0" lvl="0" indent="-285750" algn="l">
                        <a:lnSpc>
                          <a:spcPct val="150000"/>
                        </a:lnSpc>
                        <a:buFont typeface="Arial"/>
                        <a:buChar char="•"/>
                      </a:pPr>
                      <a:r>
                        <a:rPr lang="vi-VN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JWT Authentication: User Service cấp Access (24h) &amp; Refresh Token (7 ngày).</a:t>
                      </a:r>
                    </a:p>
                    <a:p>
                      <a:pPr marL="285750" marR="0" lvl="0" indent="-285750" algn="l">
                        <a:lnSpc>
                          <a:spcPct val="150000"/>
                        </a:lnSpc>
                        <a:buFont typeface="Arial"/>
                        <a:buChar char="•"/>
                      </a:pPr>
                      <a:r>
                        <a:rPr lang="vi-VN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Kong Gateway: Validate signature JWT trước khi request vào backend.</a:t>
                      </a:r>
                    </a:p>
                    <a:p>
                      <a:pPr marL="285750" marR="0" lvl="0" indent="-285750" algn="l">
                        <a:lnSpc>
                          <a:spcPct val="150000"/>
                        </a:lnSpc>
                        <a:buFont typeface="Arial"/>
                        <a:buChar char="•"/>
                      </a:pPr>
                      <a:r>
                        <a:rPr lang="vi-VN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RBAC: Phân quyền chi tiết (User, Dept Manager, Admin).</a:t>
                      </a:r>
                      <a:endParaRPr lang="en-US" sz="1400" baseline="0" dirty="0">
                        <a:solidFill>
                          <a:srgbClr val="000000"/>
                        </a:solidFill>
                        <a:effectLst/>
                        <a:latin typeface="Calibri (Body)"/>
                      </a:endParaRPr>
                    </a:p>
                    <a:p>
                      <a:pPr marL="285750" marR="0" lvl="0" indent="-285750" algn="l">
                        <a:lnSpc>
                          <a:spcPct val="150000"/>
                        </a:lnSpc>
                        <a:buFont typeface="Arial"/>
                        <a:buChar char="•"/>
                      </a:pPr>
                      <a:endParaRPr lang="en-US" sz="1400" baseline="0" dirty="0">
                        <a:solidFill>
                          <a:srgbClr val="000000"/>
                        </a:solidFill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1616108770"/>
                  </a:ext>
                </a:extLst>
              </a:tr>
              <a:tr h="374015">
                <a:tc>
                  <a:txBody>
                    <a:bodyPr/>
                    <a:lstStyle/>
                    <a:p>
                      <a:pPr marL="0" algn="ctr"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3</a:t>
                      </a:r>
                      <a:endParaRPr lang="en-US" sz="1400"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0" marR="0" algn="l" rtl="0">
                        <a:buNone/>
                      </a:pPr>
                      <a:r>
                        <a:rPr lang="en-US" sz="140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Data Security</a:t>
                      </a:r>
                      <a:endParaRPr lang="en-US" sz="1400">
                        <a:effectLst/>
                        <a:latin typeface="Calibri (Body)"/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marL="285750" marR="0" indent="-285750" algn="l" rtl="0" eaLnBrk="1" fontAlgn="auto" latinLnBrk="0" hangingPunct="1">
                        <a:buClr>
                          <a:srgbClr val="000000"/>
                        </a:buClr>
                        <a:buSzPts val="1400"/>
                        <a:buFont typeface="Arial" panose="05000000000000000000" pitchFamily="2" charset="2"/>
                        <a:buChar char="•"/>
                      </a:pPr>
                      <a:r>
                        <a:rPr lang="en-US" sz="1400" baseline="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Mã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hoá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tr</a:t>
                      </a:r>
                      <a:r>
                        <a:rPr lang="vi-VN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ư</a:t>
                      </a:r>
                      <a:r>
                        <a:rPr lang="en-US" sz="1400" baseline="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ờng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dữ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liệu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nhạy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cảm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theo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cấu</a:t>
                      </a:r>
                      <a:r>
                        <a:rPr lang="en-US" sz="1400" baseline="0" dirty="0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 </a:t>
                      </a:r>
                      <a:r>
                        <a:rPr lang="en-US" sz="1400" baseline="0" dirty="0" err="1">
                          <a:solidFill>
                            <a:srgbClr val="000000"/>
                          </a:solidFill>
                          <a:effectLst/>
                          <a:latin typeface="Calibri (Body)"/>
                        </a:rPr>
                        <a:t>hình</a:t>
                      </a:r>
                      <a:endParaRPr lang="en-US" sz="1400" baseline="0" dirty="0">
                        <a:solidFill>
                          <a:srgbClr val="000000"/>
                        </a:solidFill>
                        <a:effectLst/>
                        <a:latin typeface="Calibri (Body)"/>
                      </a:endParaRPr>
                    </a:p>
                    <a:p>
                      <a:pPr marL="285750" marR="0" indent="-285750" algn="l" rtl="0" eaLnBrk="1" fontAlgn="auto" latinLnBrk="0" hangingPunct="1">
                        <a:buClr>
                          <a:srgbClr val="000000"/>
                        </a:buClr>
                        <a:buSzPts val="1400"/>
                        <a:buFont typeface="Arial" panose="05000000000000000000" pitchFamily="2" charset="2"/>
                        <a:buChar char="•"/>
                      </a:pPr>
                      <a:r>
                        <a:rPr lang="en-US" sz="1400" dirty="0">
                          <a:effectLst/>
                          <a:latin typeface="Calibri (Body)"/>
                        </a:rPr>
                        <a:t>a</a:t>
                      </a:r>
                    </a:p>
                  </a:txBody>
                  <a:tcPr marL="0" marR="0" marT="0" marB="0" anchor="ctr"/>
                </a:tc>
                <a:extLst>
                  <a:ext uri="{0D108BD9-81ED-4DB2-BD59-A6C34878D82A}">
                    <a16:rowId xmlns:a16="http://schemas.microsoft.com/office/drawing/2014/main" val="366726013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863289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7"/>
          <p:cNvSpPr txBox="1">
            <a:spLocks/>
          </p:cNvSpPr>
          <p:nvPr/>
        </p:nvSpPr>
        <p:spPr>
          <a:xfrm>
            <a:off x="673100" y="2650210"/>
            <a:ext cx="10515600" cy="18994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000" b="1" i="0" u="none" strike="noStrike" kern="1200" cap="none" spc="0" normalizeH="0" baseline="0" noProof="0">
              <a:ln>
                <a:noFill/>
              </a:ln>
              <a:solidFill>
                <a:srgbClr val="FFB81C"/>
              </a:solidFill>
              <a:effectLst/>
              <a:uLnTx/>
              <a:uFillTx/>
              <a:latin typeface="Calibri" charset="0"/>
              <a:ea typeface="Calibri" charset="0"/>
              <a:cs typeface="Calibri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charset="0"/>
                <a:ea typeface="Calibri" charset="0"/>
                <a:cs typeface="Calibri" charset="0"/>
              </a:rPr>
              <a:t>Appendix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charset="0"/>
              <a:ea typeface="Calibri" charset="0"/>
              <a:cs typeface="Calibri" charset="0"/>
            </a:endParaRPr>
          </a:p>
        </p:txBody>
      </p:sp>
      <p:sp>
        <p:nvSpPr>
          <p:cNvPr id="6" name="Title Placeholder 7"/>
          <p:cNvSpPr txBox="1">
            <a:spLocks/>
          </p:cNvSpPr>
          <p:nvPr/>
        </p:nvSpPr>
        <p:spPr>
          <a:xfrm>
            <a:off x="673100" y="6219825"/>
            <a:ext cx="10515600" cy="3984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charset="0"/>
              <a:cs typeface="Calibri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6683462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9AD06DD-26B0-11DA-368E-FDC15174E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3C768CB4-7F2F-B1A6-8077-E92C8B2FBBB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456" y="152400"/>
            <a:ext cx="10769600" cy="616857"/>
          </a:xfrm>
          <a:ln>
            <a:noFill/>
          </a:ln>
        </p:spPr>
        <p:txBody>
          <a:bodyPr>
            <a:normAutofit fontScale="90000"/>
          </a:bodyPr>
          <a:lstStyle/>
          <a:p>
            <a:pPr>
              <a:tabLst>
                <a:tab pos="228600" algn="l"/>
              </a:tabLst>
            </a:pPr>
            <a:r>
              <a:rPr lang="en-AU">
                <a:latin typeface="Times New Roman"/>
                <a:cs typeface="Times New Roman"/>
              </a:rPr>
              <a:t>Model list</a:t>
            </a:r>
            <a:endParaRPr lang="en-AU" sz="3200">
              <a:solidFill>
                <a:schemeClr val="accent5"/>
              </a:solidFill>
              <a:latin typeface="Times New Roman"/>
              <a:cs typeface="Times New Roman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51D115D5-A19F-CF2D-1AC4-78F1B9F8AC15}"/>
              </a:ext>
            </a:extLst>
          </p:cNvPr>
          <p:cNvSpPr/>
          <p:nvPr/>
        </p:nvSpPr>
        <p:spPr>
          <a:xfrm>
            <a:off x="527456" y="723538"/>
            <a:ext cx="11350155" cy="4571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3" name="Table 3">
            <a:extLst>
              <a:ext uri="{FF2B5EF4-FFF2-40B4-BE49-F238E27FC236}">
                <a16:creationId xmlns:a16="http://schemas.microsoft.com/office/drawing/2014/main" id="{64349A74-C881-4C64-9984-12F5E736C09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3054198"/>
              </p:ext>
            </p:extLst>
          </p:nvPr>
        </p:nvGraphicFramePr>
        <p:xfrm>
          <a:off x="1200150" y="850040"/>
          <a:ext cx="10220325" cy="3931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88881">
                  <a:extLst>
                    <a:ext uri="{9D8B030D-6E8A-4147-A177-3AD203B41FA5}">
                      <a16:colId xmlns:a16="http://schemas.microsoft.com/office/drawing/2014/main" val="3738045121"/>
                    </a:ext>
                  </a:extLst>
                </a:gridCol>
                <a:gridCol w="7731444">
                  <a:extLst>
                    <a:ext uri="{9D8B030D-6E8A-4147-A177-3AD203B41FA5}">
                      <a16:colId xmlns:a16="http://schemas.microsoft.com/office/drawing/2014/main" val="113346449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Mô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hình</a:t>
                      </a:r>
                      <a:endParaRPr lang="en-US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err="1"/>
                        <a:t>Mục</a:t>
                      </a:r>
                      <a:r>
                        <a:rPr lang="en-US"/>
                        <a:t> </a:t>
                      </a:r>
                      <a:r>
                        <a:rPr lang="en-US" err="1"/>
                        <a:t>đích</a:t>
                      </a:r>
                      <a:endParaRPr 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98487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200" err="1"/>
                        <a:t>NBO_Housing</a:t>
                      </a:r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err="1"/>
                        <a:t>Dự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đoán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khách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hàng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tiềm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năng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bất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động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sản</a:t>
                      </a:r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45968520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200" err="1"/>
                        <a:t>Non_verified_segmentation</a:t>
                      </a:r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err="1"/>
                        <a:t>Phân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khúc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khách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hàng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chưa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xác</a:t>
                      </a:r>
                      <a:r>
                        <a:rPr lang="en-US" sz="1200"/>
                        <a:t> </a:t>
                      </a:r>
                      <a:r>
                        <a:rPr lang="en-US" sz="1200" err="1"/>
                        <a:t>minh</a:t>
                      </a:r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13506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r>
                        <a:rPr lang="en-US" sz="1200"/>
                        <a:t>Xsell_v2_CC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2001007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Xsell_v2_HomeEquity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5119076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Xsell_v2_Mortgage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6247123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Xsell_v2_Usl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9326106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Xsell_v2_Mfirst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87487195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Xsell_v2_Bond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461486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/>
                        <a:t>Xsell_v2_FX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054270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61304107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7166848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endParaRPr lang="en-US" sz="120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484602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l"/>
                      <a:endParaRPr lang="en-US" sz="12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2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45980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569357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4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Placeholder 7"/>
          <p:cNvSpPr txBox="1">
            <a:spLocks/>
          </p:cNvSpPr>
          <p:nvPr/>
        </p:nvSpPr>
        <p:spPr>
          <a:xfrm>
            <a:off x="673100" y="2650210"/>
            <a:ext cx="10515600" cy="18994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ctr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3000" b="1" i="0" u="none" strike="noStrike" kern="1200" cap="none" spc="0" normalizeH="0" baseline="0" noProof="0">
              <a:ln>
                <a:noFill/>
              </a:ln>
              <a:solidFill>
                <a:srgbClr val="FFB81C"/>
              </a:solidFill>
              <a:effectLst/>
              <a:uLnTx/>
              <a:uFillTx/>
              <a:latin typeface="Calibri" charset="0"/>
              <a:ea typeface="Calibri" charset="0"/>
              <a:cs typeface="Calibri" charset="0"/>
            </a:endParaRP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48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Calibri" charset="0"/>
                <a:ea typeface="Calibri" charset="0"/>
                <a:cs typeface="Calibri" charset="0"/>
              </a:rPr>
              <a:t>Thank You</a:t>
            </a:r>
          </a:p>
          <a:p>
            <a:pPr marL="0" marR="0" lvl="0" indent="0" algn="ctr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48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charset="0"/>
              <a:ea typeface="Calibri" charset="0"/>
              <a:cs typeface="Calibri" charset="0"/>
            </a:endParaRPr>
          </a:p>
        </p:txBody>
      </p:sp>
      <p:sp>
        <p:nvSpPr>
          <p:cNvPr id="6" name="Title Placeholder 7"/>
          <p:cNvSpPr txBox="1">
            <a:spLocks/>
          </p:cNvSpPr>
          <p:nvPr/>
        </p:nvSpPr>
        <p:spPr>
          <a:xfrm>
            <a:off x="673100" y="6219825"/>
            <a:ext cx="10515600" cy="3984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800" b="1" i="0" kern="1200">
                <a:solidFill>
                  <a:schemeClr val="bg1"/>
                </a:solidFill>
                <a:latin typeface="Calibri" charset="0"/>
                <a:ea typeface="Calibri" charset="0"/>
                <a:cs typeface="Calibri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0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charset="0"/>
              <a:cs typeface="Calibri" charset="0"/>
            </a:endParaRPr>
          </a:p>
        </p:txBody>
      </p:sp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375AEFDB-77E9-6F49-A567-61A20237CD01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75680228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cgoWEzLgA0_64VDvMxGGg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ACET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Wz9_f.d6YGbJCbK0.Pg2_A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4.oZbb0sXNdu8BCibsgsUw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Z96ctUUqJsGDCugslwBCg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AvhTnprpZIIVVQCOTQtpLw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vs3CU0mhZ0iF9VK3Gc_gQ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NrcAbB4u0quRffFN3bn3Xw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YG_9mniplMrafceMpP.Qwg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bEQ8aI7AKzsdxigcAG3ZA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Lvs1S2qnQw1aA01IUaglg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qUyDlDqWonv3hoAx.p9Rsw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o9xgrPArEB1mEiMOhB5KGA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xNguF4Gw2mJIhuiFXm5tKQ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vgJTIPPebpo6irFSQqHlA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DWhDmC1QbRmt16_uxlW7g"/>
</p:tagLst>
</file>

<file path=ppt/tags/tag1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Dark"/>
</p:tagLst>
</file>

<file path=ppt/tags/tag1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BgETb3D.HcKF_v3xSvBqjg"/>
</p:tagLst>
</file>

<file path=ppt/tags/tag1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JvgJTIPPebpo6irFSQqHlA"/>
</p:tagLst>
</file>

<file path=ppt/tags/tag1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pP4iZaasIqU.XVK.4_OZLXg"/>
</p:tagLst>
</file>

<file path=ppt/theme/theme1.xml><?xml version="1.0" encoding="utf-8"?>
<a:theme xmlns:a="http://schemas.openxmlformats.org/drawingml/2006/main" name="1_Office Theme">
  <a:themeElements>
    <a:clrScheme name="Red Orange">
      <a:dk1>
        <a:sysClr val="windowText" lastClr="000000"/>
      </a:dk1>
      <a:lt1>
        <a:sysClr val="window" lastClr="FFFFFF"/>
      </a:lt1>
      <a:dk2>
        <a:srgbClr val="505046"/>
      </a:dk2>
      <a:lt2>
        <a:srgbClr val="EEECE1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CC9900"/>
      </a:accent5>
      <a:accent6>
        <a:srgbClr val="B22600"/>
      </a:accent6>
      <a:hlink>
        <a:srgbClr val="CC9900"/>
      </a:hlink>
      <a:folHlink>
        <a:srgbClr val="666699"/>
      </a:folHlink>
    </a:clrScheme>
    <a:fontScheme name="Office">
      <a:majorFont>
        <a:latin typeface="Calibri Light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White">
  <a:themeElements>
    <a:clrScheme name="Scheme1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E84C22"/>
      </a:accent1>
      <a:accent2>
        <a:srgbClr val="FFBD47"/>
      </a:accent2>
      <a:accent3>
        <a:srgbClr val="B64926"/>
      </a:accent3>
      <a:accent4>
        <a:srgbClr val="FF8427"/>
      </a:accent4>
      <a:accent5>
        <a:srgbClr val="B22600"/>
      </a:accent5>
      <a:accent6>
        <a:srgbClr val="CC9900"/>
      </a:accent6>
      <a:hlink>
        <a:srgbClr val="0000FF"/>
      </a:hlink>
      <a:folHlink>
        <a:srgbClr val="800080"/>
      </a:folHlink>
    </a:clrScheme>
    <a:fontScheme name="Custom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1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E84C22"/>
        </a:accent1>
        <a:accent2>
          <a:srgbClr val="FFBD47"/>
        </a:accent2>
        <a:accent3>
          <a:srgbClr val="B64926"/>
        </a:accent3>
        <a:accent4>
          <a:srgbClr val="FF8427"/>
        </a:accent4>
        <a:accent5>
          <a:srgbClr val="B22600"/>
        </a:accent5>
        <a:accent6>
          <a:srgbClr val="CC9900"/>
        </a:accent6>
        <a:hlink>
          <a:srgbClr val="0000FF"/>
        </a:hlink>
        <a:folHlink>
          <a:srgbClr val="800080"/>
        </a:folHlink>
      </a:clrScheme>
    </a:extraClrScheme>
  </a:extraClrSchemeLst>
  <a:custClrLst>
    <a:custClr name="Dark Gray">
      <a:srgbClr val="4D4D4D"/>
    </a:custClr>
    <a:custClr name="Mid Gray">
      <a:srgbClr val="7F7F7F"/>
    </a:custClr>
    <a:custClr name="Light Gray">
      <a:srgbClr val="B3B3B3"/>
    </a:custClr>
    <a:custClr name="Super Light Gray">
      <a:srgbClr val="D0D0D0"/>
    </a:custClr>
    <a:custClr name="Pale Gray">
      <a:srgbClr val="E6E6E6"/>
    </a:custClr>
    <a:custClr name="Custom Color6">
      <a:srgbClr val="505046"/>
    </a:custClr>
    <a:custClr name="Custom Color7">
      <a:srgbClr val="EEECE1"/>
    </a:custClr>
  </a:custClrLst>
  <a:extLst>
    <a:ext uri="{05A4C25C-085E-4340-85A3-A5531E510DB2}">
      <thm15:themeFamily xmlns:thm15="http://schemas.microsoft.com/office/thememl/2012/main" name="HN0280_OFF_v2.potx" id="{E59590D3-4A92-481B-85BC-588C90199318}" vid="{9FF13323-8FE1-475C-AAD5-F59011BC78D1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IDA">
    <a:dk1>
      <a:srgbClr val="000000"/>
    </a:dk1>
    <a:lt1>
      <a:srgbClr val="FFFFFF"/>
    </a:lt1>
    <a:dk2>
      <a:srgbClr val="0B5DAC"/>
    </a:dk2>
    <a:lt2>
      <a:srgbClr val="E6E6E6"/>
    </a:lt2>
    <a:accent1>
      <a:srgbClr val="008FD5"/>
    </a:accent1>
    <a:accent2>
      <a:srgbClr val="139CFF"/>
    </a:accent2>
    <a:accent3>
      <a:srgbClr val="0B5DAC"/>
    </a:accent3>
    <a:accent4>
      <a:srgbClr val="6E6E6E"/>
    </a:accent4>
    <a:accent5>
      <a:srgbClr val="8C8C8C"/>
    </a:accent5>
    <a:accent6>
      <a:srgbClr val="505050"/>
    </a:accent6>
    <a:hlink>
      <a:srgbClr val="008FD5"/>
    </a:hlink>
    <a:folHlink>
      <a:srgbClr val="6E6E6E"/>
    </a:folHlink>
  </a:clrScheme>
</a:themeOverride>
</file>

<file path=ppt/theme/themeOverride2.xml><?xml version="1.0" encoding="utf-8"?>
<a:themeOverride xmlns:a="http://schemas.openxmlformats.org/drawingml/2006/main">
  <a:clrScheme name="Red Orange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3.xml><?xml version="1.0" encoding="utf-8"?>
<a:themeOverride xmlns:a="http://schemas.openxmlformats.org/drawingml/2006/main">
  <a:clrScheme name="Blank 1">
    <a:dk1>
      <a:srgbClr val="000000"/>
    </a:dk1>
    <a:lt1>
      <a:srgbClr val="FFFFFF"/>
    </a:lt1>
    <a:dk2>
      <a:srgbClr val="DA251C"/>
    </a:dk2>
    <a:lt2>
      <a:srgbClr val="858585"/>
    </a:lt2>
    <a:accent1>
      <a:srgbClr val="FFFFFF"/>
    </a:accent1>
    <a:accent2>
      <a:srgbClr val="D3CDBD"/>
    </a:accent2>
    <a:accent3>
      <a:srgbClr val="FFFFFF"/>
    </a:accent3>
    <a:accent4>
      <a:srgbClr val="000000"/>
    </a:accent4>
    <a:accent5>
      <a:srgbClr val="FFFFFF"/>
    </a:accent5>
    <a:accent6>
      <a:srgbClr val="BFBAAB"/>
    </a:accent6>
    <a:hlink>
      <a:srgbClr val="808080"/>
    </a:hlink>
    <a:folHlink>
      <a:srgbClr val="DA251C"/>
    </a:folHlink>
  </a:clrScheme>
  <a:fontScheme name="Blank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4.xml><?xml version="1.0" encoding="utf-8"?>
<a:themeOverride xmlns:a="http://schemas.openxmlformats.org/drawingml/2006/main">
  <a:clrScheme name="Blank 1">
    <a:dk1>
      <a:srgbClr val="000000"/>
    </a:dk1>
    <a:lt1>
      <a:srgbClr val="FFFFFF"/>
    </a:lt1>
    <a:dk2>
      <a:srgbClr val="DA251C"/>
    </a:dk2>
    <a:lt2>
      <a:srgbClr val="858585"/>
    </a:lt2>
    <a:accent1>
      <a:srgbClr val="FFFFFF"/>
    </a:accent1>
    <a:accent2>
      <a:srgbClr val="D3CDBD"/>
    </a:accent2>
    <a:accent3>
      <a:srgbClr val="FFFFFF"/>
    </a:accent3>
    <a:accent4>
      <a:srgbClr val="000000"/>
    </a:accent4>
    <a:accent5>
      <a:srgbClr val="FFFFFF"/>
    </a:accent5>
    <a:accent6>
      <a:srgbClr val="BFBAAB"/>
    </a:accent6>
    <a:hlink>
      <a:srgbClr val="808080"/>
    </a:hlink>
    <a:folHlink>
      <a:srgbClr val="DA251C"/>
    </a:folHlink>
  </a:clrScheme>
  <a:fontScheme name="Blank">
    <a:majorFont>
      <a:latin typeface="Arial"/>
      <a:ea typeface=""/>
      <a:cs typeface=""/>
    </a:majorFont>
    <a:minorFont>
      <a:latin typeface="Arial"/>
      <a:ea typeface=""/>
      <a:cs typeface=""/>
    </a:minorFont>
  </a:fontScheme>
  <a:fmtScheme name="Office">
    <a:fillStyleLst>
      <a:solidFill>
        <a:schemeClr val="phClr"/>
      </a:solidFill>
      <a:gradFill rotWithShape="1">
        <a:gsLst>
          <a:gs pos="0">
            <a:schemeClr val="phClr">
              <a:tint val="50000"/>
              <a:satMod val="300000"/>
            </a:schemeClr>
          </a:gs>
          <a:gs pos="35000">
            <a:schemeClr val="phClr">
              <a:tint val="37000"/>
              <a:satMod val="300000"/>
            </a:schemeClr>
          </a:gs>
          <a:gs pos="100000">
            <a:schemeClr val="phClr">
              <a:tint val="15000"/>
              <a:satMod val="350000"/>
            </a:schemeClr>
          </a:gs>
        </a:gsLst>
        <a:lin ang="16200000" scaled="1"/>
      </a:gradFill>
      <a:gradFill rotWithShape="1">
        <a:gsLst>
          <a:gs pos="0">
            <a:schemeClr val="phClr">
              <a:shade val="51000"/>
              <a:satMod val="130000"/>
            </a:schemeClr>
          </a:gs>
          <a:gs pos="80000">
            <a:schemeClr val="phClr">
              <a:shade val="93000"/>
              <a:satMod val="130000"/>
            </a:schemeClr>
          </a:gs>
          <a:gs pos="100000">
            <a:schemeClr val="phClr">
              <a:shade val="94000"/>
              <a:satMod val="135000"/>
            </a:schemeClr>
          </a:gs>
        </a:gsLst>
        <a:lin ang="16200000" scaled="0"/>
      </a:gradFill>
    </a:fillStyleLst>
    <a:lnStyleLst>
      <a:ln w="9525" cap="flat" cmpd="sng" algn="ctr">
        <a:solidFill>
          <a:schemeClr val="phClr">
            <a:shade val="95000"/>
            <a:satMod val="105000"/>
          </a:schemeClr>
        </a:solidFill>
        <a:prstDash val="solid"/>
      </a:ln>
      <a:ln w="25400" cap="flat" cmpd="sng" algn="ctr">
        <a:solidFill>
          <a:schemeClr val="phClr"/>
        </a:solidFill>
        <a:prstDash val="solid"/>
      </a:ln>
      <a:ln w="38100" cap="flat" cmpd="sng" algn="ctr">
        <a:solidFill>
          <a:schemeClr val="phClr"/>
        </a:solidFill>
        <a:prstDash val="solid"/>
      </a:ln>
    </a:lnStyleLst>
    <a:effectStyleLst>
      <a:effectStyle>
        <a:effectLst>
          <a:outerShdw blurRad="40000" dist="20000" dir="5400000" rotWithShape="0">
            <a:srgbClr val="000000">
              <a:alpha val="38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</a:effectStyle>
      <a:effectStyle>
        <a:effectLst>
          <a:outerShdw blurRad="40000" dist="23000" dir="5400000" rotWithShape="0">
            <a:srgbClr val="000000">
              <a:alpha val="35000"/>
            </a:srgbClr>
          </a:outerShdw>
        </a:effectLst>
        <a:scene3d>
          <a:camera prst="orthographicFront">
            <a:rot lat="0" lon="0" rev="0"/>
          </a:camera>
          <a:lightRig rig="threePt" dir="t">
            <a:rot lat="0" lon="0" rev="1200000"/>
          </a:lightRig>
        </a:scene3d>
        <a:sp3d>
          <a:bevelT w="63500" h="25400"/>
        </a:sp3d>
      </a:effectStyle>
    </a:effectStyleLst>
    <a:bgFillStyleLst>
      <a:solidFill>
        <a:schemeClr val="phClr"/>
      </a:solidFill>
      <a:gradFill rotWithShape="1">
        <a:gsLst>
          <a:gs pos="0">
            <a:schemeClr val="phClr">
              <a:tint val="40000"/>
              <a:satMod val="350000"/>
            </a:schemeClr>
          </a:gs>
          <a:gs pos="40000">
            <a:schemeClr val="phClr">
              <a:tint val="45000"/>
              <a:shade val="99000"/>
              <a:satMod val="350000"/>
            </a:schemeClr>
          </a:gs>
          <a:gs pos="100000">
            <a:schemeClr val="phClr">
              <a:shade val="20000"/>
              <a:satMod val="255000"/>
            </a:schemeClr>
          </a:gs>
        </a:gsLst>
        <a:path path="circle">
          <a:fillToRect l="50000" t="-80000" r="50000" b="180000"/>
        </a:path>
      </a:gradFill>
      <a:gradFill rotWithShape="1">
        <a:gsLst>
          <a:gs pos="0">
            <a:schemeClr val="phClr">
              <a:tint val="80000"/>
              <a:satMod val="300000"/>
            </a:schemeClr>
          </a:gs>
          <a:gs pos="100000">
            <a:schemeClr val="phClr">
              <a:shade val="30000"/>
              <a:satMod val="200000"/>
            </a:schemeClr>
          </a:gs>
        </a:gsLst>
        <a:path path="circle">
          <a:fillToRect l="50000" t="50000" r="50000" b="50000"/>
        </a:path>
      </a:gradFill>
    </a:bgFillStyleLst>
  </a:fmtScheme>
</a:themeOverride>
</file>

<file path=ppt/theme/themeOverride5.xml><?xml version="1.0" encoding="utf-8"?>
<a:themeOverride xmlns:a="http://schemas.openxmlformats.org/drawingml/2006/main">
  <a:clrScheme name="Red Orange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ppt/theme/themeOverride6.xml><?xml version="1.0" encoding="utf-8"?>
<a:themeOverride xmlns:a="http://schemas.openxmlformats.org/drawingml/2006/main">
  <a:clrScheme name="Red Orange">
    <a:dk1>
      <a:sysClr val="windowText" lastClr="000000"/>
    </a:dk1>
    <a:lt1>
      <a:sysClr val="window" lastClr="FFFFFF"/>
    </a:lt1>
    <a:dk2>
      <a:srgbClr val="505046"/>
    </a:dk2>
    <a:lt2>
      <a:srgbClr val="EEECE1"/>
    </a:lt2>
    <a:accent1>
      <a:srgbClr val="E84C22"/>
    </a:accent1>
    <a:accent2>
      <a:srgbClr val="FFBD47"/>
    </a:accent2>
    <a:accent3>
      <a:srgbClr val="B64926"/>
    </a:accent3>
    <a:accent4>
      <a:srgbClr val="FF8427"/>
    </a:accent4>
    <a:accent5>
      <a:srgbClr val="CC9900"/>
    </a:accent5>
    <a:accent6>
      <a:srgbClr val="B22600"/>
    </a:accent6>
    <a:hlink>
      <a:srgbClr val="CC9900"/>
    </a:hlink>
    <a:folHlink>
      <a:srgbClr val="666699"/>
    </a:folHlink>
  </a:clrScheme>
</a:themeOverrid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FEA11C03CA70545B9A1ED5C361E1168" ma:contentTypeVersion="13" ma:contentTypeDescription="Create a new document." ma:contentTypeScope="" ma:versionID="e1f303b77f5e0ead8d73ba77827871c3">
  <xsd:schema xmlns:xsd="http://www.w3.org/2001/XMLSchema" xmlns:xs="http://www.w3.org/2001/XMLSchema" xmlns:p="http://schemas.microsoft.com/office/2006/metadata/properties" xmlns:ns1="http://schemas.microsoft.com/sharepoint/v3" xmlns:ns2="1d99faa5-1ec0-48ac-9a9d-f31792ac7cb8" xmlns:ns3="7df24817-ab1d-4ab0-910f-2dce16cfc2e0" targetNamespace="http://schemas.microsoft.com/office/2006/metadata/properties" ma:root="true" ma:fieldsID="35bdae46ed1306af5b40d4c0d7fffe70" ns1:_="" ns2:_="" ns3:_="">
    <xsd:import namespace="http://schemas.microsoft.com/sharepoint/v3"/>
    <xsd:import namespace="1d99faa5-1ec0-48ac-9a9d-f31792ac7cb8"/>
    <xsd:import namespace="7df24817-ab1d-4ab0-910f-2dce16cfc2e0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LengthInSeconds" minOccurs="0"/>
                <xsd:element ref="ns1:_ip_UnifiedCompliancePolicyProperties" minOccurs="0"/>
                <xsd:element ref="ns1:_ip_UnifiedCompliancePolicyUIAc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19" nillable="true" ma:displayName="Unified Compliance Policy Properties" ma:hidden="true" ma:internalName="_ip_UnifiedCompliancePolicyProperties">
      <xsd:simpleType>
        <xsd:restriction base="dms:Note"/>
      </xsd:simpleType>
    </xsd:element>
    <xsd:element name="_ip_UnifiedCompliancePolicyUIAction" ma:index="20" nillable="true" ma:displayName="Unified Compliance Policy UI Action" ma:hidden="true" ma:internalName="_ip_UnifiedCompliancePolicyUIAction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d99faa5-1ec0-48ac-9a9d-f31792ac7cb8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a6a986a6-5f44-4353-a687-c857d5740720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3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4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df24817-ab1d-4ab0-910f-2dce16cfc2e0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602ad324-e714-48af-9614-e71296737b83}" ma:internalName="TaxCatchAll" ma:showField="CatchAllData" ma:web="7df24817-ab1d-4ab0-910f-2dce16cfc2e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_ip_UnifiedCompliancePolicyProperties xmlns="http://schemas.microsoft.com/sharepoint/v3" xsi:nil="true"/>
    <lcf76f155ced4ddcb4097134ff3c332f xmlns="1d99faa5-1ec0-48ac-9a9d-f31792ac7cb8">
      <Terms xmlns="http://schemas.microsoft.com/office/infopath/2007/PartnerControls"/>
    </lcf76f155ced4ddcb4097134ff3c332f>
    <TaxCatchAll xmlns="7df24817-ab1d-4ab0-910f-2dce16cfc2e0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F2913B53-9679-43FD-9E79-9E15F54586E4}">
  <ds:schemaRefs>
    <ds:schemaRef ds:uri="1d99faa5-1ec0-48ac-9a9d-f31792ac7cb8"/>
    <ds:schemaRef ds:uri="7df24817-ab1d-4ab0-910f-2dce16cfc2e0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2001/XMLSchema"/>
  </ds:schemaRefs>
</ds:datastoreItem>
</file>

<file path=customXml/itemProps2.xml><?xml version="1.0" encoding="utf-8"?>
<ds:datastoreItem xmlns:ds="http://schemas.openxmlformats.org/officeDocument/2006/customXml" ds:itemID="{D3D71806-9F0F-4F13-8771-B1F56D9E13DB}">
  <ds:schemaRefs>
    <ds:schemaRef ds:uri="7df24817-ab1d-4ab0-910f-2dce16cfc2e0"/>
    <ds:schemaRef ds:uri="http://www.w3.org/XML/1998/namespace"/>
    <ds:schemaRef ds:uri="http://schemas.microsoft.com/office/2006/documentManagement/types"/>
    <ds:schemaRef ds:uri="http://schemas.microsoft.com/sharepoint/v3"/>
    <ds:schemaRef ds:uri="http://schemas.microsoft.com/office/2006/metadata/properties"/>
    <ds:schemaRef ds:uri="http://schemas.microsoft.com/office/infopath/2007/PartnerControls"/>
    <ds:schemaRef ds:uri="http://purl.org/dc/dcmitype/"/>
    <ds:schemaRef ds:uri="http://purl.org/dc/elements/1.1/"/>
    <ds:schemaRef ds:uri="http://schemas.openxmlformats.org/package/2006/metadata/core-properties"/>
    <ds:schemaRef ds:uri="1d99faa5-1ec0-48ac-9a9d-f31792ac7cb8"/>
    <ds:schemaRef ds:uri="http://purl.org/dc/terms/"/>
  </ds:schemaRefs>
</ds:datastoreItem>
</file>

<file path=customXml/itemProps3.xml><?xml version="1.0" encoding="utf-8"?>
<ds:datastoreItem xmlns:ds="http://schemas.openxmlformats.org/officeDocument/2006/customXml" ds:itemID="{04B8C060-DEB8-4FAE-B93A-D72A2E57FE1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6293</TotalTime>
  <Words>3271</Words>
  <Application>Microsoft Office PowerPoint</Application>
  <PresentationFormat>Widescreen</PresentationFormat>
  <Paragraphs>412</Paragraphs>
  <Slides>29</Slides>
  <Notes>26</Notes>
  <HiddenSlides>0</HiddenSlides>
  <MMClips>0</MMClips>
  <ScaleCrop>false</ScaleCrop>
  <HeadingPairs>
    <vt:vector size="8" baseType="variant">
      <vt:variant>
        <vt:lpstr>Fonts Used</vt:lpstr>
      </vt:variant>
      <vt:variant>
        <vt:i4>16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48" baseType="lpstr">
      <vt:lpstr>Aptos</vt:lpstr>
      <vt:lpstr>Arial</vt:lpstr>
      <vt:lpstr>Calibri</vt:lpstr>
      <vt:lpstr>Calibri (Body)</vt:lpstr>
      <vt:lpstr>Calibri Light</vt:lpstr>
      <vt:lpstr>Courier New</vt:lpstr>
      <vt:lpstr>Open Sans</vt:lpstr>
      <vt:lpstr>Open Sans Medium</vt:lpstr>
      <vt:lpstr>Open Sans SemiBold</vt:lpstr>
      <vt:lpstr>Roboto</vt:lpstr>
      <vt:lpstr>Roboto SemiBold</vt:lpstr>
      <vt:lpstr>Segoe UI</vt:lpstr>
      <vt:lpstr>Times New Roman</vt:lpstr>
      <vt:lpstr>Wingdings</vt:lpstr>
      <vt:lpstr>Wingdings 2</vt:lpstr>
      <vt:lpstr>Wingdings,Sans-Serif</vt:lpstr>
      <vt:lpstr>1_Office Theme</vt:lpstr>
      <vt:lpstr>White</vt:lpstr>
      <vt:lpstr>think-cell Slide</vt:lpstr>
      <vt:lpstr>PowerPoint Presentation</vt:lpstr>
      <vt:lpstr>PowerPoint Presentation</vt:lpstr>
      <vt:lpstr>PowerPoint Presentation</vt:lpstr>
      <vt:lpstr>Nhu cầu nghiệp vụ</vt:lpstr>
      <vt:lpstr>Luồng hành trình người dùng upload file</vt:lpstr>
      <vt:lpstr>Yêu cầu chức năng</vt:lpstr>
      <vt:lpstr>Yêu cầu phi chức năng</vt:lpstr>
      <vt:lpstr>Biz Cap</vt:lpstr>
      <vt:lpstr>Kế hoạch triển khai</vt:lpstr>
      <vt:lpstr>PowerPoint Presentation</vt:lpstr>
      <vt:lpstr>IT Capability Map</vt:lpstr>
      <vt:lpstr>Application Architecture</vt:lpstr>
      <vt:lpstr>Front-end và API Gateway</vt:lpstr>
      <vt:lpstr>Back-end Services</vt:lpstr>
      <vt:lpstr>Storage layer</vt:lpstr>
      <vt:lpstr>Integration Architecture</vt:lpstr>
      <vt:lpstr>Sequence digram – luồng upload files</vt:lpstr>
      <vt:lpstr>PowerPoint Presentation</vt:lpstr>
      <vt:lpstr>Sequence diagram – luồng download files</vt:lpstr>
      <vt:lpstr>Security &amp; Authentication &amp; Authorization</vt:lpstr>
      <vt:lpstr>Deployment Architecture</vt:lpstr>
      <vt:lpstr>Tech stack</vt:lpstr>
      <vt:lpstr>QLYC-9071| Customer Segmentation</vt:lpstr>
      <vt:lpstr>QLYC-9474| Propensity model for Real-estate demand</vt:lpstr>
      <vt:lpstr>Mô tả thay đổi hệ thống</vt:lpstr>
      <vt:lpstr>Security</vt:lpstr>
      <vt:lpstr>PowerPoint Presentation</vt:lpstr>
      <vt:lpstr>Model list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thanhtc3@msb.com.vn</dc:creator>
  <cp:lastModifiedBy>Administrator</cp:lastModifiedBy>
  <cp:revision>164</cp:revision>
  <dcterms:created xsi:type="dcterms:W3CDTF">2019-12-04T02:29:14Z</dcterms:created>
  <dcterms:modified xsi:type="dcterms:W3CDTF">2026-02-24T17:52:31Z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0x0101007FEA11C03CA70545B9A1ED5C361E1168</vt:lpwstr>
  </property>
  <property fmtid="{D5CDD505-2E9C-101B-9397-08002B2CF9AE}" pid="3" name="MediaServiceImageTags">
    <vt:lpwstr/>
  </property>
</Properties>
</file>