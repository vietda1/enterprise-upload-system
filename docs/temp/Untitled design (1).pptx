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Montserrat Bold" charset="1" panose="00000800000000000000"/>
      <p:regular r:id="rId7"/>
    </p:embeddedFont>
    <p:embeddedFont>
      <p:font typeface="DM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294208" cy="5271876"/>
            <a:chOff x="0" y="0"/>
            <a:chExt cx="988978" cy="1582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146175" y="3991220"/>
            <a:ext cx="3005863" cy="4785400"/>
            <a:chOff x="0" y="0"/>
            <a:chExt cx="709992" cy="1130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6896" y="3696517"/>
            <a:ext cx="3294208" cy="5271876"/>
            <a:chOff x="0" y="0"/>
            <a:chExt cx="988978" cy="158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7641068" y="3991220"/>
            <a:ext cx="3005863" cy="4785400"/>
            <a:chOff x="0" y="0"/>
            <a:chExt cx="709992" cy="1130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906" y="3099311"/>
            <a:ext cx="1672189" cy="16721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  <a:ln w="14287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254" y="3696517"/>
            <a:ext cx="3294208" cy="5271876"/>
            <a:chOff x="0" y="0"/>
            <a:chExt cx="988978" cy="1582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135426" y="3991220"/>
            <a:ext cx="3005863" cy="4785400"/>
            <a:chOff x="0" y="0"/>
            <a:chExt cx="709992" cy="1130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2264" y="3099311"/>
            <a:ext cx="1672189" cy="167218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268758" y="3589709"/>
            <a:ext cx="760698" cy="691394"/>
          </a:xfrm>
          <a:custGeom>
            <a:avLst/>
            <a:gdLst/>
            <a:ahLst/>
            <a:cxnLst/>
            <a:rect r="r" b="b" t="t" l="l"/>
            <a:pathLst>
              <a:path h="691394" w="760698">
                <a:moveTo>
                  <a:pt x="0" y="0"/>
                </a:moveTo>
                <a:lnTo>
                  <a:pt x="760698" y="0"/>
                </a:lnTo>
                <a:lnTo>
                  <a:pt x="760698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798036" y="3589709"/>
            <a:ext cx="691394" cy="691394"/>
          </a:xfrm>
          <a:custGeom>
            <a:avLst/>
            <a:gdLst/>
            <a:ahLst/>
            <a:cxnLst/>
            <a:rect r="r" b="b" t="t" l="l"/>
            <a:pathLst>
              <a:path h="691394" w="691394">
                <a:moveTo>
                  <a:pt x="0" y="0"/>
                </a:moveTo>
                <a:lnTo>
                  <a:pt x="691394" y="0"/>
                </a:lnTo>
                <a:lnTo>
                  <a:pt x="691394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315917" y="3589709"/>
            <a:ext cx="644882" cy="691394"/>
          </a:xfrm>
          <a:custGeom>
            <a:avLst/>
            <a:gdLst/>
            <a:ahLst/>
            <a:cxnLst/>
            <a:rect r="r" b="b" t="t" l="l"/>
            <a:pathLst>
              <a:path h="691394" w="644882">
                <a:moveTo>
                  <a:pt x="0" y="0"/>
                </a:moveTo>
                <a:lnTo>
                  <a:pt x="644882" y="0"/>
                </a:lnTo>
                <a:lnTo>
                  <a:pt x="644882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09360" y="1242407"/>
            <a:ext cx="7669281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Define the Infographic Goal Early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03371" y="5105400"/>
            <a:ext cx="246520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on Business Impact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3371" y="5939681"/>
            <a:ext cx="2291471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We start by identifying the core message you want the audience to understand and how it supports broader business goals.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11395" y="5105517"/>
            <a:ext cx="246520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Align with Team Vision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8264" y="5939681"/>
            <a:ext cx="2291471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Our team collaborates with relevant departments to ensure the infographic stays true to your brand’s values and key strategies.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10354" y="5105517"/>
            <a:ext cx="246520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 the Audience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7223" y="5939681"/>
            <a:ext cx="2291471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We define who will see the infographic so we can tailor the design and tone to match their level of knowledge and expectations.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DAHApxqMZVk</dc:identifier>
  <dcterms:modified xsi:type="dcterms:W3CDTF">2011-08-01T06:04:30Z</dcterms:modified>
  <cp:revision>1</cp:revision>
</cp:coreProperties>
</file>