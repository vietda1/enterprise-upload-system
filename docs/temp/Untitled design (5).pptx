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Ultra-Bold" charset="1" panose="00000900000000000000"/>
      <p:regular r:id="rId17"/>
    </p:embeddedFont>
    <p:embeddedFont>
      <p:font typeface="Montserrat" charset="1" panose="00000500000000000000"/>
      <p:regular r:id="rId18"/>
    </p:embeddedFont>
    <p:embeddedFont>
      <p:font typeface="Montserrat Bold" charset="1" panose="00000800000000000000"/>
      <p:regular r:id="rId19"/>
    </p:embeddedFont>
    <p:embeddedFont>
      <p:font typeface="Montserrat Light" charset="1" panose="00000400000000000000"/>
      <p:regular r:id="rId20"/>
    </p:embeddedFont>
    <p:embeddedFont>
      <p:font typeface="Montserrat Medium"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444409" y="839293"/>
            <a:ext cx="5799638" cy="1614426"/>
            <a:chOff x="0" y="0"/>
            <a:chExt cx="1527477" cy="425199"/>
          </a:xfrm>
        </p:grpSpPr>
        <p:sp>
          <p:nvSpPr>
            <p:cNvPr name="Freeform 3" id="3"/>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4" id="4"/>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6346987" y="1116612"/>
            <a:ext cx="1605216" cy="1059788"/>
            <a:chOff x="0" y="0"/>
            <a:chExt cx="823551" cy="543720"/>
          </a:xfrm>
        </p:grpSpPr>
        <p:sp>
          <p:nvSpPr>
            <p:cNvPr name="Freeform 6" id="6"/>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 id="7"/>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6630408" y="1268687"/>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9" id="9"/>
          <p:cNvSpPr txBox="true"/>
          <p:nvPr/>
        </p:nvSpPr>
        <p:spPr>
          <a:xfrm rot="0">
            <a:off x="2007582"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10" id="10"/>
          <p:cNvSpPr txBox="true"/>
          <p:nvPr/>
        </p:nvSpPr>
        <p:spPr>
          <a:xfrm rot="0">
            <a:off x="2007582"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11" id="11"/>
          <p:cNvGrpSpPr/>
          <p:nvPr/>
        </p:nvGrpSpPr>
        <p:grpSpPr>
          <a:xfrm rot="-10800000">
            <a:off x="11053477" y="839293"/>
            <a:ext cx="5799638" cy="1614426"/>
            <a:chOff x="0" y="0"/>
            <a:chExt cx="1527477" cy="425199"/>
          </a:xfrm>
        </p:grpSpPr>
        <p:sp>
          <p:nvSpPr>
            <p:cNvPr name="Freeform 12" id="12"/>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13" id="13"/>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14" id="14"/>
          <p:cNvGrpSpPr/>
          <p:nvPr/>
        </p:nvGrpSpPr>
        <p:grpSpPr>
          <a:xfrm rot="-10800000">
            <a:off x="10345323" y="1116612"/>
            <a:ext cx="1605216" cy="1059788"/>
            <a:chOff x="0" y="0"/>
            <a:chExt cx="823551" cy="543720"/>
          </a:xfrm>
        </p:grpSpPr>
        <p:sp>
          <p:nvSpPr>
            <p:cNvPr name="Freeform 15" id="15"/>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16" id="16"/>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0723994" y="1268687"/>
            <a:ext cx="924073" cy="671195"/>
          </a:xfrm>
          <a:prstGeom prst="rect">
            <a:avLst/>
          </a:prstGeom>
        </p:spPr>
        <p:txBody>
          <a:bodyPr anchor="t" rtlCol="false" tIns="0" lIns="0" bIns="0" rIns="0">
            <a:spAutoFit/>
          </a:bodyPr>
          <a:lstStyle/>
          <a:p>
            <a:pPr algn="l"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TextBox 18" id="18"/>
          <p:cNvSpPr txBox="true"/>
          <p:nvPr/>
        </p:nvSpPr>
        <p:spPr>
          <a:xfrm rot="0">
            <a:off x="12169960"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
        <p:nvSpPr>
          <p:cNvPr name="TextBox 19" id="19"/>
          <p:cNvSpPr txBox="true"/>
          <p:nvPr/>
        </p:nvSpPr>
        <p:spPr>
          <a:xfrm rot="0">
            <a:off x="12169960"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0" id="20"/>
          <p:cNvGrpSpPr/>
          <p:nvPr/>
        </p:nvGrpSpPr>
        <p:grpSpPr>
          <a:xfrm rot="0">
            <a:off x="462290" y="3139971"/>
            <a:ext cx="5799638" cy="1614426"/>
            <a:chOff x="0" y="0"/>
            <a:chExt cx="1527477" cy="425199"/>
          </a:xfrm>
        </p:grpSpPr>
        <p:sp>
          <p:nvSpPr>
            <p:cNvPr name="Freeform 21" id="21"/>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22" id="22"/>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23" id="23"/>
          <p:cNvGrpSpPr/>
          <p:nvPr/>
        </p:nvGrpSpPr>
        <p:grpSpPr>
          <a:xfrm rot="0">
            <a:off x="5364867" y="3417290"/>
            <a:ext cx="1605216" cy="1059788"/>
            <a:chOff x="0" y="0"/>
            <a:chExt cx="823551" cy="543720"/>
          </a:xfrm>
        </p:grpSpPr>
        <p:sp>
          <p:nvSpPr>
            <p:cNvPr name="Freeform 24" id="24"/>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25" id="25"/>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5648288" y="3569366"/>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sp>
        <p:nvSpPr>
          <p:cNvPr name="TextBox 27" id="27"/>
          <p:cNvSpPr txBox="true"/>
          <p:nvPr/>
        </p:nvSpPr>
        <p:spPr>
          <a:xfrm rot="0">
            <a:off x="1025462"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28" id="28"/>
          <p:cNvSpPr txBox="true"/>
          <p:nvPr/>
        </p:nvSpPr>
        <p:spPr>
          <a:xfrm rot="0">
            <a:off x="1025462"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9" id="29"/>
          <p:cNvGrpSpPr/>
          <p:nvPr/>
        </p:nvGrpSpPr>
        <p:grpSpPr>
          <a:xfrm rot="-10800000">
            <a:off x="12038820" y="3139971"/>
            <a:ext cx="5799638" cy="1614426"/>
            <a:chOff x="0" y="0"/>
            <a:chExt cx="1527477" cy="425199"/>
          </a:xfrm>
        </p:grpSpPr>
        <p:sp>
          <p:nvSpPr>
            <p:cNvPr name="Freeform 30" id="30"/>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31" id="31"/>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32" id="32"/>
          <p:cNvGrpSpPr/>
          <p:nvPr/>
        </p:nvGrpSpPr>
        <p:grpSpPr>
          <a:xfrm rot="-10800000">
            <a:off x="11330665" y="3417290"/>
            <a:ext cx="1605216" cy="1059788"/>
            <a:chOff x="0" y="0"/>
            <a:chExt cx="823551" cy="543720"/>
          </a:xfrm>
        </p:grpSpPr>
        <p:sp>
          <p:nvSpPr>
            <p:cNvPr name="Freeform 33" id="33"/>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34" id="34"/>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35" id="35"/>
          <p:cNvSpPr txBox="true"/>
          <p:nvPr/>
        </p:nvSpPr>
        <p:spPr>
          <a:xfrm rot="0">
            <a:off x="11709337" y="3569366"/>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sp>
        <p:nvSpPr>
          <p:cNvPr name="TextBox 36" id="36"/>
          <p:cNvSpPr txBox="true"/>
          <p:nvPr/>
        </p:nvSpPr>
        <p:spPr>
          <a:xfrm rot="0">
            <a:off x="13155303"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37" id="37"/>
          <p:cNvSpPr txBox="true"/>
          <p:nvPr/>
        </p:nvSpPr>
        <p:spPr>
          <a:xfrm rot="0">
            <a:off x="13155303"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8" id="38"/>
          <p:cNvGrpSpPr/>
          <p:nvPr/>
        </p:nvGrpSpPr>
        <p:grpSpPr>
          <a:xfrm rot="0">
            <a:off x="462290" y="5440650"/>
            <a:ext cx="5799638" cy="1614426"/>
            <a:chOff x="0" y="0"/>
            <a:chExt cx="1527477" cy="425199"/>
          </a:xfrm>
        </p:grpSpPr>
        <p:sp>
          <p:nvSpPr>
            <p:cNvPr name="Freeform 39" id="39"/>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40" id="40"/>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41" id="41"/>
          <p:cNvGrpSpPr/>
          <p:nvPr/>
        </p:nvGrpSpPr>
        <p:grpSpPr>
          <a:xfrm rot="0">
            <a:off x="5364867" y="5717969"/>
            <a:ext cx="1605216" cy="1059788"/>
            <a:chOff x="0" y="0"/>
            <a:chExt cx="823551" cy="543720"/>
          </a:xfrm>
        </p:grpSpPr>
        <p:sp>
          <p:nvSpPr>
            <p:cNvPr name="Freeform 42" id="42"/>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43" id="43"/>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44" id="44"/>
          <p:cNvSpPr txBox="true"/>
          <p:nvPr/>
        </p:nvSpPr>
        <p:spPr>
          <a:xfrm rot="0">
            <a:off x="5648288" y="5870045"/>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sp>
        <p:nvSpPr>
          <p:cNvPr name="TextBox 45" id="45"/>
          <p:cNvSpPr txBox="true"/>
          <p:nvPr/>
        </p:nvSpPr>
        <p:spPr>
          <a:xfrm rot="0">
            <a:off x="1025462"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a:t>
            </a:r>
            <a:r>
              <a:rPr lang="en-US" b="true" sz="1999">
                <a:solidFill>
                  <a:srgbClr val="1C1C1A"/>
                </a:solidFill>
                <a:latin typeface="Montserrat Ultra-Bold"/>
                <a:ea typeface="Montserrat Ultra-Bold"/>
                <a:cs typeface="Montserrat Ultra-Bold"/>
                <a:sym typeface="Montserrat Ultra-Bold"/>
              </a:rPr>
              <a:t>riginal idea</a:t>
            </a:r>
          </a:p>
        </p:txBody>
      </p:sp>
      <p:sp>
        <p:nvSpPr>
          <p:cNvPr name="TextBox 46" id="46"/>
          <p:cNvSpPr txBox="true"/>
          <p:nvPr/>
        </p:nvSpPr>
        <p:spPr>
          <a:xfrm rot="0">
            <a:off x="1025462"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47" id="47"/>
          <p:cNvGrpSpPr/>
          <p:nvPr/>
        </p:nvGrpSpPr>
        <p:grpSpPr>
          <a:xfrm rot="-10800000">
            <a:off x="12038820" y="5440650"/>
            <a:ext cx="5799638" cy="1614426"/>
            <a:chOff x="0" y="0"/>
            <a:chExt cx="1527477" cy="425199"/>
          </a:xfrm>
        </p:grpSpPr>
        <p:sp>
          <p:nvSpPr>
            <p:cNvPr name="Freeform 48" id="48"/>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49" id="49"/>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10800000">
            <a:off x="11330665" y="5717969"/>
            <a:ext cx="1605216" cy="1059788"/>
            <a:chOff x="0" y="0"/>
            <a:chExt cx="823551" cy="543720"/>
          </a:xfrm>
        </p:grpSpPr>
        <p:sp>
          <p:nvSpPr>
            <p:cNvPr name="Freeform 51" id="51"/>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52" id="52"/>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53" id="53"/>
          <p:cNvSpPr txBox="true"/>
          <p:nvPr/>
        </p:nvSpPr>
        <p:spPr>
          <a:xfrm rot="0">
            <a:off x="11709337" y="5870045"/>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sp>
        <p:nvSpPr>
          <p:cNvPr name="TextBox 54" id="54"/>
          <p:cNvSpPr txBox="true"/>
          <p:nvPr/>
        </p:nvSpPr>
        <p:spPr>
          <a:xfrm rot="0">
            <a:off x="13155303"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5" id="55"/>
          <p:cNvSpPr txBox="true"/>
          <p:nvPr/>
        </p:nvSpPr>
        <p:spPr>
          <a:xfrm rot="0">
            <a:off x="13155303"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6" id="56"/>
          <p:cNvGrpSpPr/>
          <p:nvPr/>
        </p:nvGrpSpPr>
        <p:grpSpPr>
          <a:xfrm rot="0">
            <a:off x="1444409" y="7741329"/>
            <a:ext cx="5799638" cy="1614426"/>
            <a:chOff x="0" y="0"/>
            <a:chExt cx="1527477" cy="425199"/>
          </a:xfrm>
        </p:grpSpPr>
        <p:sp>
          <p:nvSpPr>
            <p:cNvPr name="Freeform 57" id="57"/>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58" id="58"/>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6346987" y="8018648"/>
            <a:ext cx="1605216" cy="1059788"/>
            <a:chOff x="0" y="0"/>
            <a:chExt cx="823551" cy="543720"/>
          </a:xfrm>
        </p:grpSpPr>
        <p:sp>
          <p:nvSpPr>
            <p:cNvPr name="Freeform 60" id="60"/>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61" id="61"/>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62" id="62"/>
          <p:cNvSpPr txBox="true"/>
          <p:nvPr/>
        </p:nvSpPr>
        <p:spPr>
          <a:xfrm rot="0">
            <a:off x="6630408" y="8170723"/>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2007582"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64" id="64"/>
          <p:cNvSpPr txBox="true"/>
          <p:nvPr/>
        </p:nvSpPr>
        <p:spPr>
          <a:xfrm rot="0">
            <a:off x="2007582"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5" id="65"/>
          <p:cNvGrpSpPr/>
          <p:nvPr/>
        </p:nvGrpSpPr>
        <p:grpSpPr>
          <a:xfrm rot="-10800000">
            <a:off x="11053477" y="7741329"/>
            <a:ext cx="5799638" cy="1614426"/>
            <a:chOff x="0" y="0"/>
            <a:chExt cx="1527477" cy="425199"/>
          </a:xfrm>
        </p:grpSpPr>
        <p:sp>
          <p:nvSpPr>
            <p:cNvPr name="Freeform 66" id="66"/>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67" id="67"/>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68" id="68"/>
          <p:cNvGrpSpPr/>
          <p:nvPr/>
        </p:nvGrpSpPr>
        <p:grpSpPr>
          <a:xfrm rot="-10800000">
            <a:off x="10345323" y="8018648"/>
            <a:ext cx="1605216" cy="1059788"/>
            <a:chOff x="0" y="0"/>
            <a:chExt cx="823551" cy="543720"/>
          </a:xfrm>
        </p:grpSpPr>
        <p:sp>
          <p:nvSpPr>
            <p:cNvPr name="Freeform 69" id="69"/>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0" id="70"/>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71" id="71"/>
          <p:cNvSpPr txBox="true"/>
          <p:nvPr/>
        </p:nvSpPr>
        <p:spPr>
          <a:xfrm rot="0">
            <a:off x="10723994" y="8170723"/>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08</a:t>
            </a:r>
          </a:p>
        </p:txBody>
      </p:sp>
      <p:sp>
        <p:nvSpPr>
          <p:cNvPr name="TextBox 72" id="72"/>
          <p:cNvSpPr txBox="true"/>
          <p:nvPr/>
        </p:nvSpPr>
        <p:spPr>
          <a:xfrm rot="0">
            <a:off x="12169960"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Amazing idea</a:t>
            </a:r>
          </a:p>
        </p:txBody>
      </p:sp>
      <p:sp>
        <p:nvSpPr>
          <p:cNvPr name="TextBox 73" id="73"/>
          <p:cNvSpPr txBox="true"/>
          <p:nvPr/>
        </p:nvSpPr>
        <p:spPr>
          <a:xfrm rot="0">
            <a:off x="12169960"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74" id="74"/>
          <p:cNvGrpSpPr/>
          <p:nvPr/>
        </p:nvGrpSpPr>
        <p:grpSpPr>
          <a:xfrm rot="0">
            <a:off x="7223427" y="3232127"/>
            <a:ext cx="3841146" cy="3841146"/>
            <a:chOff x="0" y="0"/>
            <a:chExt cx="812800" cy="812800"/>
          </a:xfrm>
        </p:grpSpPr>
        <p:sp>
          <p:nvSpPr>
            <p:cNvPr name="Freeform 75" id="7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76" id="7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77" id="77"/>
          <p:cNvGrpSpPr/>
          <p:nvPr/>
        </p:nvGrpSpPr>
        <p:grpSpPr>
          <a:xfrm rot="0">
            <a:off x="8234665" y="3213727"/>
            <a:ext cx="381000" cy="381000"/>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79" id="7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0" id="80"/>
          <p:cNvGrpSpPr/>
          <p:nvPr/>
        </p:nvGrpSpPr>
        <p:grpSpPr>
          <a:xfrm rot="0">
            <a:off x="9782665" y="3213727"/>
            <a:ext cx="381000" cy="381000"/>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8234665" y="6720848"/>
            <a:ext cx="381000" cy="381000"/>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6" id="86"/>
          <p:cNvGrpSpPr/>
          <p:nvPr/>
        </p:nvGrpSpPr>
        <p:grpSpPr>
          <a:xfrm rot="0">
            <a:off x="7244048" y="5855732"/>
            <a:ext cx="381000" cy="381000"/>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88" id="88"/>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9" id="89"/>
          <p:cNvGrpSpPr/>
          <p:nvPr/>
        </p:nvGrpSpPr>
        <p:grpSpPr>
          <a:xfrm rot="0">
            <a:off x="10610438" y="5855732"/>
            <a:ext cx="381000" cy="381000"/>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1" id="91"/>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2" id="92"/>
          <p:cNvGrpSpPr/>
          <p:nvPr/>
        </p:nvGrpSpPr>
        <p:grpSpPr>
          <a:xfrm rot="0">
            <a:off x="7223427" y="4181252"/>
            <a:ext cx="381000" cy="381000"/>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4" id="9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5" id="95"/>
          <p:cNvGrpSpPr/>
          <p:nvPr/>
        </p:nvGrpSpPr>
        <p:grpSpPr>
          <a:xfrm rot="0">
            <a:off x="10610438" y="4127541"/>
            <a:ext cx="381000" cy="381000"/>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97" id="9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8" id="98"/>
          <p:cNvGrpSpPr/>
          <p:nvPr/>
        </p:nvGrpSpPr>
        <p:grpSpPr>
          <a:xfrm rot="0">
            <a:off x="9709673" y="6720848"/>
            <a:ext cx="381000" cy="381000"/>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0" id="10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101" id="101"/>
          <p:cNvSpPr txBox="true"/>
          <p:nvPr/>
        </p:nvSpPr>
        <p:spPr>
          <a:xfrm rot="0">
            <a:off x="7680785" y="4370060"/>
            <a:ext cx="2929653" cy="1530478"/>
          </a:xfrm>
          <a:prstGeom prst="rect">
            <a:avLst/>
          </a:prstGeom>
        </p:spPr>
        <p:txBody>
          <a:bodyPr anchor="t" rtlCol="false" tIns="0" lIns="0" bIns="0" rIns="0">
            <a:spAutoFit/>
          </a:bodyPr>
          <a:lstStyle/>
          <a:p>
            <a:pPr algn="ctr" marL="0" indent="0" lvl="0">
              <a:lnSpc>
                <a:spcPts val="5908"/>
              </a:lnSpc>
            </a:pPr>
            <a:r>
              <a:rPr lang="en-US" b="true" sz="5574">
                <a:solidFill>
                  <a:srgbClr val="1C1C1A"/>
                </a:solidFill>
                <a:latin typeface="Montserrat Ultra-Bold"/>
                <a:ea typeface="Montserrat Ultra-Bold"/>
                <a:cs typeface="Montserrat Ultra-Bold"/>
                <a:sym typeface="Montserrat Ultra-Bold"/>
              </a:rPr>
              <a:t>Mind map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AutoShape 13" id="1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AutoShape 18" id="1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AutoShape 23" id="23"/>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AutoShape 28" id="28"/>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AutoShape 60" id="60"/>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AutoShape 111" id="111"/>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5400000">
            <a:off x="3428150" y="4556295"/>
            <a:ext cx="1498088" cy="446650"/>
            <a:chOff x="0" y="0"/>
            <a:chExt cx="361780" cy="107864"/>
          </a:xfrm>
        </p:grpSpPr>
        <p:sp>
          <p:nvSpPr>
            <p:cNvPr name="Freeform 3" id="3"/>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9366E4"/>
            </a:solidFill>
          </p:spPr>
        </p:sp>
        <p:sp>
          <p:nvSpPr>
            <p:cNvPr name="TextBox 4" id="4"/>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5" id="5"/>
          <p:cNvGrpSpPr/>
          <p:nvPr/>
        </p:nvGrpSpPr>
        <p:grpSpPr>
          <a:xfrm rot="0">
            <a:off x="1338591" y="2686877"/>
            <a:ext cx="2609972" cy="3677117"/>
            <a:chOff x="0" y="0"/>
            <a:chExt cx="736265" cy="1037303"/>
          </a:xfrm>
        </p:grpSpPr>
        <p:sp>
          <p:nvSpPr>
            <p:cNvPr name="Freeform 6" id="6"/>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EAE0FF"/>
            </a:solidFill>
          </p:spPr>
        </p:sp>
        <p:sp>
          <p:nvSpPr>
            <p:cNvPr name="TextBox 7" id="7"/>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1960231" y="1970789"/>
            <a:ext cx="1366693" cy="13666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1600856" y="4163930"/>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12" id="12"/>
          <p:cNvSpPr txBox="true"/>
          <p:nvPr/>
        </p:nvSpPr>
        <p:spPr>
          <a:xfrm rot="0">
            <a:off x="1216194"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13" id="13"/>
          <p:cNvSpPr txBox="true"/>
          <p:nvPr/>
        </p:nvSpPr>
        <p:spPr>
          <a:xfrm rot="0">
            <a:off x="1242079"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14" id="14"/>
          <p:cNvGrpSpPr/>
          <p:nvPr/>
        </p:nvGrpSpPr>
        <p:grpSpPr>
          <a:xfrm rot="5400000">
            <a:off x="6677774" y="4556295"/>
            <a:ext cx="1498088" cy="446650"/>
            <a:chOff x="0" y="0"/>
            <a:chExt cx="361780" cy="107864"/>
          </a:xfrm>
        </p:grpSpPr>
        <p:sp>
          <p:nvSpPr>
            <p:cNvPr name="Freeform 15" id="15"/>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E46671"/>
            </a:solidFill>
          </p:spPr>
        </p:sp>
        <p:sp>
          <p:nvSpPr>
            <p:cNvPr name="TextBox 16" id="16"/>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0">
            <a:off x="4608453" y="2686877"/>
            <a:ext cx="2609972" cy="3677117"/>
            <a:chOff x="0" y="0"/>
            <a:chExt cx="736265" cy="1037303"/>
          </a:xfrm>
        </p:grpSpPr>
        <p:sp>
          <p:nvSpPr>
            <p:cNvPr name="Freeform 18" id="18"/>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FFBEC4"/>
            </a:solidFill>
          </p:spPr>
        </p:sp>
        <p:sp>
          <p:nvSpPr>
            <p:cNvPr name="TextBox 19" id="19"/>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20" id="20"/>
          <p:cNvGrpSpPr/>
          <p:nvPr/>
        </p:nvGrpSpPr>
        <p:grpSpPr>
          <a:xfrm rot="0">
            <a:off x="5230093" y="1970789"/>
            <a:ext cx="1366693" cy="136669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22" id="22"/>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3" id="23"/>
          <p:cNvSpPr txBox="true"/>
          <p:nvPr/>
        </p:nvSpPr>
        <p:spPr>
          <a:xfrm rot="0">
            <a:off x="4870718"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24" id="24"/>
          <p:cNvSpPr txBox="true"/>
          <p:nvPr/>
        </p:nvSpPr>
        <p:spPr>
          <a:xfrm rot="0">
            <a:off x="4486056"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25" id="25"/>
          <p:cNvSpPr txBox="true"/>
          <p:nvPr/>
        </p:nvSpPr>
        <p:spPr>
          <a:xfrm rot="0">
            <a:off x="4511941"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26" id="26"/>
          <p:cNvGrpSpPr/>
          <p:nvPr/>
        </p:nvGrpSpPr>
        <p:grpSpPr>
          <a:xfrm rot="5400000">
            <a:off x="9922824" y="4556295"/>
            <a:ext cx="1498088" cy="446650"/>
            <a:chOff x="0" y="0"/>
            <a:chExt cx="361780" cy="107864"/>
          </a:xfrm>
        </p:grpSpPr>
        <p:sp>
          <p:nvSpPr>
            <p:cNvPr name="Freeform 27" id="27"/>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DDA707"/>
            </a:solidFill>
          </p:spPr>
        </p:sp>
        <p:sp>
          <p:nvSpPr>
            <p:cNvPr name="TextBox 28" id="28"/>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29" id="29"/>
          <p:cNvGrpSpPr/>
          <p:nvPr/>
        </p:nvGrpSpPr>
        <p:grpSpPr>
          <a:xfrm rot="0">
            <a:off x="7858077" y="2686877"/>
            <a:ext cx="2609972" cy="3677117"/>
            <a:chOff x="0" y="0"/>
            <a:chExt cx="736265" cy="1037303"/>
          </a:xfrm>
        </p:grpSpPr>
        <p:sp>
          <p:nvSpPr>
            <p:cNvPr name="Freeform 30" id="30"/>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FFE8A3"/>
            </a:solidFill>
          </p:spPr>
        </p:sp>
        <p:sp>
          <p:nvSpPr>
            <p:cNvPr name="TextBox 31" id="31"/>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32" id="32"/>
          <p:cNvGrpSpPr/>
          <p:nvPr/>
        </p:nvGrpSpPr>
        <p:grpSpPr>
          <a:xfrm rot="0">
            <a:off x="8479717" y="1970789"/>
            <a:ext cx="1366693" cy="1366693"/>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34" id="3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5" id="35"/>
          <p:cNvSpPr txBox="true"/>
          <p:nvPr/>
        </p:nvSpPr>
        <p:spPr>
          <a:xfrm rot="0">
            <a:off x="8120342"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36" id="36"/>
          <p:cNvSpPr txBox="true"/>
          <p:nvPr/>
        </p:nvSpPr>
        <p:spPr>
          <a:xfrm rot="0">
            <a:off x="7735680"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37" id="37"/>
          <p:cNvSpPr txBox="true"/>
          <p:nvPr/>
        </p:nvSpPr>
        <p:spPr>
          <a:xfrm rot="0">
            <a:off x="7761565"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38" id="38"/>
          <p:cNvGrpSpPr/>
          <p:nvPr/>
        </p:nvGrpSpPr>
        <p:grpSpPr>
          <a:xfrm rot="5400000">
            <a:off x="13163240" y="4556295"/>
            <a:ext cx="1498088" cy="446650"/>
            <a:chOff x="0" y="0"/>
            <a:chExt cx="361780" cy="107864"/>
          </a:xfrm>
        </p:grpSpPr>
        <p:sp>
          <p:nvSpPr>
            <p:cNvPr name="Freeform 39" id="39"/>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38AEB6"/>
            </a:solidFill>
          </p:spPr>
        </p:sp>
        <p:sp>
          <p:nvSpPr>
            <p:cNvPr name="TextBox 40" id="40"/>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41" id="41"/>
          <p:cNvGrpSpPr/>
          <p:nvPr/>
        </p:nvGrpSpPr>
        <p:grpSpPr>
          <a:xfrm rot="0">
            <a:off x="11103127" y="2686877"/>
            <a:ext cx="2609972" cy="3677117"/>
            <a:chOff x="0" y="0"/>
            <a:chExt cx="736265" cy="1037303"/>
          </a:xfrm>
        </p:grpSpPr>
        <p:sp>
          <p:nvSpPr>
            <p:cNvPr name="Freeform 42" id="42"/>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B5EBEF"/>
            </a:solidFill>
            <a:ln cap="rnd">
              <a:noFill/>
              <a:prstDash val="solid"/>
              <a:round/>
            </a:ln>
          </p:spPr>
        </p:sp>
        <p:sp>
          <p:nvSpPr>
            <p:cNvPr name="TextBox 43" id="43"/>
            <p:cNvSpPr txBox="true"/>
            <p:nvPr/>
          </p:nvSpPr>
          <p:spPr>
            <a:xfrm>
              <a:off x="0" y="-38100"/>
              <a:ext cx="736265" cy="1075403"/>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4" id="44"/>
          <p:cNvGrpSpPr/>
          <p:nvPr/>
        </p:nvGrpSpPr>
        <p:grpSpPr>
          <a:xfrm rot="0">
            <a:off x="11724767" y="1970789"/>
            <a:ext cx="1366693" cy="136669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6" id="4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47" id="47"/>
          <p:cNvSpPr txBox="true"/>
          <p:nvPr/>
        </p:nvSpPr>
        <p:spPr>
          <a:xfrm rot="0">
            <a:off x="11365391"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10980730"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49" id="49"/>
          <p:cNvSpPr txBox="true"/>
          <p:nvPr/>
        </p:nvSpPr>
        <p:spPr>
          <a:xfrm rot="0">
            <a:off x="11006615"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50" id="50"/>
          <p:cNvGrpSpPr/>
          <p:nvPr/>
        </p:nvGrpSpPr>
        <p:grpSpPr>
          <a:xfrm rot="0">
            <a:off x="14367683" y="2686877"/>
            <a:ext cx="2609972" cy="3677117"/>
            <a:chOff x="0" y="0"/>
            <a:chExt cx="736265" cy="1037303"/>
          </a:xfrm>
        </p:grpSpPr>
        <p:sp>
          <p:nvSpPr>
            <p:cNvPr name="Freeform 51" id="51"/>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EAE0FF"/>
            </a:solidFill>
          </p:spPr>
        </p:sp>
        <p:sp>
          <p:nvSpPr>
            <p:cNvPr name="TextBox 52" id="52"/>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53" id="53"/>
          <p:cNvGrpSpPr/>
          <p:nvPr/>
        </p:nvGrpSpPr>
        <p:grpSpPr>
          <a:xfrm rot="0">
            <a:off x="14989322" y="1970789"/>
            <a:ext cx="1366693" cy="1366693"/>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5" id="5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6" id="56"/>
          <p:cNvSpPr txBox="true"/>
          <p:nvPr/>
        </p:nvSpPr>
        <p:spPr>
          <a:xfrm rot="0">
            <a:off x="14629947" y="4163926"/>
            <a:ext cx="2085443" cy="1726565"/>
          </a:xfrm>
          <a:prstGeom prst="rect">
            <a:avLst/>
          </a:prstGeom>
        </p:spPr>
        <p:txBody>
          <a:bodyPr anchor="t" rtlCol="false" tIns="0" lIns="0" bIns="0" rIns="0">
            <a:spAutoFit/>
          </a:bodyPr>
          <a:lstStyle/>
          <a:p>
            <a:pPr algn="ctr"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7" id="57"/>
          <p:cNvSpPr txBox="true"/>
          <p:nvPr/>
        </p:nvSpPr>
        <p:spPr>
          <a:xfrm rot="0">
            <a:off x="14245286" y="7684838"/>
            <a:ext cx="2854766" cy="228600"/>
          </a:xfrm>
          <a:prstGeom prst="rect">
            <a:avLst/>
          </a:prstGeom>
        </p:spPr>
        <p:txBody>
          <a:bodyPr anchor="t" rtlCol="false" tIns="0" lIns="0" bIns="0" rIns="0">
            <a:spAutoFit/>
          </a:bodyPr>
          <a:lstStyle/>
          <a:p>
            <a:pPr algn="ctr" marL="0" indent="0" lvl="0">
              <a:lnSpc>
                <a:spcPts val="1725"/>
              </a:lnSpc>
              <a:spcBef>
                <a:spcPct val="0"/>
              </a:spcBef>
            </a:pPr>
            <a:r>
              <a:rPr lang="en-US" b="true" sz="1500">
                <a:solidFill>
                  <a:srgbClr val="FFFFFF"/>
                </a:solidFill>
                <a:latin typeface="Montserrat Bold"/>
                <a:ea typeface="Montserrat Bold"/>
                <a:cs typeface="Montserrat Bold"/>
                <a:sym typeface="Montserrat Bold"/>
              </a:rPr>
              <a:t>Responsible</a:t>
            </a:r>
          </a:p>
        </p:txBody>
      </p:sp>
      <p:sp>
        <p:nvSpPr>
          <p:cNvPr name="TextBox 58" id="58"/>
          <p:cNvSpPr txBox="true"/>
          <p:nvPr/>
        </p:nvSpPr>
        <p:spPr>
          <a:xfrm rot="0">
            <a:off x="14271171"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sp>
        <p:nvSpPr>
          <p:cNvPr name="TextBox 59" id="59"/>
          <p:cNvSpPr txBox="true"/>
          <p:nvPr/>
        </p:nvSpPr>
        <p:spPr>
          <a:xfrm rot="0">
            <a:off x="2181540"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60" id="60"/>
          <p:cNvSpPr txBox="true"/>
          <p:nvPr/>
        </p:nvSpPr>
        <p:spPr>
          <a:xfrm rot="0">
            <a:off x="5451403"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1" id="61"/>
          <p:cNvSpPr txBox="true"/>
          <p:nvPr/>
        </p:nvSpPr>
        <p:spPr>
          <a:xfrm rot="0">
            <a:off x="8701026"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62" id="62"/>
          <p:cNvSpPr txBox="true"/>
          <p:nvPr/>
        </p:nvSpPr>
        <p:spPr>
          <a:xfrm rot="0">
            <a:off x="11946076"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15210632"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AutoShape 64" id="64"/>
          <p:cNvSpPr/>
          <p:nvPr/>
        </p:nvSpPr>
        <p:spPr>
          <a:xfrm flipV="true">
            <a:off x="2643577" y="6463433"/>
            <a:ext cx="0" cy="1108198"/>
          </a:xfrm>
          <a:prstGeom prst="line">
            <a:avLst/>
          </a:prstGeom>
          <a:ln cap="flat" w="47625">
            <a:solidFill>
              <a:srgbClr val="8D9193"/>
            </a:solidFill>
            <a:prstDash val="sysDot"/>
            <a:headEnd type="none" len="sm" w="sm"/>
            <a:tailEnd type="triangle" len="med" w="lg"/>
          </a:ln>
        </p:spPr>
      </p:sp>
      <p:sp>
        <p:nvSpPr>
          <p:cNvPr name="AutoShape 65" id="65"/>
          <p:cNvSpPr/>
          <p:nvPr/>
        </p:nvSpPr>
        <p:spPr>
          <a:xfrm flipV="true">
            <a:off x="5913439" y="6463433"/>
            <a:ext cx="0" cy="1108198"/>
          </a:xfrm>
          <a:prstGeom prst="line">
            <a:avLst/>
          </a:prstGeom>
          <a:ln cap="flat" w="47625">
            <a:solidFill>
              <a:srgbClr val="8D9193"/>
            </a:solidFill>
            <a:prstDash val="sysDot"/>
            <a:headEnd type="none" len="sm" w="sm"/>
            <a:tailEnd type="triangle" len="med" w="lg"/>
          </a:ln>
        </p:spPr>
      </p:sp>
      <p:sp>
        <p:nvSpPr>
          <p:cNvPr name="AutoShape 66" id="66"/>
          <p:cNvSpPr/>
          <p:nvPr/>
        </p:nvSpPr>
        <p:spPr>
          <a:xfrm flipV="true">
            <a:off x="9163063" y="6463433"/>
            <a:ext cx="0" cy="1108198"/>
          </a:xfrm>
          <a:prstGeom prst="line">
            <a:avLst/>
          </a:prstGeom>
          <a:ln cap="flat" w="47625">
            <a:solidFill>
              <a:srgbClr val="8D9193"/>
            </a:solidFill>
            <a:prstDash val="sysDot"/>
            <a:headEnd type="none" len="sm" w="sm"/>
            <a:tailEnd type="triangle" len="med" w="lg"/>
          </a:ln>
        </p:spPr>
      </p:sp>
      <p:sp>
        <p:nvSpPr>
          <p:cNvPr name="AutoShape 67" id="67"/>
          <p:cNvSpPr/>
          <p:nvPr/>
        </p:nvSpPr>
        <p:spPr>
          <a:xfrm flipV="true">
            <a:off x="12408113" y="6463433"/>
            <a:ext cx="0" cy="1108198"/>
          </a:xfrm>
          <a:prstGeom prst="line">
            <a:avLst/>
          </a:prstGeom>
          <a:ln cap="flat" w="47625">
            <a:solidFill>
              <a:srgbClr val="8D9193"/>
            </a:solidFill>
            <a:prstDash val="sysDot"/>
            <a:headEnd type="none" len="sm" w="sm"/>
            <a:tailEnd type="triangle" len="med" w="lg"/>
          </a:ln>
        </p:spPr>
      </p:sp>
      <p:sp>
        <p:nvSpPr>
          <p:cNvPr name="AutoShape 68" id="68"/>
          <p:cNvSpPr/>
          <p:nvPr/>
        </p:nvSpPr>
        <p:spPr>
          <a:xfrm flipV="true">
            <a:off x="15672669" y="6463433"/>
            <a:ext cx="0" cy="1108198"/>
          </a:xfrm>
          <a:prstGeom prst="line">
            <a:avLst/>
          </a:prstGeom>
          <a:ln cap="flat" w="47625">
            <a:solidFill>
              <a:srgbClr val="8D9193"/>
            </a:solidFill>
            <a:prstDash val="sysDot"/>
            <a:headEnd type="none" len="sm" w="sm"/>
            <a:tailEnd type="triangle" len="med" w="lg"/>
          </a:ln>
        </p:spPr>
      </p:sp>
      <p:grpSp>
        <p:nvGrpSpPr>
          <p:cNvPr name="Group 69" id="69"/>
          <p:cNvGrpSpPr/>
          <p:nvPr/>
        </p:nvGrpSpPr>
        <p:grpSpPr>
          <a:xfrm rot="0">
            <a:off x="2409232" y="6282704"/>
            <a:ext cx="468690" cy="361458"/>
            <a:chOff x="0" y="0"/>
            <a:chExt cx="922188" cy="711200"/>
          </a:xfrm>
        </p:grpSpPr>
        <p:sp>
          <p:nvSpPr>
            <p:cNvPr name="Freeform 70" id="7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71" id="7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2" id="72"/>
          <p:cNvGrpSpPr/>
          <p:nvPr/>
        </p:nvGrpSpPr>
        <p:grpSpPr>
          <a:xfrm rot="0">
            <a:off x="5679094" y="6282704"/>
            <a:ext cx="468690" cy="361458"/>
            <a:chOff x="0" y="0"/>
            <a:chExt cx="922188" cy="711200"/>
          </a:xfrm>
        </p:grpSpPr>
        <p:sp>
          <p:nvSpPr>
            <p:cNvPr name="Freeform 73" id="7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74" id="7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5" id="75"/>
          <p:cNvGrpSpPr/>
          <p:nvPr/>
        </p:nvGrpSpPr>
        <p:grpSpPr>
          <a:xfrm rot="0">
            <a:off x="8928718" y="6282704"/>
            <a:ext cx="468690" cy="361458"/>
            <a:chOff x="0" y="0"/>
            <a:chExt cx="922188" cy="711200"/>
          </a:xfrm>
        </p:grpSpPr>
        <p:sp>
          <p:nvSpPr>
            <p:cNvPr name="Freeform 76" id="76"/>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77" id="77"/>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8" id="78"/>
          <p:cNvGrpSpPr/>
          <p:nvPr/>
        </p:nvGrpSpPr>
        <p:grpSpPr>
          <a:xfrm rot="0">
            <a:off x="12173768" y="6282704"/>
            <a:ext cx="468690" cy="361458"/>
            <a:chOff x="0" y="0"/>
            <a:chExt cx="922188" cy="711200"/>
          </a:xfrm>
        </p:grpSpPr>
        <p:sp>
          <p:nvSpPr>
            <p:cNvPr name="Freeform 79" id="79"/>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80" id="80"/>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81" id="81"/>
          <p:cNvGrpSpPr/>
          <p:nvPr/>
        </p:nvGrpSpPr>
        <p:grpSpPr>
          <a:xfrm rot="0">
            <a:off x="15438324" y="6282704"/>
            <a:ext cx="468690" cy="361458"/>
            <a:chOff x="0" y="0"/>
            <a:chExt cx="922188" cy="711200"/>
          </a:xfrm>
        </p:grpSpPr>
        <p:sp>
          <p:nvSpPr>
            <p:cNvPr name="Freeform 82" id="8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83" id="8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4" id="8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
        <p:nvSpPr>
          <p:cNvPr name="TextBox 85" id="85"/>
          <p:cNvSpPr txBox="true"/>
          <p:nvPr/>
        </p:nvSpPr>
        <p:spPr>
          <a:xfrm rot="0">
            <a:off x="1642995"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86" id="86"/>
          <p:cNvSpPr txBox="true"/>
          <p:nvPr/>
        </p:nvSpPr>
        <p:spPr>
          <a:xfrm rot="0">
            <a:off x="4912857"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87" id="87"/>
          <p:cNvSpPr txBox="true"/>
          <p:nvPr/>
        </p:nvSpPr>
        <p:spPr>
          <a:xfrm rot="0">
            <a:off x="8162481"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88" id="88"/>
          <p:cNvSpPr txBox="true"/>
          <p:nvPr/>
        </p:nvSpPr>
        <p:spPr>
          <a:xfrm rot="0">
            <a:off x="11407530"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672086"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9" id="49"/>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Six ideas</a:t>
            </a:r>
          </a:p>
        </p:txBody>
      </p:sp>
      <p:sp>
        <p:nvSpPr>
          <p:cNvPr name="TextBox 50" id="50"/>
          <p:cNvSpPr txBox="true"/>
          <p:nvPr/>
        </p:nvSpPr>
        <p:spPr>
          <a:xfrm rot="0">
            <a:off x="3227338"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51" id="51"/>
          <p:cNvSpPr txBox="true"/>
          <p:nvPr/>
        </p:nvSpPr>
        <p:spPr>
          <a:xfrm rot="0">
            <a:off x="11376167"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Motivating idea</a:t>
            </a:r>
          </a:p>
        </p:txBody>
      </p:sp>
      <p:sp>
        <p:nvSpPr>
          <p:cNvPr name="TextBox 52" id="52"/>
          <p:cNvSpPr txBox="true"/>
          <p:nvPr/>
        </p:nvSpPr>
        <p:spPr>
          <a:xfrm rot="0">
            <a:off x="3227338"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53" id="53"/>
          <p:cNvSpPr txBox="true"/>
          <p:nvPr/>
        </p:nvSpPr>
        <p:spPr>
          <a:xfrm rot="0">
            <a:off x="11376167"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4" id="54"/>
          <p:cNvSpPr txBox="true"/>
          <p:nvPr/>
        </p:nvSpPr>
        <p:spPr>
          <a:xfrm rot="0">
            <a:off x="3227338"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57" id="57"/>
          <p:cNvSpPr txBox="true"/>
          <p:nvPr/>
        </p:nvSpPr>
        <p:spPr>
          <a:xfrm rot="0">
            <a:off x="11376167"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2434784" y="3077290"/>
            <a:ext cx="13336404" cy="47625"/>
          </a:xfrm>
          <a:prstGeom prst="line">
            <a:avLst/>
          </a:prstGeom>
          <a:ln cap="flat" w="47625">
            <a:solidFill>
              <a:srgbClr val="8D9193"/>
            </a:solidFill>
            <a:prstDash val="sysDot"/>
            <a:headEnd type="none" len="sm" w="sm"/>
            <a:tailEnd type="none" len="sm" w="sm"/>
          </a:ln>
        </p:spPr>
      </p:sp>
      <p:grpSp>
        <p:nvGrpSpPr>
          <p:cNvPr name="Group 3" id="3"/>
          <p:cNvGrpSpPr/>
          <p:nvPr/>
        </p:nvGrpSpPr>
        <p:grpSpPr>
          <a:xfrm rot="0">
            <a:off x="6781137" y="1917174"/>
            <a:ext cx="4725725" cy="1698418"/>
            <a:chOff x="0" y="0"/>
            <a:chExt cx="1491632" cy="536090"/>
          </a:xfrm>
        </p:grpSpPr>
        <p:sp>
          <p:nvSpPr>
            <p:cNvPr name="Freeform 4" id="4"/>
            <p:cNvSpPr/>
            <p:nvPr/>
          </p:nvSpPr>
          <p:spPr>
            <a:xfrm flipH="false" flipV="false" rot="0">
              <a:off x="0" y="0"/>
              <a:ext cx="1491632" cy="536090"/>
            </a:xfrm>
            <a:custGeom>
              <a:avLst/>
              <a:gdLst/>
              <a:ahLst/>
              <a:cxnLst/>
              <a:rect r="r" b="b" t="t" l="l"/>
              <a:pathLst>
                <a:path h="536090" w="1491632">
                  <a:moveTo>
                    <a:pt x="49148" y="0"/>
                  </a:moveTo>
                  <a:lnTo>
                    <a:pt x="1442485" y="0"/>
                  </a:lnTo>
                  <a:cubicBezTo>
                    <a:pt x="1455519" y="0"/>
                    <a:pt x="1468020" y="5178"/>
                    <a:pt x="1477237" y="14395"/>
                  </a:cubicBezTo>
                  <a:cubicBezTo>
                    <a:pt x="1486454" y="23612"/>
                    <a:pt x="1491632" y="36113"/>
                    <a:pt x="1491632" y="49148"/>
                  </a:cubicBezTo>
                  <a:lnTo>
                    <a:pt x="1491632" y="486943"/>
                  </a:lnTo>
                  <a:cubicBezTo>
                    <a:pt x="1491632" y="514086"/>
                    <a:pt x="1469628" y="536090"/>
                    <a:pt x="1442485" y="536090"/>
                  </a:cubicBezTo>
                  <a:lnTo>
                    <a:pt x="49148" y="536090"/>
                  </a:lnTo>
                  <a:cubicBezTo>
                    <a:pt x="36113" y="536090"/>
                    <a:pt x="23612" y="530912"/>
                    <a:pt x="14395" y="521695"/>
                  </a:cubicBezTo>
                  <a:cubicBezTo>
                    <a:pt x="5178" y="512478"/>
                    <a:pt x="0" y="499977"/>
                    <a:pt x="0" y="486943"/>
                  </a:cubicBezTo>
                  <a:lnTo>
                    <a:pt x="0" y="49148"/>
                  </a:lnTo>
                  <a:cubicBezTo>
                    <a:pt x="0" y="36113"/>
                    <a:pt x="5178" y="23612"/>
                    <a:pt x="14395" y="14395"/>
                  </a:cubicBezTo>
                  <a:cubicBezTo>
                    <a:pt x="23612" y="5178"/>
                    <a:pt x="36113" y="0"/>
                    <a:pt x="49148" y="0"/>
                  </a:cubicBezTo>
                  <a:close/>
                </a:path>
              </a:pathLst>
            </a:custGeom>
            <a:solidFill>
              <a:srgbClr val="E1E7F0"/>
            </a:solidFill>
          </p:spPr>
        </p:sp>
        <p:sp>
          <p:nvSpPr>
            <p:cNvPr name="TextBox 5" id="5"/>
            <p:cNvSpPr txBox="true"/>
            <p:nvPr/>
          </p:nvSpPr>
          <p:spPr>
            <a:xfrm>
              <a:off x="0" y="-38100"/>
              <a:ext cx="1491632" cy="57419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7190909" y="2260261"/>
            <a:ext cx="3906182" cy="983615"/>
          </a:xfrm>
          <a:prstGeom prst="rect">
            <a:avLst/>
          </a:prstGeom>
        </p:spPr>
        <p:txBody>
          <a:bodyPr anchor="t" rtlCol="false" tIns="0" lIns="0" bIns="0" rIns="0">
            <a:spAutoFit/>
          </a:bodyPr>
          <a:lstStyle/>
          <a:p>
            <a:pPr algn="ctr"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7" id="7"/>
          <p:cNvSpPr txBox="true"/>
          <p:nvPr/>
        </p:nvSpPr>
        <p:spPr>
          <a:xfrm rot="0">
            <a:off x="954652"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sp>
        <p:nvSpPr>
          <p:cNvPr name="AutoShape 8" id="8"/>
          <p:cNvSpPr/>
          <p:nvPr/>
        </p:nvSpPr>
        <p:spPr>
          <a:xfrm flipV="true">
            <a:off x="2383402" y="3077290"/>
            <a:ext cx="0" cy="1296981"/>
          </a:xfrm>
          <a:prstGeom prst="line">
            <a:avLst/>
          </a:prstGeom>
          <a:ln cap="flat" w="47625">
            <a:solidFill>
              <a:srgbClr val="8D9193"/>
            </a:solidFill>
            <a:prstDash val="sysDot"/>
            <a:headEnd type="none" len="sm" w="sm"/>
            <a:tailEnd type="none" len="sm" w="sm"/>
          </a:ln>
        </p:spPr>
      </p:sp>
      <p:grpSp>
        <p:nvGrpSpPr>
          <p:cNvPr name="Group 9" id="9"/>
          <p:cNvGrpSpPr/>
          <p:nvPr/>
        </p:nvGrpSpPr>
        <p:grpSpPr>
          <a:xfrm rot="0">
            <a:off x="924834" y="5281835"/>
            <a:ext cx="2917136" cy="1279111"/>
            <a:chOff x="0" y="0"/>
            <a:chExt cx="920767" cy="403740"/>
          </a:xfrm>
        </p:grpSpPr>
        <p:sp>
          <p:nvSpPr>
            <p:cNvPr name="Freeform 10" id="10"/>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EAE0FF"/>
            </a:solidFill>
          </p:spPr>
        </p:sp>
        <p:sp>
          <p:nvSpPr>
            <p:cNvPr name="TextBox 11" id="11"/>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907152" y="4805585"/>
            <a:ext cx="952500" cy="9525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4" id="1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5" id="15"/>
          <p:cNvGrpSpPr/>
          <p:nvPr/>
        </p:nvGrpSpPr>
        <p:grpSpPr>
          <a:xfrm rot="-10800000">
            <a:off x="2149057" y="4244102"/>
            <a:ext cx="468690" cy="361458"/>
            <a:chOff x="0" y="0"/>
            <a:chExt cx="922188" cy="711200"/>
          </a:xfrm>
        </p:grpSpPr>
        <p:sp>
          <p:nvSpPr>
            <p:cNvPr name="Freeform 16" id="16"/>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7" id="17"/>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8" id="18"/>
          <p:cNvSpPr txBox="true"/>
          <p:nvPr/>
        </p:nvSpPr>
        <p:spPr>
          <a:xfrm rot="0">
            <a:off x="4335465"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sp>
        <p:nvSpPr>
          <p:cNvPr name="AutoShape 19" id="19"/>
          <p:cNvSpPr/>
          <p:nvPr/>
        </p:nvSpPr>
        <p:spPr>
          <a:xfrm flipV="true">
            <a:off x="5764215" y="3148727"/>
            <a:ext cx="0" cy="1225543"/>
          </a:xfrm>
          <a:prstGeom prst="line">
            <a:avLst/>
          </a:prstGeom>
          <a:ln cap="flat" w="47625">
            <a:solidFill>
              <a:srgbClr val="8D9193"/>
            </a:solidFill>
            <a:prstDash val="sysDot"/>
            <a:headEnd type="none" len="sm" w="sm"/>
            <a:tailEnd type="none" len="sm" w="sm"/>
          </a:ln>
        </p:spPr>
      </p:sp>
      <p:grpSp>
        <p:nvGrpSpPr>
          <p:cNvPr name="Group 20" id="20"/>
          <p:cNvGrpSpPr/>
          <p:nvPr/>
        </p:nvGrpSpPr>
        <p:grpSpPr>
          <a:xfrm rot="0">
            <a:off x="4305647" y="5283377"/>
            <a:ext cx="2917136" cy="1279111"/>
            <a:chOff x="0" y="0"/>
            <a:chExt cx="920767" cy="403740"/>
          </a:xfrm>
        </p:grpSpPr>
        <p:sp>
          <p:nvSpPr>
            <p:cNvPr name="Freeform 21" id="21"/>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FFBEC4"/>
            </a:solidFill>
          </p:spPr>
        </p:sp>
        <p:sp>
          <p:nvSpPr>
            <p:cNvPr name="TextBox 22" id="22"/>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5287965" y="4805585"/>
            <a:ext cx="952500" cy="95250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25" id="2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26" id="26"/>
          <p:cNvGrpSpPr/>
          <p:nvPr/>
        </p:nvGrpSpPr>
        <p:grpSpPr>
          <a:xfrm rot="-10800000">
            <a:off x="5529870" y="4244102"/>
            <a:ext cx="468690" cy="361458"/>
            <a:chOff x="0" y="0"/>
            <a:chExt cx="922188" cy="711200"/>
          </a:xfrm>
        </p:grpSpPr>
        <p:sp>
          <p:nvSpPr>
            <p:cNvPr name="Freeform 27" id="27"/>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AutoShape 29" id="29"/>
          <p:cNvSpPr/>
          <p:nvPr/>
        </p:nvSpPr>
        <p:spPr>
          <a:xfrm flipH="true" flipV="true">
            <a:off x="9144000" y="3615592"/>
            <a:ext cx="1028" cy="758679"/>
          </a:xfrm>
          <a:prstGeom prst="line">
            <a:avLst/>
          </a:prstGeom>
          <a:ln cap="flat" w="47625">
            <a:solidFill>
              <a:srgbClr val="8D9193"/>
            </a:solidFill>
            <a:prstDash val="sysDot"/>
            <a:headEnd type="none" len="sm" w="sm"/>
            <a:tailEnd type="none" len="sm" w="sm"/>
          </a:ln>
        </p:spPr>
      </p:sp>
      <p:grpSp>
        <p:nvGrpSpPr>
          <p:cNvPr name="Group 30" id="30"/>
          <p:cNvGrpSpPr/>
          <p:nvPr/>
        </p:nvGrpSpPr>
        <p:grpSpPr>
          <a:xfrm rot="0">
            <a:off x="7686460" y="5284920"/>
            <a:ext cx="2917136" cy="1279111"/>
            <a:chOff x="0" y="0"/>
            <a:chExt cx="920767" cy="403740"/>
          </a:xfrm>
        </p:grpSpPr>
        <p:sp>
          <p:nvSpPr>
            <p:cNvPr name="Freeform 31" id="31"/>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B5EBEF"/>
            </a:solidFill>
          </p:spPr>
        </p:sp>
        <p:sp>
          <p:nvSpPr>
            <p:cNvPr name="TextBox 32" id="32"/>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33" id="33"/>
          <p:cNvGrpSpPr/>
          <p:nvPr/>
        </p:nvGrpSpPr>
        <p:grpSpPr>
          <a:xfrm rot="0">
            <a:off x="8668778" y="4805585"/>
            <a:ext cx="952500" cy="95250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35" id="3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6" id="36"/>
          <p:cNvSpPr txBox="true"/>
          <p:nvPr/>
        </p:nvSpPr>
        <p:spPr>
          <a:xfrm rot="0">
            <a:off x="7716278"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grpSp>
        <p:nvGrpSpPr>
          <p:cNvPr name="Group 37" id="37"/>
          <p:cNvGrpSpPr/>
          <p:nvPr/>
        </p:nvGrpSpPr>
        <p:grpSpPr>
          <a:xfrm rot="-10800000">
            <a:off x="8910683" y="4244102"/>
            <a:ext cx="468690" cy="361458"/>
            <a:chOff x="0" y="0"/>
            <a:chExt cx="922188" cy="711200"/>
          </a:xfrm>
        </p:grpSpPr>
        <p:sp>
          <p:nvSpPr>
            <p:cNvPr name="Freeform 38" id="38"/>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39" id="3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AutoShape 40" id="40"/>
          <p:cNvSpPr/>
          <p:nvPr/>
        </p:nvSpPr>
        <p:spPr>
          <a:xfrm flipV="true">
            <a:off x="12525841" y="3148727"/>
            <a:ext cx="0" cy="1225543"/>
          </a:xfrm>
          <a:prstGeom prst="line">
            <a:avLst/>
          </a:prstGeom>
          <a:ln cap="flat" w="47625">
            <a:solidFill>
              <a:srgbClr val="8D9193"/>
            </a:solidFill>
            <a:prstDash val="sysDot"/>
            <a:headEnd type="none" len="sm" w="sm"/>
            <a:tailEnd type="none" len="sm" w="sm"/>
          </a:ln>
        </p:spPr>
      </p:sp>
      <p:grpSp>
        <p:nvGrpSpPr>
          <p:cNvPr name="Group 41" id="41"/>
          <p:cNvGrpSpPr/>
          <p:nvPr/>
        </p:nvGrpSpPr>
        <p:grpSpPr>
          <a:xfrm rot="0">
            <a:off x="11067273" y="5286462"/>
            <a:ext cx="2917136" cy="1279111"/>
            <a:chOff x="0" y="0"/>
            <a:chExt cx="920767" cy="403740"/>
          </a:xfrm>
        </p:grpSpPr>
        <p:sp>
          <p:nvSpPr>
            <p:cNvPr name="Freeform 42" id="42"/>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FFE8A3"/>
            </a:solidFill>
          </p:spPr>
        </p:sp>
        <p:sp>
          <p:nvSpPr>
            <p:cNvPr name="TextBox 43" id="43"/>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44" id="44"/>
          <p:cNvGrpSpPr/>
          <p:nvPr/>
        </p:nvGrpSpPr>
        <p:grpSpPr>
          <a:xfrm rot="0">
            <a:off x="12049591" y="4805585"/>
            <a:ext cx="952500" cy="952500"/>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46" id="4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47" id="47"/>
          <p:cNvSpPr txBox="true"/>
          <p:nvPr/>
        </p:nvSpPr>
        <p:spPr>
          <a:xfrm rot="0">
            <a:off x="11097091"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grpSp>
        <p:nvGrpSpPr>
          <p:cNvPr name="Group 48" id="48"/>
          <p:cNvGrpSpPr/>
          <p:nvPr/>
        </p:nvGrpSpPr>
        <p:grpSpPr>
          <a:xfrm rot="-10800000">
            <a:off x="12291496" y="4244102"/>
            <a:ext cx="468690" cy="361458"/>
            <a:chOff x="0" y="0"/>
            <a:chExt cx="922188" cy="711200"/>
          </a:xfrm>
        </p:grpSpPr>
        <p:sp>
          <p:nvSpPr>
            <p:cNvPr name="Freeform 49" id="49"/>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50" id="50"/>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AutoShape 51" id="51"/>
          <p:cNvSpPr/>
          <p:nvPr/>
        </p:nvSpPr>
        <p:spPr>
          <a:xfrm flipV="true">
            <a:off x="15902158" y="3148727"/>
            <a:ext cx="8992" cy="1225545"/>
          </a:xfrm>
          <a:prstGeom prst="line">
            <a:avLst/>
          </a:prstGeom>
          <a:ln cap="flat" w="47625">
            <a:solidFill>
              <a:srgbClr val="8D9193"/>
            </a:solidFill>
            <a:prstDash val="sysDot"/>
            <a:headEnd type="none" len="sm" w="sm"/>
            <a:tailEnd type="none" len="sm" w="sm"/>
          </a:ln>
        </p:spPr>
      </p:sp>
      <p:grpSp>
        <p:nvGrpSpPr>
          <p:cNvPr name="Group 52" id="52"/>
          <p:cNvGrpSpPr/>
          <p:nvPr/>
        </p:nvGrpSpPr>
        <p:grpSpPr>
          <a:xfrm rot="0">
            <a:off x="14448086" y="5286462"/>
            <a:ext cx="2917136" cy="1279111"/>
            <a:chOff x="0" y="0"/>
            <a:chExt cx="920767" cy="403740"/>
          </a:xfrm>
        </p:grpSpPr>
        <p:sp>
          <p:nvSpPr>
            <p:cNvPr name="Freeform 53" id="53"/>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EAE0FF"/>
            </a:solidFill>
          </p:spPr>
        </p:sp>
        <p:sp>
          <p:nvSpPr>
            <p:cNvPr name="TextBox 54" id="54"/>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55" id="55"/>
          <p:cNvGrpSpPr/>
          <p:nvPr/>
        </p:nvGrpSpPr>
        <p:grpSpPr>
          <a:xfrm rot="0">
            <a:off x="15430404" y="4805585"/>
            <a:ext cx="952500" cy="952500"/>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7" id="5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8" id="58"/>
          <p:cNvSpPr txBox="true"/>
          <p:nvPr/>
        </p:nvSpPr>
        <p:spPr>
          <a:xfrm rot="0">
            <a:off x="14477904"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grpSp>
        <p:nvGrpSpPr>
          <p:cNvPr name="Group 59" id="59"/>
          <p:cNvGrpSpPr/>
          <p:nvPr/>
        </p:nvGrpSpPr>
        <p:grpSpPr>
          <a:xfrm rot="-10800000">
            <a:off x="15672309" y="4244102"/>
            <a:ext cx="468690" cy="361458"/>
            <a:chOff x="0" y="0"/>
            <a:chExt cx="922188" cy="711200"/>
          </a:xfrm>
        </p:grpSpPr>
        <p:sp>
          <p:nvSpPr>
            <p:cNvPr name="Freeform 60" id="6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1" id="6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2" id="62"/>
          <p:cNvSpPr txBox="true"/>
          <p:nvPr/>
        </p:nvSpPr>
        <p:spPr>
          <a:xfrm rot="0">
            <a:off x="2033726" y="4962943"/>
            <a:ext cx="699353"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01</a:t>
            </a:r>
          </a:p>
        </p:txBody>
      </p:sp>
      <p:sp>
        <p:nvSpPr>
          <p:cNvPr name="TextBox 63" id="63"/>
          <p:cNvSpPr txBox="true"/>
          <p:nvPr/>
        </p:nvSpPr>
        <p:spPr>
          <a:xfrm rot="0">
            <a:off x="5414539" y="4962943"/>
            <a:ext cx="699353"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02</a:t>
            </a:r>
          </a:p>
        </p:txBody>
      </p:sp>
      <p:sp>
        <p:nvSpPr>
          <p:cNvPr name="TextBox 64" id="64"/>
          <p:cNvSpPr txBox="true"/>
          <p:nvPr/>
        </p:nvSpPr>
        <p:spPr>
          <a:xfrm rot="0">
            <a:off x="8794324" y="4962943"/>
            <a:ext cx="699353"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03</a:t>
            </a:r>
          </a:p>
        </p:txBody>
      </p:sp>
      <p:sp>
        <p:nvSpPr>
          <p:cNvPr name="TextBox 65" id="65"/>
          <p:cNvSpPr txBox="true"/>
          <p:nvPr/>
        </p:nvSpPr>
        <p:spPr>
          <a:xfrm rot="0">
            <a:off x="12047704" y="4962943"/>
            <a:ext cx="954387"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04</a:t>
            </a:r>
          </a:p>
        </p:txBody>
      </p:sp>
      <p:sp>
        <p:nvSpPr>
          <p:cNvPr name="TextBox 66" id="66"/>
          <p:cNvSpPr txBox="true"/>
          <p:nvPr/>
        </p:nvSpPr>
        <p:spPr>
          <a:xfrm rot="0">
            <a:off x="15433957" y="4962943"/>
            <a:ext cx="954387"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05</a:t>
            </a:r>
          </a:p>
        </p:txBody>
      </p:sp>
      <p:sp>
        <p:nvSpPr>
          <p:cNvPr name="TextBox 67" id="67"/>
          <p:cNvSpPr txBox="true"/>
          <p:nvPr/>
        </p:nvSpPr>
        <p:spPr>
          <a:xfrm rot="0">
            <a:off x="1519206" y="5897470"/>
            <a:ext cx="1728392"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68" id="68"/>
          <p:cNvSpPr txBox="true"/>
          <p:nvPr/>
        </p:nvSpPr>
        <p:spPr>
          <a:xfrm rot="0">
            <a:off x="4669636" y="5897470"/>
            <a:ext cx="2189159"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69" id="69"/>
          <p:cNvSpPr txBox="true"/>
          <p:nvPr/>
        </p:nvSpPr>
        <p:spPr>
          <a:xfrm rot="0">
            <a:off x="7973654" y="5897470"/>
            <a:ext cx="2342748"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70" id="70"/>
          <p:cNvSpPr txBox="true"/>
          <p:nvPr/>
        </p:nvSpPr>
        <p:spPr>
          <a:xfrm rot="0">
            <a:off x="11385185" y="5897470"/>
            <a:ext cx="2281312"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71" id="71"/>
          <p:cNvSpPr txBox="true"/>
          <p:nvPr/>
        </p:nvSpPr>
        <p:spPr>
          <a:xfrm rot="0">
            <a:off x="14802038" y="5904455"/>
            <a:ext cx="2209232" cy="323215"/>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1C1C1A"/>
                </a:solidFill>
                <a:latin typeface="Montserrat Ultra-Bold"/>
                <a:ea typeface="Montserrat Ultra-Bold"/>
                <a:cs typeface="Montserrat Ultra-Bold"/>
                <a:sym typeface="Montserrat Ultra-Bold"/>
              </a:rPr>
              <a:t>Professional idea</a:t>
            </a:r>
          </a:p>
        </p:txBody>
      </p:sp>
      <p:sp>
        <p:nvSpPr>
          <p:cNvPr name="TextBox 72" id="7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2791057" y="4078521"/>
            <a:ext cx="1114289" cy="2715473"/>
            <a:chOff x="0" y="0"/>
            <a:chExt cx="571682" cy="1393164"/>
          </a:xfrm>
        </p:grpSpPr>
        <p:sp>
          <p:nvSpPr>
            <p:cNvPr name="Freeform 3" id="3"/>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4" id="4"/>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6108221" y="4078521"/>
            <a:ext cx="1114289" cy="2715473"/>
            <a:chOff x="0" y="0"/>
            <a:chExt cx="571682" cy="1393164"/>
          </a:xfrm>
        </p:grpSpPr>
        <p:sp>
          <p:nvSpPr>
            <p:cNvPr name="Freeform 6" id="6"/>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E46671"/>
            </a:solidFill>
          </p:spPr>
        </p:sp>
        <p:sp>
          <p:nvSpPr>
            <p:cNvPr name="TextBox 7" id="7"/>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788206" y="2239163"/>
            <a:ext cx="2555669" cy="7456534"/>
            <a:chOff x="0" y="0"/>
            <a:chExt cx="812800" cy="2371461"/>
          </a:xfrm>
        </p:grpSpPr>
        <p:sp>
          <p:nvSpPr>
            <p:cNvPr name="Freeform 9" id="9"/>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10" id="10"/>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1" id="11"/>
          <p:cNvGrpSpPr/>
          <p:nvPr/>
        </p:nvGrpSpPr>
        <p:grpSpPr>
          <a:xfrm rot="0">
            <a:off x="4105371" y="2239163"/>
            <a:ext cx="2555669" cy="7456534"/>
            <a:chOff x="0" y="0"/>
            <a:chExt cx="812800" cy="2371461"/>
          </a:xfrm>
        </p:grpSpPr>
        <p:sp>
          <p:nvSpPr>
            <p:cNvPr name="Freeform 12" id="12"/>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BEC4"/>
            </a:solidFill>
            <a:ln cap="rnd">
              <a:noFill/>
              <a:prstDash val="solid"/>
              <a:round/>
            </a:ln>
          </p:spPr>
        </p:sp>
        <p:sp>
          <p:nvSpPr>
            <p:cNvPr name="TextBox 13" id="13"/>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4" id="14"/>
          <p:cNvGrpSpPr/>
          <p:nvPr/>
        </p:nvGrpSpPr>
        <p:grpSpPr>
          <a:xfrm rot="0">
            <a:off x="1125296" y="6935503"/>
            <a:ext cx="1881491" cy="445936"/>
            <a:chOff x="0" y="0"/>
            <a:chExt cx="2508654" cy="594582"/>
          </a:xfrm>
        </p:grpSpPr>
        <p:grpSp>
          <p:nvGrpSpPr>
            <p:cNvPr name="Group 15" id="15"/>
            <p:cNvGrpSpPr/>
            <p:nvPr/>
          </p:nvGrpSpPr>
          <p:grpSpPr>
            <a:xfrm rot="0">
              <a:off x="0" y="0"/>
              <a:ext cx="2508654" cy="594582"/>
              <a:chOff x="0" y="0"/>
              <a:chExt cx="598386" cy="141825"/>
            </a:xfrm>
          </p:grpSpPr>
          <p:sp>
            <p:nvSpPr>
              <p:cNvPr name="Freeform 16" id="16"/>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17" id="17"/>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18" id="18"/>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grpSp>
        <p:nvGrpSpPr>
          <p:cNvPr name="Group 19" id="19"/>
          <p:cNvGrpSpPr/>
          <p:nvPr/>
        </p:nvGrpSpPr>
        <p:grpSpPr>
          <a:xfrm rot="0">
            <a:off x="4442460" y="6935503"/>
            <a:ext cx="1881491" cy="445936"/>
            <a:chOff x="0" y="0"/>
            <a:chExt cx="2508654" cy="594582"/>
          </a:xfrm>
        </p:grpSpPr>
        <p:grpSp>
          <p:nvGrpSpPr>
            <p:cNvPr name="Group 20" id="20"/>
            <p:cNvGrpSpPr/>
            <p:nvPr/>
          </p:nvGrpSpPr>
          <p:grpSpPr>
            <a:xfrm rot="0">
              <a:off x="0" y="0"/>
              <a:ext cx="2508654" cy="594582"/>
              <a:chOff x="0" y="0"/>
              <a:chExt cx="598386" cy="141825"/>
            </a:xfrm>
          </p:grpSpPr>
          <p:sp>
            <p:nvSpPr>
              <p:cNvPr name="Freeform 21" id="21"/>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E46671"/>
              </a:solidFill>
              <a:ln cap="rnd">
                <a:noFill/>
                <a:prstDash val="solid"/>
                <a:round/>
              </a:ln>
            </p:spPr>
          </p:sp>
          <p:sp>
            <p:nvSpPr>
              <p:cNvPr name="TextBox 22" id="22"/>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23" id="23"/>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24" id="24"/>
          <p:cNvSpPr/>
          <p:nvPr/>
        </p:nvSpPr>
        <p:spPr>
          <a:xfrm>
            <a:off x="1185111" y="3362935"/>
            <a:ext cx="1761860" cy="0"/>
          </a:xfrm>
          <a:prstGeom prst="line">
            <a:avLst/>
          </a:prstGeom>
          <a:ln cap="flat" w="47625">
            <a:solidFill>
              <a:srgbClr val="9366E4"/>
            </a:solidFill>
            <a:prstDash val="sysDot"/>
            <a:headEnd type="none" len="sm" w="sm"/>
            <a:tailEnd type="none" len="sm" w="sm"/>
          </a:ln>
        </p:spPr>
      </p:sp>
      <p:sp>
        <p:nvSpPr>
          <p:cNvPr name="AutoShape 25" id="25"/>
          <p:cNvSpPr/>
          <p:nvPr/>
        </p:nvSpPr>
        <p:spPr>
          <a:xfrm>
            <a:off x="4502275" y="3362935"/>
            <a:ext cx="1761860" cy="0"/>
          </a:xfrm>
          <a:prstGeom prst="line">
            <a:avLst/>
          </a:prstGeom>
          <a:ln cap="flat" w="47625">
            <a:solidFill>
              <a:srgbClr val="E46671"/>
            </a:solidFill>
            <a:prstDash val="sysDot"/>
            <a:headEnd type="none" len="sm" w="sm"/>
            <a:tailEnd type="none" len="sm" w="sm"/>
          </a:ln>
        </p:spPr>
      </p:sp>
      <p:sp>
        <p:nvSpPr>
          <p:cNvPr name="TextBox 26" id="26"/>
          <p:cNvSpPr txBox="true"/>
          <p:nvPr/>
        </p:nvSpPr>
        <p:spPr>
          <a:xfrm rot="0">
            <a:off x="3343876"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1</a:t>
            </a:r>
          </a:p>
        </p:txBody>
      </p:sp>
      <p:sp>
        <p:nvSpPr>
          <p:cNvPr name="TextBox 27" id="27"/>
          <p:cNvSpPr txBox="true"/>
          <p:nvPr/>
        </p:nvSpPr>
        <p:spPr>
          <a:xfrm rot="0">
            <a:off x="6689615"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2</a:t>
            </a:r>
          </a:p>
        </p:txBody>
      </p:sp>
      <p:sp>
        <p:nvSpPr>
          <p:cNvPr name="TextBox 28" id="28"/>
          <p:cNvSpPr txBox="true"/>
          <p:nvPr/>
        </p:nvSpPr>
        <p:spPr>
          <a:xfrm rot="0">
            <a:off x="1037341"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9" id="29"/>
          <p:cNvSpPr txBox="true"/>
          <p:nvPr/>
        </p:nvSpPr>
        <p:spPr>
          <a:xfrm rot="0">
            <a:off x="4354505"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0" id="30"/>
          <p:cNvSpPr txBox="true"/>
          <p:nvPr/>
        </p:nvSpPr>
        <p:spPr>
          <a:xfrm rot="0">
            <a:off x="1324639"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31" id="31"/>
          <p:cNvSpPr txBox="true"/>
          <p:nvPr/>
        </p:nvSpPr>
        <p:spPr>
          <a:xfrm rot="0">
            <a:off x="4641803"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32" id="32"/>
          <p:cNvSpPr txBox="true"/>
          <p:nvPr/>
        </p:nvSpPr>
        <p:spPr>
          <a:xfrm rot="0">
            <a:off x="984955"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33" id="33"/>
          <p:cNvSpPr txBox="true"/>
          <p:nvPr/>
        </p:nvSpPr>
        <p:spPr>
          <a:xfrm rot="0">
            <a:off x="4302119"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4" id="34"/>
          <p:cNvGrpSpPr/>
          <p:nvPr/>
        </p:nvGrpSpPr>
        <p:grpSpPr>
          <a:xfrm rot="0">
            <a:off x="9425385" y="4078521"/>
            <a:ext cx="1114289" cy="2715473"/>
            <a:chOff x="0" y="0"/>
            <a:chExt cx="571682" cy="1393164"/>
          </a:xfrm>
        </p:grpSpPr>
        <p:sp>
          <p:nvSpPr>
            <p:cNvPr name="Freeform 35" id="35"/>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DDA707"/>
            </a:solidFill>
          </p:spPr>
        </p:sp>
        <p:sp>
          <p:nvSpPr>
            <p:cNvPr name="TextBox 36" id="36"/>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37" id="37"/>
          <p:cNvGrpSpPr/>
          <p:nvPr/>
        </p:nvGrpSpPr>
        <p:grpSpPr>
          <a:xfrm rot="0">
            <a:off x="7422535" y="2239163"/>
            <a:ext cx="2555669" cy="7456534"/>
            <a:chOff x="0" y="0"/>
            <a:chExt cx="812800" cy="2371461"/>
          </a:xfrm>
        </p:grpSpPr>
        <p:sp>
          <p:nvSpPr>
            <p:cNvPr name="Freeform 38" id="38"/>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E8A3"/>
            </a:solidFill>
            <a:ln cap="rnd">
              <a:noFill/>
              <a:prstDash val="solid"/>
              <a:round/>
            </a:ln>
          </p:spPr>
        </p:sp>
        <p:sp>
          <p:nvSpPr>
            <p:cNvPr name="TextBox 39" id="39"/>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0" id="40"/>
          <p:cNvGrpSpPr/>
          <p:nvPr/>
        </p:nvGrpSpPr>
        <p:grpSpPr>
          <a:xfrm rot="0">
            <a:off x="7759624" y="6935503"/>
            <a:ext cx="1881491" cy="445936"/>
            <a:chOff x="0" y="0"/>
            <a:chExt cx="2508654" cy="594582"/>
          </a:xfrm>
        </p:grpSpPr>
        <p:grpSp>
          <p:nvGrpSpPr>
            <p:cNvPr name="Group 41" id="41"/>
            <p:cNvGrpSpPr/>
            <p:nvPr/>
          </p:nvGrpSpPr>
          <p:grpSpPr>
            <a:xfrm rot="0">
              <a:off x="0" y="0"/>
              <a:ext cx="2508654" cy="594582"/>
              <a:chOff x="0" y="0"/>
              <a:chExt cx="598386" cy="141825"/>
            </a:xfrm>
          </p:grpSpPr>
          <p:sp>
            <p:nvSpPr>
              <p:cNvPr name="Freeform 42" id="42"/>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DDA707"/>
              </a:solidFill>
              <a:ln cap="rnd">
                <a:noFill/>
                <a:prstDash val="solid"/>
                <a:round/>
              </a:ln>
            </p:spPr>
          </p:sp>
          <p:sp>
            <p:nvSpPr>
              <p:cNvPr name="TextBox 43" id="43"/>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44" id="44"/>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45" id="45"/>
          <p:cNvSpPr/>
          <p:nvPr/>
        </p:nvSpPr>
        <p:spPr>
          <a:xfrm>
            <a:off x="7819440" y="3362935"/>
            <a:ext cx="1761860" cy="0"/>
          </a:xfrm>
          <a:prstGeom prst="line">
            <a:avLst/>
          </a:prstGeom>
          <a:ln cap="flat" w="47625">
            <a:solidFill>
              <a:srgbClr val="DDA707"/>
            </a:solidFill>
            <a:prstDash val="sysDot"/>
            <a:headEnd type="none" len="sm" w="sm"/>
            <a:tailEnd type="none" len="sm" w="sm"/>
          </a:ln>
        </p:spPr>
      </p:sp>
      <p:sp>
        <p:nvSpPr>
          <p:cNvPr name="TextBox 46" id="46"/>
          <p:cNvSpPr txBox="true"/>
          <p:nvPr/>
        </p:nvSpPr>
        <p:spPr>
          <a:xfrm rot="0">
            <a:off x="10041982"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3</a:t>
            </a:r>
          </a:p>
        </p:txBody>
      </p:sp>
      <p:sp>
        <p:nvSpPr>
          <p:cNvPr name="TextBox 47" id="47"/>
          <p:cNvSpPr txBox="true"/>
          <p:nvPr/>
        </p:nvSpPr>
        <p:spPr>
          <a:xfrm rot="0">
            <a:off x="7671670"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48" id="48"/>
          <p:cNvSpPr txBox="true"/>
          <p:nvPr/>
        </p:nvSpPr>
        <p:spPr>
          <a:xfrm rot="0">
            <a:off x="7958968"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49" id="49"/>
          <p:cNvSpPr txBox="true"/>
          <p:nvPr/>
        </p:nvSpPr>
        <p:spPr>
          <a:xfrm rot="0">
            <a:off x="7619283"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0" id="50"/>
          <p:cNvGrpSpPr/>
          <p:nvPr/>
        </p:nvGrpSpPr>
        <p:grpSpPr>
          <a:xfrm rot="0">
            <a:off x="12742550" y="4078521"/>
            <a:ext cx="1114289" cy="2715473"/>
            <a:chOff x="0" y="0"/>
            <a:chExt cx="571682" cy="1393164"/>
          </a:xfrm>
        </p:grpSpPr>
        <p:sp>
          <p:nvSpPr>
            <p:cNvPr name="Freeform 51" id="51"/>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38AEB6"/>
            </a:solidFill>
          </p:spPr>
        </p:sp>
        <p:sp>
          <p:nvSpPr>
            <p:cNvPr name="TextBox 52" id="52"/>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0739699" y="2239163"/>
            <a:ext cx="2555669" cy="7456534"/>
            <a:chOff x="0" y="0"/>
            <a:chExt cx="812800" cy="2371461"/>
          </a:xfrm>
        </p:grpSpPr>
        <p:sp>
          <p:nvSpPr>
            <p:cNvPr name="Freeform 54" id="54"/>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B5EBEF"/>
            </a:solidFill>
            <a:ln cap="rnd">
              <a:noFill/>
              <a:prstDash val="solid"/>
              <a:round/>
            </a:ln>
          </p:spPr>
        </p:sp>
        <p:sp>
          <p:nvSpPr>
            <p:cNvPr name="TextBox 55" id="55"/>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56" id="56"/>
          <p:cNvGrpSpPr/>
          <p:nvPr/>
        </p:nvGrpSpPr>
        <p:grpSpPr>
          <a:xfrm rot="0">
            <a:off x="11076789" y="6935503"/>
            <a:ext cx="1881491" cy="445936"/>
            <a:chOff x="0" y="0"/>
            <a:chExt cx="2508654" cy="594582"/>
          </a:xfrm>
        </p:grpSpPr>
        <p:grpSp>
          <p:nvGrpSpPr>
            <p:cNvPr name="Group 57" id="57"/>
            <p:cNvGrpSpPr/>
            <p:nvPr/>
          </p:nvGrpSpPr>
          <p:grpSpPr>
            <a:xfrm rot="0">
              <a:off x="0" y="0"/>
              <a:ext cx="2508654" cy="594582"/>
              <a:chOff x="0" y="0"/>
              <a:chExt cx="598386" cy="141825"/>
            </a:xfrm>
          </p:grpSpPr>
          <p:sp>
            <p:nvSpPr>
              <p:cNvPr name="Freeform 58" id="58"/>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38AEB6"/>
              </a:solidFill>
              <a:ln cap="rnd">
                <a:noFill/>
                <a:prstDash val="solid"/>
                <a:round/>
              </a:ln>
            </p:spPr>
          </p:sp>
          <p:sp>
            <p:nvSpPr>
              <p:cNvPr name="TextBox 59" id="59"/>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60" id="60"/>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61" id="61"/>
          <p:cNvSpPr/>
          <p:nvPr/>
        </p:nvSpPr>
        <p:spPr>
          <a:xfrm>
            <a:off x="11136604" y="3362935"/>
            <a:ext cx="1761860" cy="0"/>
          </a:xfrm>
          <a:prstGeom prst="line">
            <a:avLst/>
          </a:prstGeom>
          <a:ln cap="flat" w="47625">
            <a:solidFill>
              <a:srgbClr val="38AEB6"/>
            </a:solidFill>
            <a:prstDash val="sysDot"/>
            <a:headEnd type="none" len="sm" w="sm"/>
            <a:tailEnd type="none" len="sm" w="sm"/>
          </a:ln>
        </p:spPr>
      </p:sp>
      <p:sp>
        <p:nvSpPr>
          <p:cNvPr name="TextBox 62" id="62"/>
          <p:cNvSpPr txBox="true"/>
          <p:nvPr/>
        </p:nvSpPr>
        <p:spPr>
          <a:xfrm rot="0">
            <a:off x="13368671"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4</a:t>
            </a:r>
          </a:p>
        </p:txBody>
      </p:sp>
      <p:sp>
        <p:nvSpPr>
          <p:cNvPr name="TextBox 63" id="63"/>
          <p:cNvSpPr txBox="true"/>
          <p:nvPr/>
        </p:nvSpPr>
        <p:spPr>
          <a:xfrm rot="0">
            <a:off x="10988834"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4" id="64"/>
          <p:cNvSpPr txBox="true"/>
          <p:nvPr/>
        </p:nvSpPr>
        <p:spPr>
          <a:xfrm rot="0">
            <a:off x="11136604" y="2556149"/>
            <a:ext cx="1761860"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Professional idea</a:t>
            </a:r>
          </a:p>
        </p:txBody>
      </p:sp>
      <p:sp>
        <p:nvSpPr>
          <p:cNvPr name="TextBox 65" id="65"/>
          <p:cNvSpPr txBox="true"/>
          <p:nvPr/>
        </p:nvSpPr>
        <p:spPr>
          <a:xfrm rot="0">
            <a:off x="10936448"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6" id="66"/>
          <p:cNvGrpSpPr/>
          <p:nvPr/>
        </p:nvGrpSpPr>
        <p:grpSpPr>
          <a:xfrm rot="0">
            <a:off x="16059714" y="4078521"/>
            <a:ext cx="1114289" cy="2715473"/>
            <a:chOff x="0" y="0"/>
            <a:chExt cx="571682" cy="1393164"/>
          </a:xfrm>
        </p:grpSpPr>
        <p:sp>
          <p:nvSpPr>
            <p:cNvPr name="Freeform 67" id="67"/>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68" id="68"/>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69" id="69"/>
          <p:cNvGrpSpPr/>
          <p:nvPr/>
        </p:nvGrpSpPr>
        <p:grpSpPr>
          <a:xfrm rot="0">
            <a:off x="14056864" y="2239163"/>
            <a:ext cx="2555669" cy="7456534"/>
            <a:chOff x="0" y="0"/>
            <a:chExt cx="812800" cy="2371461"/>
          </a:xfrm>
        </p:grpSpPr>
        <p:sp>
          <p:nvSpPr>
            <p:cNvPr name="Freeform 70" id="70"/>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71" id="71"/>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72" id="72"/>
          <p:cNvGrpSpPr/>
          <p:nvPr/>
        </p:nvGrpSpPr>
        <p:grpSpPr>
          <a:xfrm rot="0">
            <a:off x="14393953" y="6935503"/>
            <a:ext cx="1881491" cy="445936"/>
            <a:chOff x="0" y="0"/>
            <a:chExt cx="2508654" cy="594582"/>
          </a:xfrm>
        </p:grpSpPr>
        <p:grpSp>
          <p:nvGrpSpPr>
            <p:cNvPr name="Group 73" id="73"/>
            <p:cNvGrpSpPr/>
            <p:nvPr/>
          </p:nvGrpSpPr>
          <p:grpSpPr>
            <a:xfrm rot="0">
              <a:off x="0" y="0"/>
              <a:ext cx="2508654" cy="594582"/>
              <a:chOff x="0" y="0"/>
              <a:chExt cx="598386" cy="141825"/>
            </a:xfrm>
          </p:grpSpPr>
          <p:sp>
            <p:nvSpPr>
              <p:cNvPr name="Freeform 74" id="74"/>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75" id="75"/>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76" id="76"/>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77" id="77"/>
          <p:cNvSpPr/>
          <p:nvPr/>
        </p:nvSpPr>
        <p:spPr>
          <a:xfrm>
            <a:off x="14453768" y="3362935"/>
            <a:ext cx="1761860" cy="0"/>
          </a:xfrm>
          <a:prstGeom prst="line">
            <a:avLst/>
          </a:prstGeom>
          <a:ln cap="flat" w="47625">
            <a:solidFill>
              <a:srgbClr val="9366E4"/>
            </a:solidFill>
            <a:prstDash val="sysDot"/>
            <a:headEnd type="none" len="sm" w="sm"/>
            <a:tailEnd type="none" len="sm" w="sm"/>
          </a:ln>
        </p:spPr>
      </p:sp>
      <p:sp>
        <p:nvSpPr>
          <p:cNvPr name="TextBox 78" id="78"/>
          <p:cNvSpPr txBox="true"/>
          <p:nvPr/>
        </p:nvSpPr>
        <p:spPr>
          <a:xfrm rot="0">
            <a:off x="16650633"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5</a:t>
            </a:r>
          </a:p>
        </p:txBody>
      </p:sp>
      <p:sp>
        <p:nvSpPr>
          <p:cNvPr name="TextBox 79" id="79"/>
          <p:cNvSpPr txBox="true"/>
          <p:nvPr/>
        </p:nvSpPr>
        <p:spPr>
          <a:xfrm rot="0">
            <a:off x="14305998"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0" id="80"/>
          <p:cNvSpPr txBox="true"/>
          <p:nvPr/>
        </p:nvSpPr>
        <p:spPr>
          <a:xfrm rot="0">
            <a:off x="14593296"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Creative idea</a:t>
            </a:r>
          </a:p>
        </p:txBody>
      </p:sp>
      <p:sp>
        <p:nvSpPr>
          <p:cNvPr name="TextBox 81" id="81"/>
          <p:cNvSpPr txBox="true"/>
          <p:nvPr/>
        </p:nvSpPr>
        <p:spPr>
          <a:xfrm rot="0">
            <a:off x="14253612"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2" id="8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9237587" y="1274385"/>
            <a:ext cx="2000503" cy="2543079"/>
            <a:chOff x="0" y="0"/>
            <a:chExt cx="2667337" cy="3390773"/>
          </a:xfrm>
        </p:grpSpPr>
        <p:sp>
          <p:nvSpPr>
            <p:cNvPr name="AutoShape 13" id="13"/>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10800000">
              <a:off x="287331" y="2908829"/>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7050100" y="6553882"/>
            <a:ext cx="1856888" cy="2480980"/>
            <a:chOff x="0" y="0"/>
            <a:chExt cx="2475851" cy="3307973"/>
          </a:xfrm>
        </p:grpSpPr>
        <p:sp>
          <p:nvSpPr>
            <p:cNvPr name="AutoShape 18" id="18"/>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0">
              <a:off x="1535191" y="0"/>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5492349" y="5837484"/>
            <a:ext cx="2015499" cy="692586"/>
            <a:chOff x="0" y="0"/>
            <a:chExt cx="2687332" cy="923448"/>
          </a:xfrm>
        </p:grpSpPr>
        <p:sp>
          <p:nvSpPr>
            <p:cNvPr name="AutoShape 23" id="2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3079347">
              <a:off x="1991484" y="15355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5504047" y="3663164"/>
            <a:ext cx="2057316" cy="1055333"/>
            <a:chOff x="0" y="0"/>
            <a:chExt cx="2743089" cy="1407111"/>
          </a:xfrm>
        </p:grpSpPr>
        <p:sp>
          <p:nvSpPr>
            <p:cNvPr name="AutoShape 28" id="28"/>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8100000">
              <a:off x="2039294" y="774804"/>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10779680" y="5705383"/>
            <a:ext cx="2023228" cy="1060193"/>
            <a:chOff x="0" y="0"/>
            <a:chExt cx="2697637" cy="1413591"/>
          </a:xfrm>
        </p:grpSpPr>
        <p:sp>
          <p:nvSpPr>
            <p:cNvPr name="AutoShape 33" id="33"/>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34" id="34"/>
            <p:cNvGrpSpPr/>
            <p:nvPr/>
          </p:nvGrpSpPr>
          <p:grpSpPr>
            <a:xfrm rot="-2700000">
              <a:off x="78876" y="150363"/>
              <a:ext cx="624919" cy="481944"/>
              <a:chOff x="0" y="0"/>
              <a:chExt cx="922188" cy="711200"/>
            </a:xfrm>
          </p:grpSpPr>
          <p:sp>
            <p:nvSpPr>
              <p:cNvPr name="Freeform 35" id="3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6" id="3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7" id="37"/>
          <p:cNvGrpSpPr/>
          <p:nvPr/>
        </p:nvGrpSpPr>
        <p:grpSpPr>
          <a:xfrm rot="0">
            <a:off x="10833195" y="3898671"/>
            <a:ext cx="1981411" cy="687726"/>
            <a:chOff x="0" y="0"/>
            <a:chExt cx="2641881" cy="916967"/>
          </a:xfrm>
        </p:grpSpPr>
        <p:sp>
          <p:nvSpPr>
            <p:cNvPr name="AutoShape 38" id="3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39" id="39"/>
            <p:cNvGrpSpPr/>
            <p:nvPr/>
          </p:nvGrpSpPr>
          <p:grpSpPr>
            <a:xfrm rot="-7720652">
              <a:off x="70929" y="281474"/>
              <a:ext cx="624919" cy="481944"/>
              <a:chOff x="0" y="0"/>
              <a:chExt cx="922188" cy="711200"/>
            </a:xfrm>
          </p:grpSpPr>
          <p:sp>
            <p:nvSpPr>
              <p:cNvPr name="Freeform 40" id="4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42" id="42"/>
          <p:cNvGrpSpPr/>
          <p:nvPr/>
        </p:nvGrpSpPr>
        <p:grpSpPr>
          <a:xfrm rot="0">
            <a:off x="4961568" y="3438247"/>
            <a:ext cx="1061561" cy="10615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5" id="45"/>
          <p:cNvGrpSpPr/>
          <p:nvPr/>
        </p:nvGrpSpPr>
        <p:grpSpPr>
          <a:xfrm rot="0">
            <a:off x="12296802" y="3438247"/>
            <a:ext cx="1061561" cy="10615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8" id="48"/>
          <p:cNvGrpSpPr/>
          <p:nvPr/>
        </p:nvGrpSpPr>
        <p:grpSpPr>
          <a:xfrm rot="0">
            <a:off x="4961568" y="5787192"/>
            <a:ext cx="1061561" cy="10615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1" id="51"/>
          <p:cNvGrpSpPr/>
          <p:nvPr/>
        </p:nvGrpSpPr>
        <p:grpSpPr>
          <a:xfrm rot="0">
            <a:off x="12296802" y="5787192"/>
            <a:ext cx="1061561" cy="106156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4" id="54"/>
          <p:cNvGrpSpPr/>
          <p:nvPr/>
        </p:nvGrpSpPr>
        <p:grpSpPr>
          <a:xfrm rot="0">
            <a:off x="6585351" y="1089303"/>
            <a:ext cx="1061561" cy="106156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0833195" y="1089303"/>
            <a:ext cx="1061561" cy="106156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0" id="60"/>
          <p:cNvSpPr txBox="true"/>
          <p:nvPr/>
        </p:nvSpPr>
        <p:spPr>
          <a:xfrm rot="0">
            <a:off x="10970937"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61" id="61"/>
          <p:cNvGrpSpPr/>
          <p:nvPr/>
        </p:nvGrpSpPr>
        <p:grpSpPr>
          <a:xfrm rot="0">
            <a:off x="6585351" y="8136137"/>
            <a:ext cx="1061561" cy="106156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64" id="64"/>
          <p:cNvGrpSpPr/>
          <p:nvPr/>
        </p:nvGrpSpPr>
        <p:grpSpPr>
          <a:xfrm rot="0">
            <a:off x="10833195" y="8136137"/>
            <a:ext cx="1061561" cy="106156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7" id="67"/>
          <p:cNvSpPr txBox="true"/>
          <p:nvPr/>
        </p:nvSpPr>
        <p:spPr>
          <a:xfrm rot="0">
            <a:off x="5099310"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8" id="68"/>
          <p:cNvSpPr txBox="true"/>
          <p:nvPr/>
        </p:nvSpPr>
        <p:spPr>
          <a:xfrm rot="0">
            <a:off x="1243454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69" id="69"/>
          <p:cNvSpPr txBox="true"/>
          <p:nvPr/>
        </p:nvSpPr>
        <p:spPr>
          <a:xfrm rot="0">
            <a:off x="1044011"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70" id="70"/>
          <p:cNvSpPr txBox="true"/>
          <p:nvPr/>
        </p:nvSpPr>
        <p:spPr>
          <a:xfrm rot="0">
            <a:off x="1453543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Original</a:t>
            </a:r>
          </a:p>
        </p:txBody>
      </p:sp>
      <p:sp>
        <p:nvSpPr>
          <p:cNvPr name="TextBox 71" id="71"/>
          <p:cNvSpPr txBox="true"/>
          <p:nvPr/>
        </p:nvSpPr>
        <p:spPr>
          <a:xfrm rot="0">
            <a:off x="942975"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2" id="72"/>
          <p:cNvSpPr txBox="true"/>
          <p:nvPr/>
        </p:nvSpPr>
        <p:spPr>
          <a:xfrm rot="0">
            <a:off x="14434397"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3" id="73"/>
          <p:cNvSpPr txBox="true"/>
          <p:nvPr/>
        </p:nvSpPr>
        <p:spPr>
          <a:xfrm rot="0">
            <a:off x="5099310"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74" id="74"/>
          <p:cNvSpPr txBox="true"/>
          <p:nvPr/>
        </p:nvSpPr>
        <p:spPr>
          <a:xfrm rot="0">
            <a:off x="1243454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75" id="75"/>
          <p:cNvSpPr txBox="true"/>
          <p:nvPr/>
        </p:nvSpPr>
        <p:spPr>
          <a:xfrm rot="0">
            <a:off x="1044011"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Creative idea</a:t>
            </a:r>
          </a:p>
        </p:txBody>
      </p:sp>
      <p:sp>
        <p:nvSpPr>
          <p:cNvPr name="TextBox 76" id="76"/>
          <p:cNvSpPr txBox="true"/>
          <p:nvPr/>
        </p:nvSpPr>
        <p:spPr>
          <a:xfrm rot="0">
            <a:off x="1453543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Great idea</a:t>
            </a:r>
          </a:p>
        </p:txBody>
      </p:sp>
      <p:sp>
        <p:nvSpPr>
          <p:cNvPr name="TextBox 77" id="77"/>
          <p:cNvSpPr txBox="true"/>
          <p:nvPr/>
        </p:nvSpPr>
        <p:spPr>
          <a:xfrm rot="0">
            <a:off x="942975"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8" id="78"/>
          <p:cNvSpPr txBox="true"/>
          <p:nvPr/>
        </p:nvSpPr>
        <p:spPr>
          <a:xfrm rot="0">
            <a:off x="14434397"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9" id="79"/>
          <p:cNvSpPr txBox="true"/>
          <p:nvPr/>
        </p:nvSpPr>
        <p:spPr>
          <a:xfrm rot="0">
            <a:off x="6723093"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80" id="80"/>
          <p:cNvSpPr txBox="true"/>
          <p:nvPr/>
        </p:nvSpPr>
        <p:spPr>
          <a:xfrm rot="0">
            <a:off x="2438946"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81" id="81"/>
          <p:cNvSpPr txBox="true"/>
          <p:nvPr/>
        </p:nvSpPr>
        <p:spPr>
          <a:xfrm rot="0">
            <a:off x="1311333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Nice idea</a:t>
            </a:r>
          </a:p>
        </p:txBody>
      </p:sp>
      <p:sp>
        <p:nvSpPr>
          <p:cNvPr name="TextBox 82" id="82"/>
          <p:cNvSpPr txBox="true"/>
          <p:nvPr/>
        </p:nvSpPr>
        <p:spPr>
          <a:xfrm rot="0">
            <a:off x="2337911"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3" id="83"/>
          <p:cNvSpPr txBox="true"/>
          <p:nvPr/>
        </p:nvSpPr>
        <p:spPr>
          <a:xfrm rot="0">
            <a:off x="13012297"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4" id="84"/>
          <p:cNvSpPr txBox="true"/>
          <p:nvPr/>
        </p:nvSpPr>
        <p:spPr>
          <a:xfrm rot="0">
            <a:off x="6723093"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85" id="85"/>
          <p:cNvSpPr txBox="true"/>
          <p:nvPr/>
        </p:nvSpPr>
        <p:spPr>
          <a:xfrm rot="0">
            <a:off x="10970937"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86" id="86"/>
          <p:cNvSpPr txBox="true"/>
          <p:nvPr/>
        </p:nvSpPr>
        <p:spPr>
          <a:xfrm rot="0">
            <a:off x="2438946"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Innovative idea</a:t>
            </a:r>
          </a:p>
        </p:txBody>
      </p:sp>
      <p:sp>
        <p:nvSpPr>
          <p:cNvPr name="TextBox 87" id="87"/>
          <p:cNvSpPr txBox="true"/>
          <p:nvPr/>
        </p:nvSpPr>
        <p:spPr>
          <a:xfrm rot="0">
            <a:off x="1311333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Brilliant idea</a:t>
            </a:r>
          </a:p>
        </p:txBody>
      </p:sp>
      <p:sp>
        <p:nvSpPr>
          <p:cNvPr name="TextBox 88" id="88"/>
          <p:cNvSpPr txBox="true"/>
          <p:nvPr/>
        </p:nvSpPr>
        <p:spPr>
          <a:xfrm rot="0">
            <a:off x="2337911"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9" id="89"/>
          <p:cNvSpPr txBox="true"/>
          <p:nvPr/>
        </p:nvSpPr>
        <p:spPr>
          <a:xfrm rot="0">
            <a:off x="13012297"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0" id="90"/>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162692" y="3602207"/>
            <a:ext cx="3841146" cy="38411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7012115" y="3534660"/>
            <a:ext cx="1622297" cy="16222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9653588" y="3534660"/>
            <a:ext cx="1622297" cy="16222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1" id="11"/>
          <p:cNvGrpSpPr/>
          <p:nvPr/>
        </p:nvGrpSpPr>
        <p:grpSpPr>
          <a:xfrm rot="0">
            <a:off x="9653587" y="5948521"/>
            <a:ext cx="1622297" cy="162229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4" id="14"/>
          <p:cNvGrpSpPr/>
          <p:nvPr/>
        </p:nvGrpSpPr>
        <p:grpSpPr>
          <a:xfrm rot="0">
            <a:off x="7012115" y="5948521"/>
            <a:ext cx="1622297" cy="1622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5471797">
            <a:off x="8905875" y="3442958"/>
            <a:ext cx="476250" cy="416719"/>
            <a:chOff x="0" y="0"/>
            <a:chExt cx="812800" cy="711200"/>
          </a:xfrm>
        </p:grpSpPr>
        <p:sp>
          <p:nvSpPr>
            <p:cNvPr name="Freeform 18" id="1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9366E4"/>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0" id="20"/>
          <p:cNvGrpSpPr/>
          <p:nvPr/>
        </p:nvGrpSpPr>
        <p:grpSpPr>
          <a:xfrm rot="-10800000">
            <a:off x="10765713" y="5344380"/>
            <a:ext cx="476250" cy="416719"/>
            <a:chOff x="0" y="0"/>
            <a:chExt cx="812800" cy="711200"/>
          </a:xfrm>
        </p:grpSpPr>
        <p:sp>
          <p:nvSpPr>
            <p:cNvPr name="Freeform 21" id="2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DDA707"/>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3" id="23"/>
          <p:cNvGrpSpPr/>
          <p:nvPr/>
        </p:nvGrpSpPr>
        <p:grpSpPr>
          <a:xfrm rot="0">
            <a:off x="6924567" y="5344380"/>
            <a:ext cx="476250" cy="416719"/>
            <a:chOff x="0" y="0"/>
            <a:chExt cx="812800" cy="711200"/>
          </a:xfrm>
        </p:grpSpPr>
        <p:sp>
          <p:nvSpPr>
            <p:cNvPr name="Freeform 24" id="2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E46671"/>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6" id="26"/>
          <p:cNvGrpSpPr/>
          <p:nvPr/>
        </p:nvGrpSpPr>
        <p:grpSpPr>
          <a:xfrm rot="-5400000">
            <a:off x="8900948" y="7235154"/>
            <a:ext cx="476250" cy="416719"/>
            <a:chOff x="0" y="0"/>
            <a:chExt cx="812800" cy="711200"/>
          </a:xfrm>
        </p:grpSpPr>
        <p:sp>
          <p:nvSpPr>
            <p:cNvPr name="Freeform 27" id="27"/>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38AEB6"/>
            </a:solidFill>
          </p:spPr>
        </p:sp>
        <p:sp>
          <p:nvSpPr>
            <p:cNvPr name="TextBox 28" id="28"/>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1602724"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30" id="30"/>
          <p:cNvSpPr txBox="true"/>
          <p:nvPr/>
        </p:nvSpPr>
        <p:spPr>
          <a:xfrm rot="0">
            <a:off x="12911476"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Excellent idea</a:t>
            </a:r>
          </a:p>
        </p:txBody>
      </p:sp>
      <p:sp>
        <p:nvSpPr>
          <p:cNvPr name="TextBox 31" id="31"/>
          <p:cNvSpPr txBox="true"/>
          <p:nvPr/>
        </p:nvSpPr>
        <p:spPr>
          <a:xfrm rot="0">
            <a:off x="1602724"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Creative idea</a:t>
            </a:r>
          </a:p>
        </p:txBody>
      </p:sp>
      <p:sp>
        <p:nvSpPr>
          <p:cNvPr name="TextBox 32" id="32"/>
          <p:cNvSpPr txBox="true"/>
          <p:nvPr/>
        </p:nvSpPr>
        <p:spPr>
          <a:xfrm rot="0">
            <a:off x="12911476"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33" id="33"/>
          <p:cNvSpPr txBox="true"/>
          <p:nvPr/>
        </p:nvSpPr>
        <p:spPr>
          <a:xfrm rot="0">
            <a:off x="1462558"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4" id="34"/>
          <p:cNvSpPr txBox="true"/>
          <p:nvPr/>
        </p:nvSpPr>
        <p:spPr>
          <a:xfrm rot="0">
            <a:off x="12771310"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5" id="35"/>
          <p:cNvSpPr txBox="true"/>
          <p:nvPr/>
        </p:nvSpPr>
        <p:spPr>
          <a:xfrm rot="0">
            <a:off x="1462558"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6" id="36"/>
          <p:cNvSpPr txBox="true"/>
          <p:nvPr/>
        </p:nvSpPr>
        <p:spPr>
          <a:xfrm rot="0">
            <a:off x="12771310"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7" id="37"/>
          <p:cNvSpPr txBox="true"/>
          <p:nvPr/>
        </p:nvSpPr>
        <p:spPr>
          <a:xfrm rot="0">
            <a:off x="7400817"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38" id="38"/>
          <p:cNvSpPr txBox="true"/>
          <p:nvPr/>
        </p:nvSpPr>
        <p:spPr>
          <a:xfrm rot="0">
            <a:off x="7400817"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39" id="39"/>
          <p:cNvSpPr txBox="true"/>
          <p:nvPr/>
        </p:nvSpPr>
        <p:spPr>
          <a:xfrm rot="0">
            <a:off x="10129838"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40" id="40"/>
          <p:cNvSpPr txBox="true"/>
          <p:nvPr/>
        </p:nvSpPr>
        <p:spPr>
          <a:xfrm rot="0">
            <a:off x="10129838"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41" id="41"/>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DAHApxqMZVk</dc:identifier>
  <dcterms:modified xsi:type="dcterms:W3CDTF">2011-08-01T06:04:30Z</dcterms:modified>
  <cp:revision>1</cp:revision>
</cp:coreProperties>
</file>