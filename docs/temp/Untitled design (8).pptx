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liker" charset="1" panose="00000500000000000000"/>
      <p:regular r:id="rId17"/>
    </p:embeddedFont>
    <p:embeddedFont>
      <p:font typeface="Bree Serif" charset="1" panose="02000503040000020004"/>
      <p:regular r:id="rId18"/>
    </p:embeddedFont>
    <p:embeddedFont>
      <p:font typeface="Roboto" charset="1" panose="02000000000000000000"/>
      <p:regular r:id="rId19"/>
    </p:embeddedFont>
    <p:embeddedFont>
      <p:font typeface="Montserrat Ultra-Bold" charset="1" panose="00000900000000000000"/>
      <p:regular r:id="rId20"/>
    </p:embeddedFont>
    <p:embeddedFont>
      <p:font typeface="Montserrat" charset="1" panose="00000500000000000000"/>
      <p:regular r:id="rId21"/>
    </p:embeddedFont>
    <p:embeddedFont>
      <p:font typeface="Montserrat Bold" charset="1" panose="00000800000000000000"/>
      <p:regular r:id="rId22"/>
    </p:embeddedFont>
    <p:embeddedFont>
      <p:font typeface="Montserrat Light" charset="1" panose="00000400000000000000"/>
      <p:regular r:id="rId23"/>
    </p:embeddedFont>
    <p:embeddedFont>
      <p:font typeface="DM Sans Bold" charset="1" panose="00000000000000000000"/>
      <p:regular r:id="rId24"/>
    </p:embeddedFont>
    <p:embeddedFont>
      <p:font typeface="DM Sans"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FFDFA"/>
        </a:solidFill>
      </p:bgPr>
    </p:bg>
    <p:spTree>
      <p:nvGrpSpPr>
        <p:cNvPr id="1" name=""/>
        <p:cNvGrpSpPr/>
        <p:nvPr/>
      </p:nvGrpSpPr>
      <p:grpSpPr>
        <a:xfrm>
          <a:off x="0" y="0"/>
          <a:ext cx="0" cy="0"/>
          <a:chOff x="0" y="0"/>
          <a:chExt cx="0" cy="0"/>
        </a:xfrm>
      </p:grpSpPr>
      <p:grpSp>
        <p:nvGrpSpPr>
          <p:cNvPr name="Group 2" id="2"/>
          <p:cNvGrpSpPr/>
          <p:nvPr/>
        </p:nvGrpSpPr>
        <p:grpSpPr>
          <a:xfrm rot="0">
            <a:off x="7067943" y="3822820"/>
            <a:ext cx="5492630" cy="54926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DBE8"/>
            </a:solidFill>
            <a:ln w="19050" cap="sq">
              <a:solidFill>
                <a:srgbClr val="2C2C2C"/>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184856" y="5450707"/>
            <a:ext cx="3595947" cy="35959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E8E0"/>
            </a:solidFill>
            <a:ln w="19050" cap="sq">
              <a:solidFill>
                <a:srgbClr val="2C2C2C"/>
              </a:solidFill>
              <a:prstDash val="solid"/>
              <a:miter/>
            </a:ln>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4168727" y="3189032"/>
            <a:ext cx="3067893" cy="30678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EFEE"/>
            </a:solidFill>
            <a:ln w="19050" cap="sq">
              <a:solidFill>
                <a:srgbClr val="2C2C2C"/>
              </a:solidFill>
              <a:prstDash val="solid"/>
              <a:miter/>
            </a:ln>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12754083" y="6837974"/>
            <a:ext cx="2453627" cy="245362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EFEF"/>
            </a:solidFill>
            <a:ln w="19050" cap="sq">
              <a:solidFill>
                <a:srgbClr val="2C2C2C"/>
              </a:solidFill>
              <a:prstDash val="solid"/>
              <a:miter/>
            </a:ln>
          </p:spPr>
        </p:sp>
        <p:sp>
          <p:nvSpPr>
            <p:cNvPr name="TextBox 13" id="13"/>
            <p:cNvSpPr txBox="true"/>
            <p:nvPr/>
          </p:nvSpPr>
          <p:spPr>
            <a:xfrm>
              <a:off x="76200" y="47625"/>
              <a:ext cx="660400" cy="688975"/>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15400751" y="6274212"/>
            <a:ext cx="1702392" cy="170239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2D0"/>
            </a:solidFill>
            <a:ln w="19050" cap="sq">
              <a:solidFill>
                <a:srgbClr val="2C2C2C"/>
              </a:solidFill>
              <a:prstDash val="solid"/>
              <a:miter/>
            </a:ln>
          </p:spPr>
        </p:sp>
        <p:sp>
          <p:nvSpPr>
            <p:cNvPr name="TextBox 16" id="16"/>
            <p:cNvSpPr txBox="true"/>
            <p:nvPr/>
          </p:nvSpPr>
          <p:spPr>
            <a:xfrm>
              <a:off x="76200" y="47625"/>
              <a:ext cx="660400" cy="688975"/>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0">
            <a:off x="5167823" y="6671481"/>
            <a:ext cx="1702392" cy="170239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2D0"/>
            </a:solidFill>
            <a:ln w="19050" cap="sq">
              <a:solidFill>
                <a:srgbClr val="2C2C2C"/>
              </a:solidFill>
              <a:prstDash val="solid"/>
              <a:miter/>
            </a:ln>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12754083" y="3501242"/>
            <a:ext cx="3067893" cy="306789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EFEE"/>
            </a:solidFill>
            <a:ln w="19050" cap="sq">
              <a:solidFill>
                <a:srgbClr val="2C2C2C"/>
              </a:solidFill>
              <a:prstDash val="solid"/>
              <a:miter/>
            </a:ln>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a:lnSpc>
                  <a:spcPts val="2520"/>
                </a:lnSpc>
              </a:pPr>
            </a:p>
          </p:txBody>
        </p:sp>
      </p:grpSp>
      <p:sp>
        <p:nvSpPr>
          <p:cNvPr name="TextBox 23" id="23"/>
          <p:cNvSpPr txBox="true"/>
          <p:nvPr/>
        </p:nvSpPr>
        <p:spPr>
          <a:xfrm rot="0">
            <a:off x="1227829" y="1223576"/>
            <a:ext cx="14855615" cy="1126350"/>
          </a:xfrm>
          <a:prstGeom prst="rect">
            <a:avLst/>
          </a:prstGeom>
        </p:spPr>
        <p:txBody>
          <a:bodyPr anchor="t" rtlCol="false" tIns="0" lIns="0" bIns="0" rIns="0">
            <a:spAutoFit/>
          </a:bodyPr>
          <a:lstStyle/>
          <a:p>
            <a:pPr algn="l">
              <a:lnSpc>
                <a:spcPts val="8780"/>
              </a:lnSpc>
            </a:pPr>
            <a:r>
              <a:rPr lang="en-US" sz="7769">
                <a:solidFill>
                  <a:srgbClr val="2C2C2C"/>
                </a:solidFill>
                <a:latin typeface="Gliker"/>
                <a:ea typeface="Gliker"/>
                <a:cs typeface="Gliker"/>
                <a:sym typeface="Gliker"/>
              </a:rPr>
              <a:t>Mapa de Burbujas</a:t>
            </a:r>
          </a:p>
        </p:txBody>
      </p:sp>
      <p:sp>
        <p:nvSpPr>
          <p:cNvPr name="TextBox 24" id="24"/>
          <p:cNvSpPr txBox="true"/>
          <p:nvPr/>
        </p:nvSpPr>
        <p:spPr>
          <a:xfrm rot="0">
            <a:off x="7065834" y="5723379"/>
            <a:ext cx="5492630" cy="1526276"/>
          </a:xfrm>
          <a:prstGeom prst="rect">
            <a:avLst/>
          </a:prstGeom>
        </p:spPr>
        <p:txBody>
          <a:bodyPr anchor="t" rtlCol="false" tIns="0" lIns="0" bIns="0" rIns="0">
            <a:spAutoFit/>
          </a:bodyPr>
          <a:lstStyle/>
          <a:p>
            <a:pPr algn="ctr">
              <a:lnSpc>
                <a:spcPts val="6174"/>
              </a:lnSpc>
            </a:pPr>
            <a:r>
              <a:rPr lang="en-US" sz="4410">
                <a:solidFill>
                  <a:srgbClr val="2C2C2C"/>
                </a:solidFill>
                <a:latin typeface="Bree Serif"/>
                <a:ea typeface="Bree Serif"/>
                <a:cs typeface="Bree Serif"/>
                <a:sym typeface="Bree Serif"/>
              </a:rPr>
              <a:t>MAPA</a:t>
            </a:r>
          </a:p>
          <a:p>
            <a:pPr algn="ctr">
              <a:lnSpc>
                <a:spcPts val="6174"/>
              </a:lnSpc>
              <a:spcBef>
                <a:spcPct val="0"/>
              </a:spcBef>
            </a:pPr>
            <a:r>
              <a:rPr lang="en-US" sz="4410">
                <a:solidFill>
                  <a:srgbClr val="2C2C2C"/>
                </a:solidFill>
                <a:latin typeface="Bree Serif"/>
                <a:ea typeface="Bree Serif"/>
                <a:cs typeface="Bree Serif"/>
                <a:sym typeface="Bree Serif"/>
              </a:rPr>
              <a:t>CONCEPTUAL</a:t>
            </a:r>
          </a:p>
        </p:txBody>
      </p:sp>
      <p:sp>
        <p:nvSpPr>
          <p:cNvPr name="TextBox 25" id="25"/>
          <p:cNvSpPr txBox="true"/>
          <p:nvPr/>
        </p:nvSpPr>
        <p:spPr>
          <a:xfrm rot="0">
            <a:off x="4168727" y="4293949"/>
            <a:ext cx="3067893" cy="554859"/>
          </a:xfrm>
          <a:prstGeom prst="rect">
            <a:avLst/>
          </a:prstGeom>
        </p:spPr>
        <p:txBody>
          <a:bodyPr anchor="t" rtlCol="false" tIns="0" lIns="0" bIns="0" rIns="0">
            <a:spAutoFit/>
          </a:bodyPr>
          <a:lstStyle/>
          <a:p>
            <a:pPr algn="ctr">
              <a:lnSpc>
                <a:spcPts val="4592"/>
              </a:lnSpc>
              <a:spcBef>
                <a:spcPct val="0"/>
              </a:spcBef>
            </a:pPr>
            <a:r>
              <a:rPr lang="en-US" sz="3280">
                <a:solidFill>
                  <a:srgbClr val="2C2C2C"/>
                </a:solidFill>
                <a:latin typeface="Bree Serif"/>
                <a:ea typeface="Bree Serif"/>
                <a:cs typeface="Bree Serif"/>
                <a:sym typeface="Bree Serif"/>
              </a:rPr>
              <a:t>GRÁFICO</a:t>
            </a:r>
          </a:p>
        </p:txBody>
      </p:sp>
      <p:sp>
        <p:nvSpPr>
          <p:cNvPr name="TextBox 26" id="26"/>
          <p:cNvSpPr txBox="true"/>
          <p:nvPr/>
        </p:nvSpPr>
        <p:spPr>
          <a:xfrm rot="0">
            <a:off x="12754083" y="4665829"/>
            <a:ext cx="3103339" cy="554859"/>
          </a:xfrm>
          <a:prstGeom prst="rect">
            <a:avLst/>
          </a:prstGeom>
        </p:spPr>
        <p:txBody>
          <a:bodyPr anchor="t" rtlCol="false" tIns="0" lIns="0" bIns="0" rIns="0">
            <a:spAutoFit/>
          </a:bodyPr>
          <a:lstStyle/>
          <a:p>
            <a:pPr algn="ctr">
              <a:lnSpc>
                <a:spcPts val="4592"/>
              </a:lnSpc>
              <a:spcBef>
                <a:spcPct val="0"/>
              </a:spcBef>
            </a:pPr>
            <a:r>
              <a:rPr lang="en-US" sz="3280">
                <a:solidFill>
                  <a:srgbClr val="2C2C2C"/>
                </a:solidFill>
                <a:latin typeface="Bree Serif"/>
                <a:ea typeface="Bree Serif"/>
                <a:cs typeface="Bree Serif"/>
                <a:sym typeface="Bree Serif"/>
              </a:rPr>
              <a:t>REFLEXIÓN</a:t>
            </a:r>
          </a:p>
        </p:txBody>
      </p:sp>
      <p:sp>
        <p:nvSpPr>
          <p:cNvPr name="TextBox 27" id="27"/>
          <p:cNvSpPr txBox="true"/>
          <p:nvPr/>
        </p:nvSpPr>
        <p:spPr>
          <a:xfrm rot="0">
            <a:off x="1184856" y="6819651"/>
            <a:ext cx="3595947" cy="554859"/>
          </a:xfrm>
          <a:prstGeom prst="rect">
            <a:avLst/>
          </a:prstGeom>
        </p:spPr>
        <p:txBody>
          <a:bodyPr anchor="t" rtlCol="false" tIns="0" lIns="0" bIns="0" rIns="0">
            <a:spAutoFit/>
          </a:bodyPr>
          <a:lstStyle/>
          <a:p>
            <a:pPr algn="ctr">
              <a:lnSpc>
                <a:spcPts val="4592"/>
              </a:lnSpc>
              <a:spcBef>
                <a:spcPct val="0"/>
              </a:spcBef>
            </a:pPr>
            <a:r>
              <a:rPr lang="en-US" sz="3280">
                <a:solidFill>
                  <a:srgbClr val="2C2C2C"/>
                </a:solidFill>
                <a:latin typeface="Bree Serif"/>
                <a:ea typeface="Bree Serif"/>
                <a:cs typeface="Bree Serif"/>
                <a:sym typeface="Bree Serif"/>
              </a:rPr>
              <a:t>ESQUEMA</a:t>
            </a:r>
          </a:p>
        </p:txBody>
      </p:sp>
      <p:sp>
        <p:nvSpPr>
          <p:cNvPr name="TextBox 28" id="28"/>
          <p:cNvSpPr txBox="true"/>
          <p:nvPr/>
        </p:nvSpPr>
        <p:spPr>
          <a:xfrm rot="0">
            <a:off x="15400751" y="6965791"/>
            <a:ext cx="1702392" cy="331363"/>
          </a:xfrm>
          <a:prstGeom prst="rect">
            <a:avLst/>
          </a:prstGeom>
        </p:spPr>
        <p:txBody>
          <a:bodyPr anchor="t" rtlCol="false" tIns="0" lIns="0" bIns="0" rIns="0">
            <a:spAutoFit/>
          </a:bodyPr>
          <a:lstStyle/>
          <a:p>
            <a:pPr algn="ctr">
              <a:lnSpc>
                <a:spcPts val="2735"/>
              </a:lnSpc>
              <a:spcBef>
                <a:spcPct val="0"/>
              </a:spcBef>
            </a:pPr>
            <a:r>
              <a:rPr lang="en-US" sz="1954">
                <a:solidFill>
                  <a:srgbClr val="2C2C2C"/>
                </a:solidFill>
                <a:latin typeface="Bree Serif"/>
                <a:ea typeface="Bree Serif"/>
                <a:cs typeface="Bree Serif"/>
                <a:sym typeface="Bree Serif"/>
              </a:rPr>
              <a:t>IDEAS</a:t>
            </a:r>
          </a:p>
        </p:txBody>
      </p:sp>
      <p:sp>
        <p:nvSpPr>
          <p:cNvPr name="TextBox 29" id="29"/>
          <p:cNvSpPr txBox="true"/>
          <p:nvPr/>
        </p:nvSpPr>
        <p:spPr>
          <a:xfrm rot="0">
            <a:off x="5167823" y="7335587"/>
            <a:ext cx="1702392" cy="331363"/>
          </a:xfrm>
          <a:prstGeom prst="rect">
            <a:avLst/>
          </a:prstGeom>
        </p:spPr>
        <p:txBody>
          <a:bodyPr anchor="t" rtlCol="false" tIns="0" lIns="0" bIns="0" rIns="0">
            <a:spAutoFit/>
          </a:bodyPr>
          <a:lstStyle/>
          <a:p>
            <a:pPr algn="ctr">
              <a:lnSpc>
                <a:spcPts val="2735"/>
              </a:lnSpc>
              <a:spcBef>
                <a:spcPct val="0"/>
              </a:spcBef>
            </a:pPr>
            <a:r>
              <a:rPr lang="en-US" sz="1954">
                <a:solidFill>
                  <a:srgbClr val="2C2C2C"/>
                </a:solidFill>
                <a:latin typeface="Bree Serif"/>
                <a:ea typeface="Bree Serif"/>
                <a:cs typeface="Bree Serif"/>
                <a:sym typeface="Bree Serif"/>
              </a:rPr>
              <a:t>IDEAS</a:t>
            </a:r>
          </a:p>
        </p:txBody>
      </p:sp>
      <p:sp>
        <p:nvSpPr>
          <p:cNvPr name="TextBox 30" id="30"/>
          <p:cNvSpPr txBox="true"/>
          <p:nvPr/>
        </p:nvSpPr>
        <p:spPr>
          <a:xfrm rot="0">
            <a:off x="12754083" y="7507716"/>
            <a:ext cx="2453627" cy="1046656"/>
          </a:xfrm>
          <a:prstGeom prst="rect">
            <a:avLst/>
          </a:prstGeom>
        </p:spPr>
        <p:txBody>
          <a:bodyPr anchor="t" rtlCol="false" tIns="0" lIns="0" bIns="0" rIns="0">
            <a:spAutoFit/>
          </a:bodyPr>
          <a:lstStyle/>
          <a:p>
            <a:pPr algn="ctr">
              <a:lnSpc>
                <a:spcPts val="4260"/>
              </a:lnSpc>
              <a:spcBef>
                <a:spcPct val="0"/>
              </a:spcBef>
            </a:pPr>
            <a:r>
              <a:rPr lang="en-US" sz="3043">
                <a:solidFill>
                  <a:srgbClr val="2C2C2C"/>
                </a:solidFill>
                <a:latin typeface="Bree Serif"/>
                <a:ea typeface="Bree Serif"/>
                <a:cs typeface="Bree Serif"/>
                <a:sym typeface="Bree Serif"/>
              </a:rPr>
              <a:t>MAPA MENTAL</a:t>
            </a:r>
          </a:p>
        </p:txBody>
      </p:sp>
      <p:sp>
        <p:nvSpPr>
          <p:cNvPr name="TextBox 31" id="31"/>
          <p:cNvSpPr txBox="true"/>
          <p:nvPr/>
        </p:nvSpPr>
        <p:spPr>
          <a:xfrm rot="0">
            <a:off x="1227829" y="2359451"/>
            <a:ext cx="14855615" cy="391431"/>
          </a:xfrm>
          <a:prstGeom prst="rect">
            <a:avLst/>
          </a:prstGeom>
        </p:spPr>
        <p:txBody>
          <a:bodyPr anchor="t" rtlCol="false" tIns="0" lIns="0" bIns="0" rIns="0">
            <a:spAutoFit/>
          </a:bodyPr>
          <a:lstStyle/>
          <a:p>
            <a:pPr algn="l">
              <a:lnSpc>
                <a:spcPts val="3100"/>
              </a:lnSpc>
            </a:pPr>
            <a:r>
              <a:rPr lang="en-US" sz="2214">
                <a:solidFill>
                  <a:srgbClr val="2C2C2C"/>
                </a:solidFill>
                <a:latin typeface="Roboto"/>
                <a:ea typeface="Roboto"/>
                <a:cs typeface="Roboto"/>
                <a:sym typeface="Roboto"/>
              </a:rPr>
              <a:t>Estudio de las mejores Representaciones Gráficas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5492349" y="5837484"/>
            <a:ext cx="2015499" cy="692586"/>
            <a:chOff x="0" y="0"/>
            <a:chExt cx="2687332" cy="923448"/>
          </a:xfrm>
        </p:grpSpPr>
        <p:sp>
          <p:nvSpPr>
            <p:cNvPr name="AutoShape 13" id="1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3079347">
              <a:off x="1991484" y="153550"/>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10833195" y="3898671"/>
            <a:ext cx="1981411" cy="687726"/>
            <a:chOff x="0" y="0"/>
            <a:chExt cx="2641881" cy="916967"/>
          </a:xfrm>
        </p:grpSpPr>
        <p:sp>
          <p:nvSpPr>
            <p:cNvPr name="AutoShape 18" id="1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7720652">
              <a:off x="70929" y="281474"/>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7050100" y="6553882"/>
            <a:ext cx="1856888" cy="2480980"/>
            <a:chOff x="0" y="0"/>
            <a:chExt cx="2475851" cy="3307973"/>
          </a:xfrm>
        </p:grpSpPr>
        <p:sp>
          <p:nvSpPr>
            <p:cNvPr name="AutoShape 23" id="23"/>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0">
              <a:off x="1535191" y="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10779680" y="5705383"/>
            <a:ext cx="2023228" cy="1060193"/>
            <a:chOff x="0" y="0"/>
            <a:chExt cx="2697637" cy="1413591"/>
          </a:xfrm>
        </p:grpSpPr>
        <p:sp>
          <p:nvSpPr>
            <p:cNvPr name="AutoShape 28" id="28"/>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2700000">
              <a:off x="78876" y="150363"/>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466142" y="3058383"/>
            <a:ext cx="5185998" cy="1821289"/>
            <a:chOff x="0" y="0"/>
            <a:chExt cx="1365860" cy="479681"/>
          </a:xfrm>
        </p:grpSpPr>
        <p:sp>
          <p:nvSpPr>
            <p:cNvPr name="Freeform 33" id="33"/>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34" id="34"/>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5" id="35"/>
          <p:cNvGrpSpPr/>
          <p:nvPr/>
        </p:nvGrpSpPr>
        <p:grpSpPr>
          <a:xfrm rot="0">
            <a:off x="12635860" y="3058383"/>
            <a:ext cx="5185998" cy="1821289"/>
            <a:chOff x="0" y="0"/>
            <a:chExt cx="1365860" cy="479681"/>
          </a:xfrm>
        </p:grpSpPr>
        <p:sp>
          <p:nvSpPr>
            <p:cNvPr name="Freeform 36" id="36"/>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37" id="37"/>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8" id="38"/>
          <p:cNvGrpSpPr/>
          <p:nvPr/>
        </p:nvGrpSpPr>
        <p:grpSpPr>
          <a:xfrm rot="0">
            <a:off x="907692" y="3438247"/>
            <a:ext cx="1061561" cy="106156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1" id="41"/>
          <p:cNvGrpSpPr/>
          <p:nvPr/>
        </p:nvGrpSpPr>
        <p:grpSpPr>
          <a:xfrm rot="0">
            <a:off x="13077410" y="3438247"/>
            <a:ext cx="1061561" cy="106156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4" id="44"/>
          <p:cNvGrpSpPr/>
          <p:nvPr/>
        </p:nvGrpSpPr>
        <p:grpSpPr>
          <a:xfrm rot="0">
            <a:off x="466142" y="5407328"/>
            <a:ext cx="5185998" cy="1821289"/>
            <a:chOff x="0" y="0"/>
            <a:chExt cx="1365860" cy="479681"/>
          </a:xfrm>
        </p:grpSpPr>
        <p:sp>
          <p:nvSpPr>
            <p:cNvPr name="Freeform 45" id="4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46" id="4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47" id="47"/>
          <p:cNvGrpSpPr/>
          <p:nvPr/>
        </p:nvGrpSpPr>
        <p:grpSpPr>
          <a:xfrm rot="0">
            <a:off x="12635860" y="5407328"/>
            <a:ext cx="5185998" cy="1821289"/>
            <a:chOff x="0" y="0"/>
            <a:chExt cx="1365860" cy="479681"/>
          </a:xfrm>
        </p:grpSpPr>
        <p:sp>
          <p:nvSpPr>
            <p:cNvPr name="Freeform 48" id="4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49" id="4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0">
            <a:off x="907692" y="5787192"/>
            <a:ext cx="1061561" cy="106156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3077410" y="5787192"/>
            <a:ext cx="1061561" cy="106156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6" id="56"/>
          <p:cNvGrpSpPr/>
          <p:nvPr/>
        </p:nvGrpSpPr>
        <p:grpSpPr>
          <a:xfrm rot="0">
            <a:off x="1888242" y="709439"/>
            <a:ext cx="5185998" cy="1821289"/>
            <a:chOff x="0" y="0"/>
            <a:chExt cx="1365860" cy="479681"/>
          </a:xfrm>
        </p:grpSpPr>
        <p:sp>
          <p:nvSpPr>
            <p:cNvPr name="Freeform 57" id="57"/>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58" id="58"/>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9237587" y="1274385"/>
            <a:ext cx="2000503" cy="2543079"/>
            <a:chOff x="0" y="0"/>
            <a:chExt cx="2667337" cy="3390773"/>
          </a:xfrm>
        </p:grpSpPr>
        <p:sp>
          <p:nvSpPr>
            <p:cNvPr name="AutoShape 60" id="60"/>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61" id="61"/>
            <p:cNvGrpSpPr/>
            <p:nvPr/>
          </p:nvGrpSpPr>
          <p:grpSpPr>
            <a:xfrm rot="-10800000">
              <a:off x="287331" y="2908829"/>
              <a:ext cx="624919" cy="481944"/>
              <a:chOff x="0" y="0"/>
              <a:chExt cx="922188" cy="711200"/>
            </a:xfrm>
          </p:grpSpPr>
          <p:sp>
            <p:nvSpPr>
              <p:cNvPr name="Freeform 62" id="6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63" id="6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64" id="64"/>
          <p:cNvGrpSpPr/>
          <p:nvPr/>
        </p:nvGrpSpPr>
        <p:grpSpPr>
          <a:xfrm rot="0">
            <a:off x="11213760" y="709439"/>
            <a:ext cx="5185998" cy="1821289"/>
            <a:chOff x="0" y="0"/>
            <a:chExt cx="1365860" cy="479681"/>
          </a:xfrm>
        </p:grpSpPr>
        <p:sp>
          <p:nvSpPr>
            <p:cNvPr name="Freeform 65" id="6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a:ln cap="rnd">
              <a:noFill/>
              <a:prstDash val="solid"/>
              <a:round/>
            </a:ln>
          </p:spPr>
        </p:sp>
        <p:sp>
          <p:nvSpPr>
            <p:cNvPr name="TextBox 66" id="66"/>
            <p:cNvSpPr txBox="true"/>
            <p:nvPr/>
          </p:nvSpPr>
          <p:spPr>
            <a:xfrm>
              <a:off x="0" y="-47625"/>
              <a:ext cx="1365860" cy="527306"/>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67" id="67"/>
          <p:cNvGrpSpPr/>
          <p:nvPr/>
        </p:nvGrpSpPr>
        <p:grpSpPr>
          <a:xfrm rot="0">
            <a:off x="2329792" y="1089303"/>
            <a:ext cx="1061561" cy="10615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70" id="70"/>
          <p:cNvGrpSpPr/>
          <p:nvPr/>
        </p:nvGrpSpPr>
        <p:grpSpPr>
          <a:xfrm rot="0">
            <a:off x="11655310" y="1089303"/>
            <a:ext cx="1061561" cy="106156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73" id="73"/>
          <p:cNvSpPr txBox="true"/>
          <p:nvPr/>
        </p:nvSpPr>
        <p:spPr>
          <a:xfrm rot="0">
            <a:off x="11793052"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74" id="74"/>
          <p:cNvGrpSpPr/>
          <p:nvPr/>
        </p:nvGrpSpPr>
        <p:grpSpPr>
          <a:xfrm rot="0">
            <a:off x="1888242" y="7756273"/>
            <a:ext cx="5185998" cy="1821289"/>
            <a:chOff x="0" y="0"/>
            <a:chExt cx="1365860" cy="479681"/>
          </a:xfrm>
        </p:grpSpPr>
        <p:sp>
          <p:nvSpPr>
            <p:cNvPr name="Freeform 75" id="7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p:spPr>
        </p:sp>
        <p:sp>
          <p:nvSpPr>
            <p:cNvPr name="TextBox 76" id="7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77" id="77"/>
          <p:cNvGrpSpPr/>
          <p:nvPr/>
        </p:nvGrpSpPr>
        <p:grpSpPr>
          <a:xfrm rot="0">
            <a:off x="11213760" y="7756273"/>
            <a:ext cx="5185998" cy="1821289"/>
            <a:chOff x="0" y="0"/>
            <a:chExt cx="1365860" cy="479681"/>
          </a:xfrm>
        </p:grpSpPr>
        <p:sp>
          <p:nvSpPr>
            <p:cNvPr name="Freeform 78" id="7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79" id="7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80" id="80"/>
          <p:cNvGrpSpPr/>
          <p:nvPr/>
        </p:nvGrpSpPr>
        <p:grpSpPr>
          <a:xfrm rot="0">
            <a:off x="2329792" y="8136137"/>
            <a:ext cx="1061561" cy="1061561"/>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11655310" y="8136137"/>
            <a:ext cx="1061561" cy="106156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86" id="86"/>
          <p:cNvSpPr txBox="true"/>
          <p:nvPr/>
        </p:nvSpPr>
        <p:spPr>
          <a:xfrm rot="0">
            <a:off x="104543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87" id="87"/>
          <p:cNvSpPr txBox="true"/>
          <p:nvPr/>
        </p:nvSpPr>
        <p:spPr>
          <a:xfrm rot="0">
            <a:off x="13215152"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88" id="88"/>
          <p:cNvSpPr txBox="true"/>
          <p:nvPr/>
        </p:nvSpPr>
        <p:spPr>
          <a:xfrm rot="0">
            <a:off x="2079964"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24968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90" id="90"/>
          <p:cNvSpPr txBox="true"/>
          <p:nvPr/>
        </p:nvSpPr>
        <p:spPr>
          <a:xfrm rot="0">
            <a:off x="2079964"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1" id="91"/>
          <p:cNvSpPr txBox="true"/>
          <p:nvPr/>
        </p:nvSpPr>
        <p:spPr>
          <a:xfrm rot="0">
            <a:off x="14249682"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2" id="92"/>
          <p:cNvSpPr txBox="true"/>
          <p:nvPr/>
        </p:nvSpPr>
        <p:spPr>
          <a:xfrm rot="0">
            <a:off x="104543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93" id="93"/>
          <p:cNvSpPr txBox="true"/>
          <p:nvPr/>
        </p:nvSpPr>
        <p:spPr>
          <a:xfrm rot="0">
            <a:off x="13215152"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94" id="94"/>
          <p:cNvSpPr txBox="true"/>
          <p:nvPr/>
        </p:nvSpPr>
        <p:spPr>
          <a:xfrm rot="0">
            <a:off x="2079964"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95" id="95"/>
          <p:cNvSpPr txBox="true"/>
          <p:nvPr/>
        </p:nvSpPr>
        <p:spPr>
          <a:xfrm rot="0">
            <a:off x="1424968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96" id="96"/>
          <p:cNvSpPr txBox="true"/>
          <p:nvPr/>
        </p:nvSpPr>
        <p:spPr>
          <a:xfrm rot="0">
            <a:off x="2079964"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7" id="97"/>
          <p:cNvSpPr txBox="true"/>
          <p:nvPr/>
        </p:nvSpPr>
        <p:spPr>
          <a:xfrm rot="0">
            <a:off x="14249682"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8" id="98"/>
          <p:cNvSpPr txBox="true"/>
          <p:nvPr/>
        </p:nvSpPr>
        <p:spPr>
          <a:xfrm rot="0">
            <a:off x="2467534"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99" id="99"/>
          <p:cNvSpPr txBox="true"/>
          <p:nvPr/>
        </p:nvSpPr>
        <p:spPr>
          <a:xfrm rot="0">
            <a:off x="3502064"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100" id="100"/>
          <p:cNvSpPr txBox="true"/>
          <p:nvPr/>
        </p:nvSpPr>
        <p:spPr>
          <a:xfrm rot="0">
            <a:off x="1282758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101" id="101"/>
          <p:cNvSpPr txBox="true"/>
          <p:nvPr/>
        </p:nvSpPr>
        <p:spPr>
          <a:xfrm rot="0">
            <a:off x="3502064"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2" id="102"/>
          <p:cNvSpPr txBox="true"/>
          <p:nvPr/>
        </p:nvSpPr>
        <p:spPr>
          <a:xfrm rot="0">
            <a:off x="12827583"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3" id="103"/>
          <p:cNvSpPr txBox="true"/>
          <p:nvPr/>
        </p:nvSpPr>
        <p:spPr>
          <a:xfrm rot="0">
            <a:off x="2467534"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104" id="104"/>
          <p:cNvSpPr txBox="true"/>
          <p:nvPr/>
        </p:nvSpPr>
        <p:spPr>
          <a:xfrm rot="0">
            <a:off x="11793052"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105" id="105"/>
          <p:cNvSpPr txBox="true"/>
          <p:nvPr/>
        </p:nvSpPr>
        <p:spPr>
          <a:xfrm rot="0">
            <a:off x="3502064"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Innovative idea</a:t>
            </a:r>
          </a:p>
        </p:txBody>
      </p:sp>
      <p:sp>
        <p:nvSpPr>
          <p:cNvPr name="TextBox 106" id="106"/>
          <p:cNvSpPr txBox="true"/>
          <p:nvPr/>
        </p:nvSpPr>
        <p:spPr>
          <a:xfrm rot="0">
            <a:off x="1282758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Brilliant idea</a:t>
            </a:r>
          </a:p>
        </p:txBody>
      </p:sp>
      <p:sp>
        <p:nvSpPr>
          <p:cNvPr name="TextBox 107" id="107"/>
          <p:cNvSpPr txBox="true"/>
          <p:nvPr/>
        </p:nvSpPr>
        <p:spPr>
          <a:xfrm rot="0">
            <a:off x="3502064"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8" id="108"/>
          <p:cNvSpPr txBox="true"/>
          <p:nvPr/>
        </p:nvSpPr>
        <p:spPr>
          <a:xfrm rot="0">
            <a:off x="12827583"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9" id="109"/>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grpSp>
        <p:nvGrpSpPr>
          <p:cNvPr name="Group 110" id="110"/>
          <p:cNvGrpSpPr/>
          <p:nvPr/>
        </p:nvGrpSpPr>
        <p:grpSpPr>
          <a:xfrm rot="0">
            <a:off x="5504047" y="3663164"/>
            <a:ext cx="2057316" cy="1055333"/>
            <a:chOff x="0" y="0"/>
            <a:chExt cx="2743089" cy="1407111"/>
          </a:xfrm>
        </p:grpSpPr>
        <p:sp>
          <p:nvSpPr>
            <p:cNvPr name="AutoShape 111" id="111"/>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112" id="112"/>
            <p:cNvGrpSpPr/>
            <p:nvPr/>
          </p:nvGrpSpPr>
          <p:grpSpPr>
            <a:xfrm rot="8100000">
              <a:off x="2039294" y="774804"/>
              <a:ext cx="624919" cy="481944"/>
              <a:chOff x="0" y="0"/>
              <a:chExt cx="922188" cy="711200"/>
            </a:xfrm>
          </p:grpSpPr>
          <p:sp>
            <p:nvSpPr>
              <p:cNvPr name="Freeform 113" id="11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114" id="11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194659"/>
            <a:ext cx="6487386" cy="1614426"/>
            <a:chOff x="0" y="0"/>
            <a:chExt cx="1708612" cy="425199"/>
          </a:xfrm>
        </p:grpSpPr>
        <p:sp>
          <p:nvSpPr>
            <p:cNvPr name="Freeform 3" id="3"/>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EAE0FF"/>
            </a:solidFill>
          </p:spPr>
        </p:sp>
        <p:sp>
          <p:nvSpPr>
            <p:cNvPr name="TextBox 4" id="4"/>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1028700" y="4105039"/>
            <a:ext cx="6487386" cy="1614426"/>
            <a:chOff x="0" y="0"/>
            <a:chExt cx="1708612" cy="425199"/>
          </a:xfrm>
        </p:grpSpPr>
        <p:sp>
          <p:nvSpPr>
            <p:cNvPr name="Freeform 6" id="6"/>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BEC4"/>
            </a:solidFill>
          </p:spPr>
        </p:sp>
        <p:sp>
          <p:nvSpPr>
            <p:cNvPr name="TextBox 7" id="7"/>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8" id="8"/>
          <p:cNvGrpSpPr/>
          <p:nvPr/>
        </p:nvGrpSpPr>
        <p:grpSpPr>
          <a:xfrm rot="0">
            <a:off x="6512647" y="2471978"/>
            <a:ext cx="1795570" cy="1059788"/>
            <a:chOff x="0" y="0"/>
            <a:chExt cx="921211" cy="543720"/>
          </a:xfrm>
        </p:grpSpPr>
        <p:sp>
          <p:nvSpPr>
            <p:cNvPr name="Freeform 9" id="9"/>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9366E4"/>
            </a:solidFill>
          </p:spPr>
        </p:sp>
        <p:sp>
          <p:nvSpPr>
            <p:cNvPr name="TextBox 10" id="10"/>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6512647" y="4382358"/>
            <a:ext cx="1795570" cy="1059788"/>
            <a:chOff x="0" y="0"/>
            <a:chExt cx="921211" cy="543720"/>
          </a:xfrm>
        </p:grpSpPr>
        <p:sp>
          <p:nvSpPr>
            <p:cNvPr name="Freeform 12" id="12"/>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E46671"/>
            </a:solidFill>
          </p:spPr>
        </p:sp>
        <p:sp>
          <p:nvSpPr>
            <p:cNvPr name="TextBox 13" id="13"/>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14" id="14"/>
          <p:cNvSpPr txBox="true"/>
          <p:nvPr/>
        </p:nvSpPr>
        <p:spPr>
          <a:xfrm rot="0">
            <a:off x="7153809" y="2585348"/>
            <a:ext cx="724554" cy="778822"/>
          </a:xfrm>
          <a:prstGeom prst="rect">
            <a:avLst/>
          </a:prstGeom>
        </p:spPr>
        <p:txBody>
          <a:bodyPr anchor="t" rtlCol="false" tIns="0" lIns="0" bIns="0" rIns="0">
            <a:spAutoFit/>
          </a:bodyPr>
          <a:lstStyle/>
          <a:p>
            <a:pPr algn="ctr" marL="0" indent="0" lvl="1">
              <a:lnSpc>
                <a:spcPts val="6422"/>
              </a:lnSpc>
            </a:pPr>
            <a:r>
              <a:rPr lang="en-US" b="true" sz="4587" spc="192">
                <a:solidFill>
                  <a:srgbClr val="FFFFFF"/>
                </a:solidFill>
                <a:latin typeface="Montserrat Ultra-Bold"/>
                <a:ea typeface="Montserrat Ultra-Bold"/>
                <a:cs typeface="Montserrat Ultra-Bold"/>
                <a:sym typeface="Montserrat Ultra-Bold"/>
              </a:rPr>
              <a:t>01</a:t>
            </a:r>
          </a:p>
        </p:txBody>
      </p:sp>
      <p:sp>
        <p:nvSpPr>
          <p:cNvPr name="TextBox 15" id="15"/>
          <p:cNvSpPr txBox="true"/>
          <p:nvPr/>
        </p:nvSpPr>
        <p:spPr>
          <a:xfrm rot="0">
            <a:off x="6953337" y="449572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02</a:t>
            </a:r>
          </a:p>
        </p:txBody>
      </p:sp>
      <p:grpSp>
        <p:nvGrpSpPr>
          <p:cNvPr name="Group 16" id="16"/>
          <p:cNvGrpSpPr/>
          <p:nvPr/>
        </p:nvGrpSpPr>
        <p:grpSpPr>
          <a:xfrm rot="0">
            <a:off x="1028700" y="6015419"/>
            <a:ext cx="6487386" cy="1614426"/>
            <a:chOff x="0" y="0"/>
            <a:chExt cx="1708612" cy="425199"/>
          </a:xfrm>
        </p:grpSpPr>
        <p:sp>
          <p:nvSpPr>
            <p:cNvPr name="Freeform 17" id="17"/>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B5EBEF"/>
            </a:solidFill>
          </p:spPr>
        </p:sp>
        <p:sp>
          <p:nvSpPr>
            <p:cNvPr name="TextBox 18" id="18"/>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19" id="19"/>
          <p:cNvGrpSpPr/>
          <p:nvPr/>
        </p:nvGrpSpPr>
        <p:grpSpPr>
          <a:xfrm rot="0">
            <a:off x="1028700" y="7925799"/>
            <a:ext cx="6487386" cy="1614426"/>
            <a:chOff x="0" y="0"/>
            <a:chExt cx="1708612" cy="425199"/>
          </a:xfrm>
        </p:grpSpPr>
        <p:sp>
          <p:nvSpPr>
            <p:cNvPr name="Freeform 20" id="20"/>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E8A3"/>
            </a:solidFill>
          </p:spPr>
        </p:sp>
        <p:sp>
          <p:nvSpPr>
            <p:cNvPr name="TextBox 21" id="21"/>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22" id="22"/>
          <p:cNvGrpSpPr/>
          <p:nvPr/>
        </p:nvGrpSpPr>
        <p:grpSpPr>
          <a:xfrm rot="0">
            <a:off x="6512647" y="6292738"/>
            <a:ext cx="1795570" cy="1059788"/>
            <a:chOff x="0" y="0"/>
            <a:chExt cx="921211" cy="543720"/>
          </a:xfrm>
        </p:grpSpPr>
        <p:sp>
          <p:nvSpPr>
            <p:cNvPr name="Freeform 23" id="23"/>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38AEB6"/>
            </a:solidFill>
          </p:spPr>
        </p:sp>
        <p:sp>
          <p:nvSpPr>
            <p:cNvPr name="TextBox 24" id="24"/>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6953337" y="640610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03</a:t>
            </a:r>
          </a:p>
        </p:txBody>
      </p:sp>
      <p:grpSp>
        <p:nvGrpSpPr>
          <p:cNvPr name="Group 26" id="26"/>
          <p:cNvGrpSpPr/>
          <p:nvPr/>
        </p:nvGrpSpPr>
        <p:grpSpPr>
          <a:xfrm rot="0">
            <a:off x="6512647" y="8203118"/>
            <a:ext cx="1795570" cy="1059788"/>
            <a:chOff x="0" y="0"/>
            <a:chExt cx="921211" cy="543720"/>
          </a:xfrm>
        </p:grpSpPr>
        <p:sp>
          <p:nvSpPr>
            <p:cNvPr name="Freeform 27" id="27"/>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DDA707"/>
            </a:solidFill>
          </p:spPr>
        </p:sp>
        <p:sp>
          <p:nvSpPr>
            <p:cNvPr name="TextBox 28" id="28"/>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6953337" y="8316488"/>
            <a:ext cx="904789"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04</a:t>
            </a:r>
          </a:p>
        </p:txBody>
      </p:sp>
      <p:grpSp>
        <p:nvGrpSpPr>
          <p:cNvPr name="Group 30" id="30"/>
          <p:cNvGrpSpPr/>
          <p:nvPr/>
        </p:nvGrpSpPr>
        <p:grpSpPr>
          <a:xfrm rot="0">
            <a:off x="9128157" y="2385687"/>
            <a:ext cx="7753260" cy="1230586"/>
            <a:chOff x="0" y="0"/>
            <a:chExt cx="10337680" cy="1640781"/>
          </a:xfrm>
        </p:grpSpPr>
        <p:sp>
          <p:nvSpPr>
            <p:cNvPr name="TextBox 31" id="31"/>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2" id="32"/>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Analysis</a:t>
              </a:r>
            </a:p>
          </p:txBody>
        </p:sp>
      </p:grpSp>
      <p:grpSp>
        <p:nvGrpSpPr>
          <p:cNvPr name="Group 33" id="33"/>
          <p:cNvGrpSpPr/>
          <p:nvPr/>
        </p:nvGrpSpPr>
        <p:grpSpPr>
          <a:xfrm rot="0">
            <a:off x="9128157" y="6235593"/>
            <a:ext cx="7753260" cy="1230586"/>
            <a:chOff x="0" y="0"/>
            <a:chExt cx="10337680" cy="1640781"/>
          </a:xfrm>
        </p:grpSpPr>
        <p:sp>
          <p:nvSpPr>
            <p:cNvPr name="TextBox 34" id="34"/>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5" id="35"/>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Solutions</a:t>
              </a:r>
            </a:p>
          </p:txBody>
        </p:sp>
      </p:grpSp>
      <p:grpSp>
        <p:nvGrpSpPr>
          <p:cNvPr name="Group 36" id="36"/>
          <p:cNvGrpSpPr/>
          <p:nvPr/>
        </p:nvGrpSpPr>
        <p:grpSpPr>
          <a:xfrm rot="0">
            <a:off x="9128157" y="4304462"/>
            <a:ext cx="7753260" cy="1242943"/>
            <a:chOff x="0" y="0"/>
            <a:chExt cx="10337680" cy="1657257"/>
          </a:xfrm>
        </p:grpSpPr>
        <p:sp>
          <p:nvSpPr>
            <p:cNvPr name="TextBox 37" id="37"/>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8" id="38"/>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Problem</a:t>
              </a:r>
            </a:p>
          </p:txBody>
        </p:sp>
      </p:grpSp>
      <p:grpSp>
        <p:nvGrpSpPr>
          <p:cNvPr name="Group 39" id="39"/>
          <p:cNvGrpSpPr/>
          <p:nvPr/>
        </p:nvGrpSpPr>
        <p:grpSpPr>
          <a:xfrm rot="0">
            <a:off x="9128157" y="8154367"/>
            <a:ext cx="7753260" cy="1242943"/>
            <a:chOff x="0" y="0"/>
            <a:chExt cx="10337680" cy="1657257"/>
          </a:xfrm>
        </p:grpSpPr>
        <p:sp>
          <p:nvSpPr>
            <p:cNvPr name="TextBox 40" id="40"/>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41" id="41"/>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Results</a:t>
              </a:r>
            </a:p>
          </p:txBody>
        </p:sp>
      </p:grpSp>
      <p:sp>
        <p:nvSpPr>
          <p:cNvPr name="TextBox 42" id="42"/>
          <p:cNvSpPr txBox="true"/>
          <p:nvPr/>
        </p:nvSpPr>
        <p:spPr>
          <a:xfrm rot="0">
            <a:off x="1667326" y="2624614"/>
            <a:ext cx="4673519" cy="571946"/>
          </a:xfrm>
          <a:prstGeom prst="rect">
            <a:avLst/>
          </a:prstGeom>
        </p:spPr>
        <p:txBody>
          <a:bodyPr anchor="t" rtlCol="false" tIns="0" lIns="0" bIns="0" rIns="0">
            <a:spAutoFit/>
          </a:bodyPr>
          <a:lstStyle/>
          <a:p>
            <a:pPr algn="l" marL="0" indent="0" lvl="0">
              <a:lnSpc>
                <a:spcPts val="4700"/>
              </a:lnSpc>
              <a:spcBef>
                <a:spcPct val="0"/>
              </a:spcBef>
            </a:pPr>
            <a:r>
              <a:rPr lang="en-US" b="true" sz="3357">
                <a:solidFill>
                  <a:srgbClr val="1C1C1A"/>
                </a:solidFill>
                <a:latin typeface="Montserrat Ultra-Bold"/>
                <a:ea typeface="Montserrat Ultra-Bold"/>
                <a:cs typeface="Montserrat Ultra-Bold"/>
                <a:sym typeface="Montserrat Ultra-Bold"/>
              </a:rPr>
              <a:t>Gr</a:t>
            </a:r>
            <a:r>
              <a:rPr lang="en-US" b="true" sz="3357">
                <a:solidFill>
                  <a:srgbClr val="1C1C1A"/>
                </a:solidFill>
                <a:latin typeface="Montserrat Ultra-Bold"/>
                <a:ea typeface="Montserrat Ultra-Bold"/>
                <a:cs typeface="Montserrat Ultra-Bold"/>
                <a:sym typeface="Montserrat Ultra-Bold"/>
              </a:rPr>
              <a:t>eat idea</a:t>
            </a:r>
          </a:p>
        </p:txBody>
      </p:sp>
      <p:sp>
        <p:nvSpPr>
          <p:cNvPr name="TextBox 43" id="43"/>
          <p:cNvSpPr txBox="true"/>
          <p:nvPr/>
        </p:nvSpPr>
        <p:spPr>
          <a:xfrm rot="0">
            <a:off x="1667326" y="4588706"/>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Creative idea</a:t>
            </a:r>
          </a:p>
        </p:txBody>
      </p:sp>
      <p:sp>
        <p:nvSpPr>
          <p:cNvPr name="TextBox 44" id="44"/>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5" id="45"/>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Four ideas</a:t>
            </a:r>
          </a:p>
        </p:txBody>
      </p:sp>
      <p:sp>
        <p:nvSpPr>
          <p:cNvPr name="TextBox 46" id="46"/>
          <p:cNvSpPr txBox="true"/>
          <p:nvPr/>
        </p:nvSpPr>
        <p:spPr>
          <a:xfrm rot="0">
            <a:off x="1667326" y="6561243"/>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Simple idea</a:t>
            </a:r>
          </a:p>
        </p:txBody>
      </p:sp>
      <p:sp>
        <p:nvSpPr>
          <p:cNvPr name="TextBox 47" id="47"/>
          <p:cNvSpPr txBox="true"/>
          <p:nvPr/>
        </p:nvSpPr>
        <p:spPr>
          <a:xfrm rot="0">
            <a:off x="1667326" y="8533780"/>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Original idea</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27310" y="1952417"/>
            <a:ext cx="14031990" cy="1419831"/>
            <a:chOff x="0" y="0"/>
            <a:chExt cx="6903175" cy="698500"/>
          </a:xfrm>
        </p:grpSpPr>
        <p:sp>
          <p:nvSpPr>
            <p:cNvPr name="Freeform 3" id="3"/>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FFBD59"/>
            </a:solidFill>
          </p:spPr>
        </p:sp>
        <p:sp>
          <p:nvSpPr>
            <p:cNvPr name="TextBox 4" id="4"/>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5" id="5"/>
          <p:cNvGrpSpPr/>
          <p:nvPr/>
        </p:nvGrpSpPr>
        <p:grpSpPr>
          <a:xfrm rot="0">
            <a:off x="3227310" y="5607223"/>
            <a:ext cx="14031990" cy="1419831"/>
            <a:chOff x="0" y="0"/>
            <a:chExt cx="6903175" cy="698500"/>
          </a:xfrm>
        </p:grpSpPr>
        <p:sp>
          <p:nvSpPr>
            <p:cNvPr name="Freeform 6" id="6"/>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CB6CE6"/>
            </a:solidFill>
          </p:spPr>
        </p:sp>
        <p:sp>
          <p:nvSpPr>
            <p:cNvPr name="TextBox 7" id="7"/>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8" id="8"/>
          <p:cNvGrpSpPr/>
          <p:nvPr/>
        </p:nvGrpSpPr>
        <p:grpSpPr>
          <a:xfrm rot="0">
            <a:off x="3227310" y="3781421"/>
            <a:ext cx="14031990" cy="1419831"/>
            <a:chOff x="0" y="0"/>
            <a:chExt cx="6903175" cy="698500"/>
          </a:xfrm>
        </p:grpSpPr>
        <p:sp>
          <p:nvSpPr>
            <p:cNvPr name="Freeform 9" id="9"/>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57C37F"/>
            </a:solidFill>
          </p:spPr>
        </p:sp>
        <p:sp>
          <p:nvSpPr>
            <p:cNvPr name="TextBox 10" id="10"/>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11" id="11"/>
          <p:cNvGrpSpPr/>
          <p:nvPr/>
        </p:nvGrpSpPr>
        <p:grpSpPr>
          <a:xfrm rot="0">
            <a:off x="3227310" y="7436228"/>
            <a:ext cx="14031990" cy="1419831"/>
            <a:chOff x="0" y="0"/>
            <a:chExt cx="6903175" cy="698500"/>
          </a:xfrm>
        </p:grpSpPr>
        <p:sp>
          <p:nvSpPr>
            <p:cNvPr name="Freeform 12" id="12"/>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0CC0DF"/>
            </a:solidFill>
          </p:spPr>
        </p:sp>
        <p:sp>
          <p:nvSpPr>
            <p:cNvPr name="TextBox 13" id="13"/>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14" id="14"/>
          <p:cNvGrpSpPr/>
          <p:nvPr/>
        </p:nvGrpSpPr>
        <p:grpSpPr>
          <a:xfrm rot="0">
            <a:off x="1280373" y="1952417"/>
            <a:ext cx="1652167" cy="1419831"/>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BD59"/>
            </a:solidFill>
            <a:ln cap="sq">
              <a:noFill/>
              <a:prstDash val="solid"/>
              <a:miter/>
            </a:ln>
          </p:spPr>
        </p:sp>
        <p:sp>
          <p:nvSpPr>
            <p:cNvPr name="TextBox 16" id="16"/>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01</a:t>
              </a:r>
            </a:p>
          </p:txBody>
        </p:sp>
      </p:grpSp>
      <p:grpSp>
        <p:nvGrpSpPr>
          <p:cNvPr name="Group 17" id="17"/>
          <p:cNvGrpSpPr/>
          <p:nvPr/>
        </p:nvGrpSpPr>
        <p:grpSpPr>
          <a:xfrm rot="0">
            <a:off x="1280373" y="5607223"/>
            <a:ext cx="1652167" cy="1419831"/>
            <a:chOff x="0" y="0"/>
            <a:chExt cx="812800" cy="698500"/>
          </a:xfrm>
        </p:grpSpPr>
        <p:sp>
          <p:nvSpPr>
            <p:cNvPr name="Freeform 18" id="1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CB6CE6"/>
            </a:solidFill>
            <a:ln cap="sq">
              <a:noFill/>
              <a:prstDash val="solid"/>
              <a:miter/>
            </a:ln>
          </p:spPr>
        </p:sp>
        <p:sp>
          <p:nvSpPr>
            <p:cNvPr name="TextBox 19" id="19"/>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03</a:t>
              </a:r>
            </a:p>
          </p:txBody>
        </p:sp>
      </p:grpSp>
      <p:grpSp>
        <p:nvGrpSpPr>
          <p:cNvPr name="Group 20" id="20"/>
          <p:cNvGrpSpPr/>
          <p:nvPr/>
        </p:nvGrpSpPr>
        <p:grpSpPr>
          <a:xfrm rot="0">
            <a:off x="1280373" y="3781421"/>
            <a:ext cx="1652167" cy="1419831"/>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57C37F"/>
            </a:solidFill>
            <a:ln cap="sq">
              <a:noFill/>
              <a:prstDash val="solid"/>
              <a:miter/>
            </a:ln>
          </p:spPr>
        </p:sp>
        <p:sp>
          <p:nvSpPr>
            <p:cNvPr name="TextBox 22" id="22"/>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02</a:t>
              </a:r>
            </a:p>
          </p:txBody>
        </p:sp>
      </p:grpSp>
      <p:grpSp>
        <p:nvGrpSpPr>
          <p:cNvPr name="Group 23" id="23"/>
          <p:cNvGrpSpPr/>
          <p:nvPr/>
        </p:nvGrpSpPr>
        <p:grpSpPr>
          <a:xfrm rot="0">
            <a:off x="1280373" y="7436228"/>
            <a:ext cx="1652167" cy="1419831"/>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CC0DF"/>
            </a:solidFill>
            <a:ln cap="sq">
              <a:noFill/>
              <a:prstDash val="solid"/>
              <a:miter/>
            </a:ln>
          </p:spPr>
        </p:sp>
        <p:sp>
          <p:nvSpPr>
            <p:cNvPr name="TextBox 25" id="25"/>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04</a:t>
              </a:r>
            </a:p>
          </p:txBody>
        </p:sp>
      </p:grpSp>
      <p:sp>
        <p:nvSpPr>
          <p:cNvPr name="TextBox 26" id="26"/>
          <p:cNvSpPr txBox="true"/>
          <p:nvPr/>
        </p:nvSpPr>
        <p:spPr>
          <a:xfrm rot="0">
            <a:off x="4103898" y="981075"/>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Descripción de la tarea</a:t>
            </a:r>
          </a:p>
        </p:txBody>
      </p:sp>
      <p:sp>
        <p:nvSpPr>
          <p:cNvPr name="TextBox 27" id="27"/>
          <p:cNvSpPr txBox="true"/>
          <p:nvPr/>
        </p:nvSpPr>
        <p:spPr>
          <a:xfrm rot="0">
            <a:off x="8310276" y="990653"/>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Fecha de entrega</a:t>
            </a:r>
          </a:p>
        </p:txBody>
      </p:sp>
      <p:sp>
        <p:nvSpPr>
          <p:cNvPr name="TextBox 28" id="28"/>
          <p:cNvSpPr txBox="true"/>
          <p:nvPr/>
        </p:nvSpPr>
        <p:spPr>
          <a:xfrm rot="0">
            <a:off x="13050116" y="990653"/>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Miembros del equipo</a:t>
            </a:r>
          </a:p>
        </p:txBody>
      </p:sp>
      <p:sp>
        <p:nvSpPr>
          <p:cNvPr name="TextBox 29" id="29"/>
          <p:cNvSpPr txBox="true"/>
          <p:nvPr/>
        </p:nvSpPr>
        <p:spPr>
          <a:xfrm rot="0">
            <a:off x="4279727" y="2106016"/>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0" id="30"/>
          <p:cNvSpPr txBox="true"/>
          <p:nvPr/>
        </p:nvSpPr>
        <p:spPr>
          <a:xfrm rot="0">
            <a:off x="4279727" y="3935020"/>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1" id="31"/>
          <p:cNvSpPr txBox="true"/>
          <p:nvPr/>
        </p:nvSpPr>
        <p:spPr>
          <a:xfrm rot="0">
            <a:off x="4279727" y="5760822"/>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2" id="32"/>
          <p:cNvSpPr txBox="true"/>
          <p:nvPr/>
        </p:nvSpPr>
        <p:spPr>
          <a:xfrm rot="0">
            <a:off x="4279727" y="7589826"/>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3" id="33"/>
          <p:cNvSpPr txBox="true"/>
          <p:nvPr/>
        </p:nvSpPr>
        <p:spPr>
          <a:xfrm rot="0">
            <a:off x="8746288" y="2435670"/>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34" id="34"/>
          <p:cNvSpPr txBox="true"/>
          <p:nvPr/>
        </p:nvSpPr>
        <p:spPr>
          <a:xfrm rot="0">
            <a:off x="13050116" y="2016637"/>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Idaira Beltrán</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Iker Goikoetxea</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Iñaki Arizmendi</a:t>
            </a:r>
          </a:p>
        </p:txBody>
      </p:sp>
      <p:sp>
        <p:nvSpPr>
          <p:cNvPr name="TextBox 35" id="35"/>
          <p:cNvSpPr txBox="true"/>
          <p:nvPr/>
        </p:nvSpPr>
        <p:spPr>
          <a:xfrm rot="0">
            <a:off x="13050116" y="3845641"/>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Neus Barberà</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Noa Rocha</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Pablo Martín</a:t>
            </a:r>
          </a:p>
        </p:txBody>
      </p:sp>
      <p:sp>
        <p:nvSpPr>
          <p:cNvPr name="TextBox 36" id="36"/>
          <p:cNvSpPr txBox="true"/>
          <p:nvPr/>
        </p:nvSpPr>
        <p:spPr>
          <a:xfrm rot="0">
            <a:off x="13050116" y="5671443"/>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Rosalía Dopico</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Roser Castelló</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Unax Uriarte</a:t>
            </a:r>
          </a:p>
        </p:txBody>
      </p:sp>
      <p:sp>
        <p:nvSpPr>
          <p:cNvPr name="TextBox 37" id="37"/>
          <p:cNvSpPr txBox="true"/>
          <p:nvPr/>
        </p:nvSpPr>
        <p:spPr>
          <a:xfrm rot="0">
            <a:off x="13050116" y="7500447"/>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Arnau Martí</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Beatriz Iglesias</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Belén Castillo</a:t>
            </a:r>
          </a:p>
        </p:txBody>
      </p:sp>
      <p:sp>
        <p:nvSpPr>
          <p:cNvPr name="TextBox 38" id="38"/>
          <p:cNvSpPr txBox="true"/>
          <p:nvPr/>
        </p:nvSpPr>
        <p:spPr>
          <a:xfrm rot="0">
            <a:off x="8746288" y="4264675"/>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39" id="39"/>
          <p:cNvSpPr txBox="true"/>
          <p:nvPr/>
        </p:nvSpPr>
        <p:spPr>
          <a:xfrm rot="0">
            <a:off x="8746288" y="6090477"/>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40" id="40"/>
          <p:cNvSpPr txBox="true"/>
          <p:nvPr/>
        </p:nvSpPr>
        <p:spPr>
          <a:xfrm rot="0">
            <a:off x="8746288" y="7919481"/>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9" id="49"/>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Six ideas</a:t>
            </a:r>
          </a:p>
        </p:txBody>
      </p:sp>
      <p:sp>
        <p:nvSpPr>
          <p:cNvPr name="TextBox 50" id="50"/>
          <p:cNvSpPr txBox="true"/>
          <p:nvPr/>
        </p:nvSpPr>
        <p:spPr>
          <a:xfrm rot="0">
            <a:off x="3227338"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51" id="51"/>
          <p:cNvSpPr txBox="true"/>
          <p:nvPr/>
        </p:nvSpPr>
        <p:spPr>
          <a:xfrm rot="0">
            <a:off x="11376167"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Motivating idea</a:t>
            </a:r>
          </a:p>
        </p:txBody>
      </p:sp>
      <p:sp>
        <p:nvSpPr>
          <p:cNvPr name="TextBox 52" id="52"/>
          <p:cNvSpPr txBox="true"/>
          <p:nvPr/>
        </p:nvSpPr>
        <p:spPr>
          <a:xfrm rot="0">
            <a:off x="3227338"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53" id="53"/>
          <p:cNvSpPr txBox="true"/>
          <p:nvPr/>
        </p:nvSpPr>
        <p:spPr>
          <a:xfrm rot="0">
            <a:off x="11376167"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4" id="54"/>
          <p:cNvSpPr txBox="true"/>
          <p:nvPr/>
        </p:nvSpPr>
        <p:spPr>
          <a:xfrm rot="0">
            <a:off x="3227338"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57" id="57"/>
          <p:cNvSpPr txBox="true"/>
          <p:nvPr/>
        </p:nvSpPr>
        <p:spPr>
          <a:xfrm rot="0">
            <a:off x="11376167"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551431" y="4495196"/>
            <a:ext cx="17112407" cy="0"/>
          </a:xfrm>
          <a:prstGeom prst="line">
            <a:avLst/>
          </a:prstGeom>
          <a:ln cap="flat" w="47625">
            <a:solidFill>
              <a:srgbClr val="8D9193"/>
            </a:solidFill>
            <a:prstDash val="sysDot"/>
            <a:headEnd type="none" len="sm" w="sm"/>
            <a:tailEnd type="none" len="sm" w="sm"/>
          </a:ln>
        </p:spPr>
      </p:sp>
      <p:sp>
        <p:nvSpPr>
          <p:cNvPr name="AutoShape 3" id="3"/>
          <p:cNvSpPr/>
          <p:nvPr/>
        </p:nvSpPr>
        <p:spPr>
          <a:xfrm flipV="true">
            <a:off x="11683472" y="3541406"/>
            <a:ext cx="0" cy="1774230"/>
          </a:xfrm>
          <a:prstGeom prst="line">
            <a:avLst/>
          </a:prstGeom>
          <a:ln cap="flat" w="47625">
            <a:solidFill>
              <a:srgbClr val="8D9193"/>
            </a:solidFill>
            <a:prstDash val="sysDot"/>
            <a:headEnd type="none" len="sm" w="sm"/>
            <a:tailEnd type="none" len="sm" w="sm"/>
          </a:ln>
        </p:spPr>
      </p:sp>
      <p:grpSp>
        <p:nvGrpSpPr>
          <p:cNvPr name="Group 4" id="4"/>
          <p:cNvGrpSpPr/>
          <p:nvPr/>
        </p:nvGrpSpPr>
        <p:grpSpPr>
          <a:xfrm rot="0">
            <a:off x="334958" y="5315636"/>
            <a:ext cx="2381250" cy="4362025"/>
            <a:chOff x="0" y="0"/>
            <a:chExt cx="702036" cy="1286005"/>
          </a:xfrm>
        </p:grpSpPr>
        <p:sp>
          <p:nvSpPr>
            <p:cNvPr name="Freeform 5" id="5"/>
            <p:cNvSpPr/>
            <p:nvPr/>
          </p:nvSpPr>
          <p:spPr>
            <a:xfrm flipH="false" flipV="false" rot="0">
              <a:off x="0" y="0"/>
              <a:ext cx="702036" cy="1286005"/>
            </a:xfrm>
            <a:custGeom>
              <a:avLst/>
              <a:gdLst/>
              <a:ahLst/>
              <a:cxnLst/>
              <a:rect r="r" b="b" t="t" l="l"/>
              <a:pathLst>
                <a:path h="1286005" w="702036">
                  <a:moveTo>
                    <a:pt x="146304" y="0"/>
                  </a:moveTo>
                  <a:lnTo>
                    <a:pt x="555732" y="0"/>
                  </a:lnTo>
                  <a:cubicBezTo>
                    <a:pt x="594535" y="0"/>
                    <a:pt x="631748" y="15414"/>
                    <a:pt x="659185" y="42851"/>
                  </a:cubicBezTo>
                  <a:cubicBezTo>
                    <a:pt x="686622" y="70289"/>
                    <a:pt x="702036" y="107502"/>
                    <a:pt x="702036" y="146304"/>
                  </a:cubicBezTo>
                  <a:lnTo>
                    <a:pt x="702036" y="1139701"/>
                  </a:lnTo>
                  <a:cubicBezTo>
                    <a:pt x="702036" y="1178504"/>
                    <a:pt x="686622" y="1215717"/>
                    <a:pt x="659185" y="1243154"/>
                  </a:cubicBezTo>
                  <a:cubicBezTo>
                    <a:pt x="631748" y="1270591"/>
                    <a:pt x="594535" y="1286005"/>
                    <a:pt x="555732" y="1286005"/>
                  </a:cubicBezTo>
                  <a:lnTo>
                    <a:pt x="146304" y="1286005"/>
                  </a:lnTo>
                  <a:cubicBezTo>
                    <a:pt x="65503" y="1286005"/>
                    <a:pt x="0" y="1220503"/>
                    <a:pt x="0" y="1139701"/>
                  </a:cubicBezTo>
                  <a:lnTo>
                    <a:pt x="0" y="146304"/>
                  </a:lnTo>
                  <a:cubicBezTo>
                    <a:pt x="0" y="65503"/>
                    <a:pt x="65503" y="0"/>
                    <a:pt x="146304" y="0"/>
                  </a:cubicBezTo>
                  <a:close/>
                </a:path>
              </a:pathLst>
            </a:custGeom>
            <a:solidFill>
              <a:srgbClr val="EAE0FF"/>
            </a:solidFill>
            <a:ln cap="rnd">
              <a:noFill/>
              <a:prstDash val="solid"/>
              <a:round/>
            </a:ln>
          </p:spPr>
        </p:sp>
        <p:sp>
          <p:nvSpPr>
            <p:cNvPr name="TextBox 6" id="6"/>
            <p:cNvSpPr txBox="true"/>
            <p:nvPr/>
          </p:nvSpPr>
          <p:spPr>
            <a:xfrm>
              <a:off x="0" y="-38100"/>
              <a:ext cx="702036" cy="1324105"/>
            </a:xfrm>
            <a:prstGeom prst="rect">
              <a:avLst/>
            </a:prstGeom>
          </p:spPr>
          <p:txBody>
            <a:bodyPr anchor="ctr" rtlCol="false" tIns="71438" lIns="71438" bIns="71438" rIns="71438"/>
            <a:lstStyle/>
            <a:p>
              <a:pPr algn="ctr">
                <a:lnSpc>
                  <a:spcPts val="2756"/>
                </a:lnSpc>
              </a:pPr>
            </a:p>
          </p:txBody>
        </p:sp>
      </p:grpSp>
      <p:sp>
        <p:nvSpPr>
          <p:cNvPr name="AutoShape 7" id="7"/>
          <p:cNvSpPr/>
          <p:nvPr/>
        </p:nvSpPr>
        <p:spPr>
          <a:xfrm flipV="true">
            <a:off x="1525583" y="3541406"/>
            <a:ext cx="0" cy="1774230"/>
          </a:xfrm>
          <a:prstGeom prst="line">
            <a:avLst/>
          </a:prstGeom>
          <a:ln cap="flat" w="47625">
            <a:solidFill>
              <a:srgbClr val="8D9193"/>
            </a:solidFill>
            <a:prstDash val="sysDot"/>
            <a:headEnd type="none" len="sm" w="sm"/>
            <a:tailEnd type="none" len="sm" w="sm"/>
          </a:ln>
        </p:spPr>
      </p:sp>
      <p:grpSp>
        <p:nvGrpSpPr>
          <p:cNvPr name="Group 8" id="8"/>
          <p:cNvGrpSpPr/>
          <p:nvPr/>
        </p:nvGrpSpPr>
        <p:grpSpPr>
          <a:xfrm rot="0">
            <a:off x="864761" y="2219761"/>
            <a:ext cx="1321645" cy="13216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496883"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12" id="12"/>
          <p:cNvSpPr txBox="true"/>
          <p:nvPr/>
        </p:nvSpPr>
        <p:spPr>
          <a:xfrm rot="0">
            <a:off x="1163306" y="2500368"/>
            <a:ext cx="72455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grpSp>
        <p:nvGrpSpPr>
          <p:cNvPr name="Group 13" id="13"/>
          <p:cNvGrpSpPr/>
          <p:nvPr/>
        </p:nvGrpSpPr>
        <p:grpSpPr>
          <a:xfrm rot="0">
            <a:off x="1212142" y="4059831"/>
            <a:ext cx="626884" cy="483459"/>
            <a:chOff x="0" y="0"/>
            <a:chExt cx="922188" cy="711200"/>
          </a:xfrm>
        </p:grpSpPr>
        <p:sp>
          <p:nvSpPr>
            <p:cNvPr name="Freeform 14" id="14"/>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15" id="15"/>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6" id="16"/>
          <p:cNvSpPr txBox="true"/>
          <p:nvPr/>
        </p:nvSpPr>
        <p:spPr>
          <a:xfrm rot="0">
            <a:off x="784181"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Creative idea</a:t>
            </a:r>
          </a:p>
        </p:txBody>
      </p:sp>
      <p:grpSp>
        <p:nvGrpSpPr>
          <p:cNvPr name="Group 17" id="17"/>
          <p:cNvGrpSpPr/>
          <p:nvPr/>
        </p:nvGrpSpPr>
        <p:grpSpPr>
          <a:xfrm rot="0">
            <a:off x="2874431" y="5315636"/>
            <a:ext cx="2381250" cy="4362025"/>
            <a:chOff x="0" y="0"/>
            <a:chExt cx="686632" cy="1257787"/>
          </a:xfrm>
        </p:grpSpPr>
        <p:sp>
          <p:nvSpPr>
            <p:cNvPr name="Freeform 18" id="18"/>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19" id="19"/>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20" id="20"/>
          <p:cNvSpPr/>
          <p:nvPr/>
        </p:nvSpPr>
        <p:spPr>
          <a:xfrm flipV="true">
            <a:off x="4065056" y="3541406"/>
            <a:ext cx="0" cy="1774230"/>
          </a:xfrm>
          <a:prstGeom prst="line">
            <a:avLst/>
          </a:prstGeom>
          <a:ln cap="flat" w="47625">
            <a:solidFill>
              <a:srgbClr val="8D9193"/>
            </a:solidFill>
            <a:prstDash val="sysDot"/>
            <a:headEnd type="none" len="sm" w="sm"/>
            <a:tailEnd type="none" len="sm" w="sm"/>
          </a:ln>
        </p:spPr>
      </p:sp>
      <p:grpSp>
        <p:nvGrpSpPr>
          <p:cNvPr name="Group 21" id="21"/>
          <p:cNvGrpSpPr/>
          <p:nvPr/>
        </p:nvGrpSpPr>
        <p:grpSpPr>
          <a:xfrm rot="0">
            <a:off x="3404233" y="2219761"/>
            <a:ext cx="1321645" cy="13216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4" id="24"/>
          <p:cNvSpPr txBox="true"/>
          <p:nvPr/>
        </p:nvSpPr>
        <p:spPr>
          <a:xfrm rot="0">
            <a:off x="3036356"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5" id="25"/>
          <p:cNvSpPr txBox="true"/>
          <p:nvPr/>
        </p:nvSpPr>
        <p:spPr>
          <a:xfrm rot="0">
            <a:off x="3548434"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26" id="26"/>
          <p:cNvGrpSpPr/>
          <p:nvPr/>
        </p:nvGrpSpPr>
        <p:grpSpPr>
          <a:xfrm rot="0">
            <a:off x="3751614" y="4059831"/>
            <a:ext cx="626884" cy="483459"/>
            <a:chOff x="0" y="0"/>
            <a:chExt cx="922188" cy="711200"/>
          </a:xfrm>
        </p:grpSpPr>
        <p:sp>
          <p:nvSpPr>
            <p:cNvPr name="Freeform 27" id="27"/>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3323654"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Original idea</a:t>
            </a:r>
          </a:p>
        </p:txBody>
      </p:sp>
      <p:sp>
        <p:nvSpPr>
          <p:cNvPr name="AutoShape 30" id="30"/>
          <p:cNvSpPr/>
          <p:nvPr/>
        </p:nvSpPr>
        <p:spPr>
          <a:xfrm flipV="true">
            <a:off x="6604528" y="3541406"/>
            <a:ext cx="0" cy="1774230"/>
          </a:xfrm>
          <a:prstGeom prst="line">
            <a:avLst/>
          </a:prstGeom>
          <a:ln cap="flat" w="47625">
            <a:solidFill>
              <a:srgbClr val="8D9193"/>
            </a:solidFill>
            <a:prstDash val="sysDot"/>
            <a:headEnd type="none" len="sm" w="sm"/>
            <a:tailEnd type="none" len="sm" w="sm"/>
          </a:ln>
        </p:spPr>
      </p:sp>
      <p:grpSp>
        <p:nvGrpSpPr>
          <p:cNvPr name="Group 31" id="31"/>
          <p:cNvGrpSpPr/>
          <p:nvPr/>
        </p:nvGrpSpPr>
        <p:grpSpPr>
          <a:xfrm rot="0">
            <a:off x="5413903" y="5315636"/>
            <a:ext cx="2381250" cy="4362025"/>
            <a:chOff x="0" y="0"/>
            <a:chExt cx="686632" cy="1257787"/>
          </a:xfrm>
        </p:grpSpPr>
        <p:sp>
          <p:nvSpPr>
            <p:cNvPr name="Freeform 32" id="32"/>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B5EBEF"/>
            </a:solidFill>
            <a:ln cap="rnd">
              <a:noFill/>
              <a:prstDash val="solid"/>
              <a:round/>
            </a:ln>
          </p:spPr>
        </p:sp>
        <p:sp>
          <p:nvSpPr>
            <p:cNvPr name="TextBox 33" id="33"/>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34" id="34"/>
          <p:cNvGrpSpPr/>
          <p:nvPr/>
        </p:nvGrpSpPr>
        <p:grpSpPr>
          <a:xfrm rot="0">
            <a:off x="5943705" y="2219761"/>
            <a:ext cx="1321645" cy="132164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36" id="3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7" id="37"/>
          <p:cNvSpPr txBox="true"/>
          <p:nvPr/>
        </p:nvSpPr>
        <p:spPr>
          <a:xfrm rot="0">
            <a:off x="5575828"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8" id="38"/>
          <p:cNvSpPr txBox="true"/>
          <p:nvPr/>
        </p:nvSpPr>
        <p:spPr>
          <a:xfrm rot="0">
            <a:off x="6087906"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9" id="39"/>
          <p:cNvGrpSpPr/>
          <p:nvPr/>
        </p:nvGrpSpPr>
        <p:grpSpPr>
          <a:xfrm rot="0">
            <a:off x="6291086" y="4059831"/>
            <a:ext cx="626884" cy="483459"/>
            <a:chOff x="0" y="0"/>
            <a:chExt cx="922188" cy="711200"/>
          </a:xfrm>
        </p:grpSpPr>
        <p:sp>
          <p:nvSpPr>
            <p:cNvPr name="Freeform 40" id="40"/>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42" id="42"/>
          <p:cNvSpPr txBox="true"/>
          <p:nvPr/>
        </p:nvSpPr>
        <p:spPr>
          <a:xfrm rot="0">
            <a:off x="6087906" y="5829986"/>
            <a:ext cx="1028935"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Great idea</a:t>
            </a:r>
          </a:p>
        </p:txBody>
      </p:sp>
      <p:grpSp>
        <p:nvGrpSpPr>
          <p:cNvPr name="Group 43" id="43"/>
          <p:cNvGrpSpPr/>
          <p:nvPr/>
        </p:nvGrpSpPr>
        <p:grpSpPr>
          <a:xfrm rot="0">
            <a:off x="7953375" y="5315636"/>
            <a:ext cx="2381250" cy="4362025"/>
            <a:chOff x="0" y="0"/>
            <a:chExt cx="686632" cy="1257787"/>
          </a:xfrm>
        </p:grpSpPr>
        <p:sp>
          <p:nvSpPr>
            <p:cNvPr name="Freeform 44" id="44"/>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E8A3"/>
            </a:solidFill>
            <a:ln cap="rnd">
              <a:noFill/>
              <a:prstDash val="solid"/>
              <a:round/>
            </a:ln>
          </p:spPr>
        </p:sp>
        <p:sp>
          <p:nvSpPr>
            <p:cNvPr name="TextBox 45" id="45"/>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46" id="46"/>
          <p:cNvSpPr/>
          <p:nvPr/>
        </p:nvSpPr>
        <p:spPr>
          <a:xfrm flipV="true">
            <a:off x="9144000" y="3541406"/>
            <a:ext cx="0" cy="1774230"/>
          </a:xfrm>
          <a:prstGeom prst="line">
            <a:avLst/>
          </a:prstGeom>
          <a:ln cap="flat" w="47625">
            <a:solidFill>
              <a:srgbClr val="8D9193"/>
            </a:solidFill>
            <a:prstDash val="sysDot"/>
            <a:headEnd type="none" len="sm" w="sm"/>
            <a:tailEnd type="none" len="sm" w="sm"/>
          </a:ln>
        </p:spPr>
      </p:sp>
      <p:grpSp>
        <p:nvGrpSpPr>
          <p:cNvPr name="Group 47" id="47"/>
          <p:cNvGrpSpPr/>
          <p:nvPr/>
        </p:nvGrpSpPr>
        <p:grpSpPr>
          <a:xfrm rot="0">
            <a:off x="8483177" y="2219761"/>
            <a:ext cx="1321645" cy="1321645"/>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49" id="49"/>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0" id="50"/>
          <p:cNvSpPr txBox="true"/>
          <p:nvPr/>
        </p:nvSpPr>
        <p:spPr>
          <a:xfrm rot="0">
            <a:off x="8115300"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51" id="51"/>
          <p:cNvSpPr txBox="true"/>
          <p:nvPr/>
        </p:nvSpPr>
        <p:spPr>
          <a:xfrm rot="0">
            <a:off x="8627378"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52" id="52"/>
          <p:cNvGrpSpPr/>
          <p:nvPr/>
        </p:nvGrpSpPr>
        <p:grpSpPr>
          <a:xfrm rot="0">
            <a:off x="8830558" y="4059831"/>
            <a:ext cx="626884" cy="483459"/>
            <a:chOff x="0" y="0"/>
            <a:chExt cx="922188" cy="711200"/>
          </a:xfrm>
        </p:grpSpPr>
        <p:sp>
          <p:nvSpPr>
            <p:cNvPr name="Freeform 53" id="53"/>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DDA707"/>
            </a:solidFill>
            <a:ln cap="sq">
              <a:noFill/>
              <a:prstDash val="solid"/>
              <a:miter/>
            </a:ln>
          </p:spPr>
        </p:sp>
        <p:sp>
          <p:nvSpPr>
            <p:cNvPr name="TextBox 54" id="5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55" id="55"/>
          <p:cNvSpPr txBox="true"/>
          <p:nvPr/>
        </p:nvSpPr>
        <p:spPr>
          <a:xfrm rot="0">
            <a:off x="8402598"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modern</a:t>
            </a:r>
          </a:p>
        </p:txBody>
      </p:sp>
      <p:grpSp>
        <p:nvGrpSpPr>
          <p:cNvPr name="Group 56" id="56"/>
          <p:cNvGrpSpPr/>
          <p:nvPr/>
        </p:nvGrpSpPr>
        <p:grpSpPr>
          <a:xfrm rot="0">
            <a:off x="10492847" y="5315636"/>
            <a:ext cx="2381250" cy="4362025"/>
            <a:chOff x="0" y="0"/>
            <a:chExt cx="686632" cy="1257787"/>
          </a:xfrm>
        </p:grpSpPr>
        <p:sp>
          <p:nvSpPr>
            <p:cNvPr name="Freeform 57" id="57"/>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EAE0FF"/>
            </a:solidFill>
            <a:ln cap="rnd">
              <a:noFill/>
              <a:prstDash val="solid"/>
              <a:round/>
            </a:ln>
          </p:spPr>
        </p:sp>
        <p:sp>
          <p:nvSpPr>
            <p:cNvPr name="TextBox 58" id="58"/>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59" id="59"/>
          <p:cNvGrpSpPr/>
          <p:nvPr/>
        </p:nvGrpSpPr>
        <p:grpSpPr>
          <a:xfrm rot="0">
            <a:off x="11022649" y="2219761"/>
            <a:ext cx="1321645" cy="132164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61" id="61"/>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62" id="62"/>
          <p:cNvSpPr txBox="true"/>
          <p:nvPr/>
        </p:nvSpPr>
        <p:spPr>
          <a:xfrm rot="0">
            <a:off x="10654772"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3" id="63"/>
          <p:cNvSpPr txBox="true"/>
          <p:nvPr/>
        </p:nvSpPr>
        <p:spPr>
          <a:xfrm rot="0">
            <a:off x="11166850"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64" id="64"/>
          <p:cNvGrpSpPr/>
          <p:nvPr/>
        </p:nvGrpSpPr>
        <p:grpSpPr>
          <a:xfrm rot="0">
            <a:off x="11370030" y="4059831"/>
            <a:ext cx="626884" cy="483459"/>
            <a:chOff x="0" y="0"/>
            <a:chExt cx="922188" cy="711200"/>
          </a:xfrm>
        </p:grpSpPr>
        <p:sp>
          <p:nvSpPr>
            <p:cNvPr name="Freeform 65" id="65"/>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66" id="6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7" id="67"/>
          <p:cNvSpPr txBox="true"/>
          <p:nvPr/>
        </p:nvSpPr>
        <p:spPr>
          <a:xfrm rot="0">
            <a:off x="10777190" y="5839457"/>
            <a:ext cx="1812564" cy="628015"/>
          </a:xfrm>
          <a:prstGeom prst="rect">
            <a:avLst/>
          </a:prstGeom>
        </p:spPr>
        <p:txBody>
          <a:bodyPr anchor="t" rtlCol="false" tIns="0" lIns="0" bIns="0" rIns="0">
            <a:spAutoFit/>
          </a:bodyPr>
          <a:lstStyle/>
          <a:p>
            <a:pPr algn="ctr" marL="0" indent="0" lvl="0">
              <a:lnSpc>
                <a:spcPts val="2501"/>
              </a:lnSpc>
            </a:pPr>
            <a:r>
              <a:rPr lang="en-US" b="true" sz="2016">
                <a:solidFill>
                  <a:srgbClr val="1C1C1A"/>
                </a:solidFill>
                <a:latin typeface="Montserrat Ultra-Bold"/>
                <a:ea typeface="Montserrat Ultra-Bold"/>
                <a:cs typeface="Montserrat Ultra-Bold"/>
                <a:sym typeface="Montserrat Ultra-Bold"/>
              </a:rPr>
              <a:t>Phenomenal idea</a:t>
            </a:r>
          </a:p>
        </p:txBody>
      </p:sp>
      <p:grpSp>
        <p:nvGrpSpPr>
          <p:cNvPr name="Group 68" id="68"/>
          <p:cNvGrpSpPr/>
          <p:nvPr/>
        </p:nvGrpSpPr>
        <p:grpSpPr>
          <a:xfrm rot="0">
            <a:off x="13032319" y="5315636"/>
            <a:ext cx="2381250" cy="4362025"/>
            <a:chOff x="0" y="0"/>
            <a:chExt cx="686632" cy="1257787"/>
          </a:xfrm>
        </p:grpSpPr>
        <p:sp>
          <p:nvSpPr>
            <p:cNvPr name="Freeform 69" id="69"/>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70" id="70"/>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71" id="71"/>
          <p:cNvSpPr/>
          <p:nvPr/>
        </p:nvSpPr>
        <p:spPr>
          <a:xfrm flipV="true">
            <a:off x="14222944" y="3541406"/>
            <a:ext cx="0" cy="1774230"/>
          </a:xfrm>
          <a:prstGeom prst="line">
            <a:avLst/>
          </a:prstGeom>
          <a:ln cap="flat" w="47625">
            <a:solidFill>
              <a:srgbClr val="8D9193"/>
            </a:solidFill>
            <a:prstDash val="sysDot"/>
            <a:headEnd type="none" len="sm" w="sm"/>
            <a:tailEnd type="none" len="sm" w="sm"/>
          </a:ln>
        </p:spPr>
      </p:sp>
      <p:grpSp>
        <p:nvGrpSpPr>
          <p:cNvPr name="Group 72" id="72"/>
          <p:cNvGrpSpPr/>
          <p:nvPr/>
        </p:nvGrpSpPr>
        <p:grpSpPr>
          <a:xfrm rot="0">
            <a:off x="13562122" y="2219761"/>
            <a:ext cx="1321645" cy="132164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74" id="7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75" id="75"/>
          <p:cNvSpPr txBox="true"/>
          <p:nvPr/>
        </p:nvSpPr>
        <p:spPr>
          <a:xfrm rot="0">
            <a:off x="13194244"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76" id="76"/>
          <p:cNvSpPr txBox="true"/>
          <p:nvPr/>
        </p:nvSpPr>
        <p:spPr>
          <a:xfrm rot="0">
            <a:off x="13706323"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77" id="77"/>
          <p:cNvGrpSpPr/>
          <p:nvPr/>
        </p:nvGrpSpPr>
        <p:grpSpPr>
          <a:xfrm rot="0">
            <a:off x="13909503" y="4059831"/>
            <a:ext cx="626884" cy="483459"/>
            <a:chOff x="0" y="0"/>
            <a:chExt cx="922188" cy="711200"/>
          </a:xfrm>
        </p:grpSpPr>
        <p:sp>
          <p:nvSpPr>
            <p:cNvPr name="Freeform 78" id="78"/>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79" id="7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0" id="80"/>
          <p:cNvSpPr txBox="true"/>
          <p:nvPr/>
        </p:nvSpPr>
        <p:spPr>
          <a:xfrm rot="0">
            <a:off x="13481543"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Brilliant idea</a:t>
            </a:r>
          </a:p>
        </p:txBody>
      </p:sp>
      <p:grpSp>
        <p:nvGrpSpPr>
          <p:cNvPr name="Group 81" id="81"/>
          <p:cNvGrpSpPr/>
          <p:nvPr/>
        </p:nvGrpSpPr>
        <p:grpSpPr>
          <a:xfrm rot="0">
            <a:off x="15571792" y="5315636"/>
            <a:ext cx="2381250" cy="4362025"/>
            <a:chOff x="0" y="0"/>
            <a:chExt cx="710430" cy="1301380"/>
          </a:xfrm>
        </p:grpSpPr>
        <p:sp>
          <p:nvSpPr>
            <p:cNvPr name="Freeform 82" id="82"/>
            <p:cNvSpPr/>
            <p:nvPr/>
          </p:nvSpPr>
          <p:spPr>
            <a:xfrm flipH="false" flipV="false" rot="0">
              <a:off x="0" y="0"/>
              <a:ext cx="710430" cy="1301380"/>
            </a:xfrm>
            <a:custGeom>
              <a:avLst/>
              <a:gdLst/>
              <a:ahLst/>
              <a:cxnLst/>
              <a:rect r="r" b="b" t="t" l="l"/>
              <a:pathLst>
                <a:path h="1301380" w="710430">
                  <a:moveTo>
                    <a:pt x="130048" y="0"/>
                  </a:moveTo>
                  <a:lnTo>
                    <a:pt x="580382" y="0"/>
                  </a:lnTo>
                  <a:cubicBezTo>
                    <a:pt x="614873" y="0"/>
                    <a:pt x="647951" y="13701"/>
                    <a:pt x="672339" y="38090"/>
                  </a:cubicBezTo>
                  <a:cubicBezTo>
                    <a:pt x="696728" y="62479"/>
                    <a:pt x="710430" y="95557"/>
                    <a:pt x="710430" y="130048"/>
                  </a:cubicBezTo>
                  <a:lnTo>
                    <a:pt x="710430" y="1171332"/>
                  </a:lnTo>
                  <a:cubicBezTo>
                    <a:pt x="710430" y="1243156"/>
                    <a:pt x="652205" y="1301380"/>
                    <a:pt x="580382" y="1301380"/>
                  </a:cubicBezTo>
                  <a:lnTo>
                    <a:pt x="130048" y="1301380"/>
                  </a:lnTo>
                  <a:cubicBezTo>
                    <a:pt x="58224" y="1301380"/>
                    <a:pt x="0" y="1243156"/>
                    <a:pt x="0" y="1171332"/>
                  </a:cubicBezTo>
                  <a:lnTo>
                    <a:pt x="0" y="130048"/>
                  </a:lnTo>
                  <a:cubicBezTo>
                    <a:pt x="0" y="58224"/>
                    <a:pt x="58224" y="0"/>
                    <a:pt x="130048" y="0"/>
                  </a:cubicBezTo>
                  <a:close/>
                </a:path>
              </a:pathLst>
            </a:custGeom>
            <a:solidFill>
              <a:srgbClr val="B5EBEF"/>
            </a:solidFill>
            <a:ln cap="rnd">
              <a:noFill/>
              <a:prstDash val="solid"/>
              <a:round/>
            </a:ln>
          </p:spPr>
        </p:sp>
        <p:sp>
          <p:nvSpPr>
            <p:cNvPr name="TextBox 83" id="83"/>
            <p:cNvSpPr txBox="true"/>
            <p:nvPr/>
          </p:nvSpPr>
          <p:spPr>
            <a:xfrm>
              <a:off x="0" y="-38100"/>
              <a:ext cx="710430" cy="1339480"/>
            </a:xfrm>
            <a:prstGeom prst="rect">
              <a:avLst/>
            </a:prstGeom>
          </p:spPr>
          <p:txBody>
            <a:bodyPr anchor="ctr" rtlCol="false" tIns="71438" lIns="71438" bIns="71438" rIns="71438"/>
            <a:lstStyle/>
            <a:p>
              <a:pPr algn="ctr">
                <a:lnSpc>
                  <a:spcPts val="2756"/>
                </a:lnSpc>
              </a:pPr>
            </a:p>
          </p:txBody>
        </p:sp>
      </p:grpSp>
      <p:sp>
        <p:nvSpPr>
          <p:cNvPr name="AutoShape 84" id="84"/>
          <p:cNvSpPr/>
          <p:nvPr/>
        </p:nvSpPr>
        <p:spPr>
          <a:xfrm flipV="true">
            <a:off x="16762417" y="3541406"/>
            <a:ext cx="0" cy="1774230"/>
          </a:xfrm>
          <a:prstGeom prst="line">
            <a:avLst/>
          </a:prstGeom>
          <a:ln cap="flat" w="47625">
            <a:solidFill>
              <a:srgbClr val="8D9193"/>
            </a:solidFill>
            <a:prstDash val="sysDot"/>
            <a:headEnd type="none" len="sm" w="sm"/>
            <a:tailEnd type="none" len="sm" w="sm"/>
          </a:ln>
        </p:spPr>
      </p:sp>
      <p:grpSp>
        <p:nvGrpSpPr>
          <p:cNvPr name="Group 85" id="85"/>
          <p:cNvGrpSpPr/>
          <p:nvPr/>
        </p:nvGrpSpPr>
        <p:grpSpPr>
          <a:xfrm rot="0">
            <a:off x="16101594" y="2219761"/>
            <a:ext cx="1321645" cy="13216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87" id="8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88" id="88"/>
          <p:cNvSpPr txBox="true"/>
          <p:nvPr/>
        </p:nvSpPr>
        <p:spPr>
          <a:xfrm rot="0">
            <a:off x="15733717"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9" id="89"/>
          <p:cNvSpPr txBox="true"/>
          <p:nvPr/>
        </p:nvSpPr>
        <p:spPr>
          <a:xfrm rot="0">
            <a:off x="16245795"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grpSp>
        <p:nvGrpSpPr>
          <p:cNvPr name="Group 90" id="90"/>
          <p:cNvGrpSpPr/>
          <p:nvPr/>
        </p:nvGrpSpPr>
        <p:grpSpPr>
          <a:xfrm rot="0">
            <a:off x="16448975" y="4059831"/>
            <a:ext cx="626884" cy="483459"/>
            <a:chOff x="0" y="0"/>
            <a:chExt cx="922188" cy="711200"/>
          </a:xfrm>
        </p:grpSpPr>
        <p:sp>
          <p:nvSpPr>
            <p:cNvPr name="Freeform 91" id="91"/>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92" id="92"/>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93" id="93"/>
          <p:cNvSpPr txBox="true"/>
          <p:nvPr/>
        </p:nvSpPr>
        <p:spPr>
          <a:xfrm rot="0">
            <a:off x="16021015"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94" id="9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03925"/>
            <a:ext cx="7046045" cy="784800"/>
          </a:xfrm>
          <a:prstGeom prst="rect">
            <a:avLst/>
          </a:prstGeom>
        </p:spPr>
        <p:txBody>
          <a:bodyPr anchor="t" rtlCol="false" tIns="0" lIns="0" bIns="0" rIns="0">
            <a:spAutoFit/>
          </a:bodyPr>
          <a:lstStyle/>
          <a:p>
            <a:pPr algn="l" marL="0" indent="0" lvl="0">
              <a:lnSpc>
                <a:spcPts val="5903"/>
              </a:lnSpc>
            </a:pPr>
            <a:r>
              <a:rPr lang="en-US" b="true" sz="5569">
                <a:solidFill>
                  <a:srgbClr val="1C1C1A"/>
                </a:solidFill>
                <a:latin typeface="Montserrat Ultra-Bold"/>
                <a:ea typeface="Montserrat Ultra-Bold"/>
                <a:cs typeface="Montserrat Ultra-Bold"/>
                <a:sym typeface="Montserrat Ultra-Bold"/>
              </a:rPr>
              <a:t>Mapa conceptual </a:t>
            </a:r>
          </a:p>
        </p:txBody>
      </p:sp>
      <p:sp>
        <p:nvSpPr>
          <p:cNvPr name="TextBox 49" id="49"/>
          <p:cNvSpPr txBox="true"/>
          <p:nvPr/>
        </p:nvSpPr>
        <p:spPr>
          <a:xfrm rot="0">
            <a:off x="7829551" y="803925"/>
            <a:ext cx="7046045" cy="784800"/>
          </a:xfrm>
          <a:prstGeom prst="rect">
            <a:avLst/>
          </a:prstGeom>
        </p:spPr>
        <p:txBody>
          <a:bodyPr anchor="t" rtlCol="false" tIns="0" lIns="0" bIns="0" rIns="0">
            <a:spAutoFit/>
          </a:bodyPr>
          <a:lstStyle/>
          <a:p>
            <a:pPr algn="l" marL="0" indent="0" lvl="0">
              <a:lnSpc>
                <a:spcPts val="5903"/>
              </a:lnSpc>
            </a:pPr>
            <a:r>
              <a:rPr lang="en-US" sz="5569">
                <a:solidFill>
                  <a:srgbClr val="1C1C1A"/>
                </a:solidFill>
                <a:latin typeface="Montserrat Light"/>
                <a:ea typeface="Montserrat Light"/>
                <a:cs typeface="Montserrat Light"/>
                <a:sym typeface="Montserrat Light"/>
              </a:rPr>
              <a:t>| Seis ideas</a:t>
            </a:r>
          </a:p>
        </p:txBody>
      </p:sp>
      <p:sp>
        <p:nvSpPr>
          <p:cNvPr name="TextBox 50" id="50"/>
          <p:cNvSpPr txBox="true"/>
          <p:nvPr/>
        </p:nvSpPr>
        <p:spPr>
          <a:xfrm rot="0">
            <a:off x="3227338"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creativa</a:t>
            </a:r>
          </a:p>
        </p:txBody>
      </p:sp>
      <p:sp>
        <p:nvSpPr>
          <p:cNvPr name="TextBox 51" id="51"/>
          <p:cNvSpPr txBox="true"/>
          <p:nvPr/>
        </p:nvSpPr>
        <p:spPr>
          <a:xfrm rot="0">
            <a:off x="11376167"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motivadora</a:t>
            </a:r>
          </a:p>
        </p:txBody>
      </p:sp>
      <p:sp>
        <p:nvSpPr>
          <p:cNvPr name="TextBox 52" id="52"/>
          <p:cNvSpPr txBox="true"/>
          <p:nvPr/>
        </p:nvSpPr>
        <p:spPr>
          <a:xfrm rot="0">
            <a:off x="3227338"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original</a:t>
            </a:r>
          </a:p>
        </p:txBody>
      </p:sp>
      <p:sp>
        <p:nvSpPr>
          <p:cNvPr name="TextBox 53" id="53"/>
          <p:cNvSpPr txBox="true"/>
          <p:nvPr/>
        </p:nvSpPr>
        <p:spPr>
          <a:xfrm rot="0">
            <a:off x="11376167"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magnífica</a:t>
            </a:r>
          </a:p>
        </p:txBody>
      </p:sp>
      <p:sp>
        <p:nvSpPr>
          <p:cNvPr name="TextBox 54" id="54"/>
          <p:cNvSpPr txBox="true"/>
          <p:nvPr/>
        </p:nvSpPr>
        <p:spPr>
          <a:xfrm rot="0">
            <a:off x="3227338"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57" id="57"/>
          <p:cNvSpPr txBox="true"/>
          <p:nvPr/>
        </p:nvSpPr>
        <p:spPr>
          <a:xfrm rot="0">
            <a:off x="11376167"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2791057" y="4078521"/>
            <a:ext cx="1114289" cy="2715473"/>
            <a:chOff x="0" y="0"/>
            <a:chExt cx="571682" cy="1393164"/>
          </a:xfrm>
        </p:grpSpPr>
        <p:sp>
          <p:nvSpPr>
            <p:cNvPr name="Freeform 3" id="3"/>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4" id="4"/>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6108221" y="4078521"/>
            <a:ext cx="1114289" cy="2715473"/>
            <a:chOff x="0" y="0"/>
            <a:chExt cx="571682" cy="1393164"/>
          </a:xfrm>
        </p:grpSpPr>
        <p:sp>
          <p:nvSpPr>
            <p:cNvPr name="Freeform 6" id="6"/>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E46671"/>
            </a:solidFill>
          </p:spPr>
        </p:sp>
        <p:sp>
          <p:nvSpPr>
            <p:cNvPr name="TextBox 7" id="7"/>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788206" y="2239163"/>
            <a:ext cx="2555669" cy="7456534"/>
            <a:chOff x="0" y="0"/>
            <a:chExt cx="812800" cy="2371461"/>
          </a:xfrm>
        </p:grpSpPr>
        <p:sp>
          <p:nvSpPr>
            <p:cNvPr name="Freeform 9" id="9"/>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10" id="10"/>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1" id="11"/>
          <p:cNvGrpSpPr/>
          <p:nvPr/>
        </p:nvGrpSpPr>
        <p:grpSpPr>
          <a:xfrm rot="0">
            <a:off x="4105371" y="2239163"/>
            <a:ext cx="2555669" cy="7456534"/>
            <a:chOff x="0" y="0"/>
            <a:chExt cx="812800" cy="2371461"/>
          </a:xfrm>
        </p:grpSpPr>
        <p:sp>
          <p:nvSpPr>
            <p:cNvPr name="Freeform 12" id="12"/>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BEC4"/>
            </a:solidFill>
            <a:ln cap="rnd">
              <a:noFill/>
              <a:prstDash val="solid"/>
              <a:round/>
            </a:ln>
          </p:spPr>
        </p:sp>
        <p:sp>
          <p:nvSpPr>
            <p:cNvPr name="TextBox 13" id="13"/>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4" id="14"/>
          <p:cNvGrpSpPr/>
          <p:nvPr/>
        </p:nvGrpSpPr>
        <p:grpSpPr>
          <a:xfrm rot="0">
            <a:off x="1125296" y="6935503"/>
            <a:ext cx="1881491" cy="445936"/>
            <a:chOff x="0" y="0"/>
            <a:chExt cx="2508654" cy="594582"/>
          </a:xfrm>
        </p:grpSpPr>
        <p:grpSp>
          <p:nvGrpSpPr>
            <p:cNvPr name="Group 15" id="15"/>
            <p:cNvGrpSpPr/>
            <p:nvPr/>
          </p:nvGrpSpPr>
          <p:grpSpPr>
            <a:xfrm rot="0">
              <a:off x="0" y="0"/>
              <a:ext cx="2508654" cy="594582"/>
              <a:chOff x="0" y="0"/>
              <a:chExt cx="598386" cy="141825"/>
            </a:xfrm>
          </p:grpSpPr>
          <p:sp>
            <p:nvSpPr>
              <p:cNvPr name="Freeform 16" id="16"/>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17" id="17"/>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18" id="18"/>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grpSp>
        <p:nvGrpSpPr>
          <p:cNvPr name="Group 19" id="19"/>
          <p:cNvGrpSpPr/>
          <p:nvPr/>
        </p:nvGrpSpPr>
        <p:grpSpPr>
          <a:xfrm rot="0">
            <a:off x="4442460" y="6935503"/>
            <a:ext cx="1881491" cy="445936"/>
            <a:chOff x="0" y="0"/>
            <a:chExt cx="2508654" cy="594582"/>
          </a:xfrm>
        </p:grpSpPr>
        <p:grpSp>
          <p:nvGrpSpPr>
            <p:cNvPr name="Group 20" id="20"/>
            <p:cNvGrpSpPr/>
            <p:nvPr/>
          </p:nvGrpSpPr>
          <p:grpSpPr>
            <a:xfrm rot="0">
              <a:off x="0" y="0"/>
              <a:ext cx="2508654" cy="594582"/>
              <a:chOff x="0" y="0"/>
              <a:chExt cx="598386" cy="141825"/>
            </a:xfrm>
          </p:grpSpPr>
          <p:sp>
            <p:nvSpPr>
              <p:cNvPr name="Freeform 21" id="21"/>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E46671"/>
              </a:solidFill>
              <a:ln cap="rnd">
                <a:noFill/>
                <a:prstDash val="solid"/>
                <a:round/>
              </a:ln>
            </p:spPr>
          </p:sp>
          <p:sp>
            <p:nvSpPr>
              <p:cNvPr name="TextBox 22" id="22"/>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23" id="23"/>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24" id="24"/>
          <p:cNvSpPr/>
          <p:nvPr/>
        </p:nvSpPr>
        <p:spPr>
          <a:xfrm>
            <a:off x="1185111" y="3362935"/>
            <a:ext cx="1761860" cy="0"/>
          </a:xfrm>
          <a:prstGeom prst="line">
            <a:avLst/>
          </a:prstGeom>
          <a:ln cap="flat" w="47625">
            <a:solidFill>
              <a:srgbClr val="9366E4"/>
            </a:solidFill>
            <a:prstDash val="sysDot"/>
            <a:headEnd type="none" len="sm" w="sm"/>
            <a:tailEnd type="none" len="sm" w="sm"/>
          </a:ln>
        </p:spPr>
      </p:sp>
      <p:sp>
        <p:nvSpPr>
          <p:cNvPr name="AutoShape 25" id="25"/>
          <p:cNvSpPr/>
          <p:nvPr/>
        </p:nvSpPr>
        <p:spPr>
          <a:xfrm>
            <a:off x="4502275" y="3362935"/>
            <a:ext cx="1761860" cy="0"/>
          </a:xfrm>
          <a:prstGeom prst="line">
            <a:avLst/>
          </a:prstGeom>
          <a:ln cap="flat" w="47625">
            <a:solidFill>
              <a:srgbClr val="E46671"/>
            </a:solidFill>
            <a:prstDash val="sysDot"/>
            <a:headEnd type="none" len="sm" w="sm"/>
            <a:tailEnd type="none" len="sm" w="sm"/>
          </a:ln>
        </p:spPr>
      </p:sp>
      <p:sp>
        <p:nvSpPr>
          <p:cNvPr name="TextBox 26" id="26"/>
          <p:cNvSpPr txBox="true"/>
          <p:nvPr/>
        </p:nvSpPr>
        <p:spPr>
          <a:xfrm rot="0">
            <a:off x="3343876"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1</a:t>
            </a:r>
          </a:p>
        </p:txBody>
      </p:sp>
      <p:sp>
        <p:nvSpPr>
          <p:cNvPr name="TextBox 27" id="27"/>
          <p:cNvSpPr txBox="true"/>
          <p:nvPr/>
        </p:nvSpPr>
        <p:spPr>
          <a:xfrm rot="0">
            <a:off x="6689615"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2</a:t>
            </a:r>
          </a:p>
        </p:txBody>
      </p:sp>
      <p:sp>
        <p:nvSpPr>
          <p:cNvPr name="TextBox 28" id="28"/>
          <p:cNvSpPr txBox="true"/>
          <p:nvPr/>
        </p:nvSpPr>
        <p:spPr>
          <a:xfrm rot="0">
            <a:off x="1037341"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9" id="29"/>
          <p:cNvSpPr txBox="true"/>
          <p:nvPr/>
        </p:nvSpPr>
        <p:spPr>
          <a:xfrm rot="0">
            <a:off x="4354505"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0" id="30"/>
          <p:cNvSpPr txBox="true"/>
          <p:nvPr/>
        </p:nvSpPr>
        <p:spPr>
          <a:xfrm rot="0">
            <a:off x="1324639"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31" id="31"/>
          <p:cNvSpPr txBox="true"/>
          <p:nvPr/>
        </p:nvSpPr>
        <p:spPr>
          <a:xfrm rot="0">
            <a:off x="4641803"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32" id="32"/>
          <p:cNvSpPr txBox="true"/>
          <p:nvPr/>
        </p:nvSpPr>
        <p:spPr>
          <a:xfrm rot="0">
            <a:off x="984955"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33" id="33"/>
          <p:cNvSpPr txBox="true"/>
          <p:nvPr/>
        </p:nvSpPr>
        <p:spPr>
          <a:xfrm rot="0">
            <a:off x="4302119"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4" id="34"/>
          <p:cNvGrpSpPr/>
          <p:nvPr/>
        </p:nvGrpSpPr>
        <p:grpSpPr>
          <a:xfrm rot="0">
            <a:off x="9425385" y="4078521"/>
            <a:ext cx="1114289" cy="2715473"/>
            <a:chOff x="0" y="0"/>
            <a:chExt cx="571682" cy="1393164"/>
          </a:xfrm>
        </p:grpSpPr>
        <p:sp>
          <p:nvSpPr>
            <p:cNvPr name="Freeform 35" id="35"/>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DDA707"/>
            </a:solidFill>
          </p:spPr>
        </p:sp>
        <p:sp>
          <p:nvSpPr>
            <p:cNvPr name="TextBox 36" id="36"/>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37" id="37"/>
          <p:cNvGrpSpPr/>
          <p:nvPr/>
        </p:nvGrpSpPr>
        <p:grpSpPr>
          <a:xfrm rot="0">
            <a:off x="7422535" y="2239163"/>
            <a:ext cx="2555669" cy="7456534"/>
            <a:chOff x="0" y="0"/>
            <a:chExt cx="812800" cy="2371461"/>
          </a:xfrm>
        </p:grpSpPr>
        <p:sp>
          <p:nvSpPr>
            <p:cNvPr name="Freeform 38" id="38"/>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E8A3"/>
            </a:solidFill>
            <a:ln cap="rnd">
              <a:noFill/>
              <a:prstDash val="solid"/>
              <a:round/>
            </a:ln>
          </p:spPr>
        </p:sp>
        <p:sp>
          <p:nvSpPr>
            <p:cNvPr name="TextBox 39" id="39"/>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0" id="40"/>
          <p:cNvGrpSpPr/>
          <p:nvPr/>
        </p:nvGrpSpPr>
        <p:grpSpPr>
          <a:xfrm rot="0">
            <a:off x="7759624" y="6935503"/>
            <a:ext cx="1881491" cy="445936"/>
            <a:chOff x="0" y="0"/>
            <a:chExt cx="2508654" cy="594582"/>
          </a:xfrm>
        </p:grpSpPr>
        <p:grpSp>
          <p:nvGrpSpPr>
            <p:cNvPr name="Group 41" id="41"/>
            <p:cNvGrpSpPr/>
            <p:nvPr/>
          </p:nvGrpSpPr>
          <p:grpSpPr>
            <a:xfrm rot="0">
              <a:off x="0" y="0"/>
              <a:ext cx="2508654" cy="594582"/>
              <a:chOff x="0" y="0"/>
              <a:chExt cx="598386" cy="141825"/>
            </a:xfrm>
          </p:grpSpPr>
          <p:sp>
            <p:nvSpPr>
              <p:cNvPr name="Freeform 42" id="42"/>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DDA707"/>
              </a:solidFill>
              <a:ln cap="rnd">
                <a:noFill/>
                <a:prstDash val="solid"/>
                <a:round/>
              </a:ln>
            </p:spPr>
          </p:sp>
          <p:sp>
            <p:nvSpPr>
              <p:cNvPr name="TextBox 43" id="43"/>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44" id="44"/>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45" id="45"/>
          <p:cNvSpPr/>
          <p:nvPr/>
        </p:nvSpPr>
        <p:spPr>
          <a:xfrm>
            <a:off x="7819440" y="3362935"/>
            <a:ext cx="1761860" cy="0"/>
          </a:xfrm>
          <a:prstGeom prst="line">
            <a:avLst/>
          </a:prstGeom>
          <a:ln cap="flat" w="47625">
            <a:solidFill>
              <a:srgbClr val="DDA707"/>
            </a:solidFill>
            <a:prstDash val="sysDot"/>
            <a:headEnd type="none" len="sm" w="sm"/>
            <a:tailEnd type="none" len="sm" w="sm"/>
          </a:ln>
        </p:spPr>
      </p:sp>
      <p:sp>
        <p:nvSpPr>
          <p:cNvPr name="TextBox 46" id="46"/>
          <p:cNvSpPr txBox="true"/>
          <p:nvPr/>
        </p:nvSpPr>
        <p:spPr>
          <a:xfrm rot="0">
            <a:off x="10041982"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3</a:t>
            </a:r>
          </a:p>
        </p:txBody>
      </p:sp>
      <p:sp>
        <p:nvSpPr>
          <p:cNvPr name="TextBox 47" id="47"/>
          <p:cNvSpPr txBox="true"/>
          <p:nvPr/>
        </p:nvSpPr>
        <p:spPr>
          <a:xfrm rot="0">
            <a:off x="7671670"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48" id="48"/>
          <p:cNvSpPr txBox="true"/>
          <p:nvPr/>
        </p:nvSpPr>
        <p:spPr>
          <a:xfrm rot="0">
            <a:off x="7958968"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49" id="49"/>
          <p:cNvSpPr txBox="true"/>
          <p:nvPr/>
        </p:nvSpPr>
        <p:spPr>
          <a:xfrm rot="0">
            <a:off x="7619283"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0" id="50"/>
          <p:cNvGrpSpPr/>
          <p:nvPr/>
        </p:nvGrpSpPr>
        <p:grpSpPr>
          <a:xfrm rot="0">
            <a:off x="12742550" y="4078521"/>
            <a:ext cx="1114289" cy="2715473"/>
            <a:chOff x="0" y="0"/>
            <a:chExt cx="571682" cy="1393164"/>
          </a:xfrm>
        </p:grpSpPr>
        <p:sp>
          <p:nvSpPr>
            <p:cNvPr name="Freeform 51" id="51"/>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38AEB6"/>
            </a:solidFill>
          </p:spPr>
        </p:sp>
        <p:sp>
          <p:nvSpPr>
            <p:cNvPr name="TextBox 52" id="52"/>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0739699" y="2239163"/>
            <a:ext cx="2555669" cy="7456534"/>
            <a:chOff x="0" y="0"/>
            <a:chExt cx="812800" cy="2371461"/>
          </a:xfrm>
        </p:grpSpPr>
        <p:sp>
          <p:nvSpPr>
            <p:cNvPr name="Freeform 54" id="54"/>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B5EBEF"/>
            </a:solidFill>
            <a:ln cap="rnd">
              <a:noFill/>
              <a:prstDash val="solid"/>
              <a:round/>
            </a:ln>
          </p:spPr>
        </p:sp>
        <p:sp>
          <p:nvSpPr>
            <p:cNvPr name="TextBox 55" id="55"/>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56" id="56"/>
          <p:cNvGrpSpPr/>
          <p:nvPr/>
        </p:nvGrpSpPr>
        <p:grpSpPr>
          <a:xfrm rot="0">
            <a:off x="11076789" y="6935503"/>
            <a:ext cx="1881491" cy="445936"/>
            <a:chOff x="0" y="0"/>
            <a:chExt cx="2508654" cy="594582"/>
          </a:xfrm>
        </p:grpSpPr>
        <p:grpSp>
          <p:nvGrpSpPr>
            <p:cNvPr name="Group 57" id="57"/>
            <p:cNvGrpSpPr/>
            <p:nvPr/>
          </p:nvGrpSpPr>
          <p:grpSpPr>
            <a:xfrm rot="0">
              <a:off x="0" y="0"/>
              <a:ext cx="2508654" cy="594582"/>
              <a:chOff x="0" y="0"/>
              <a:chExt cx="598386" cy="141825"/>
            </a:xfrm>
          </p:grpSpPr>
          <p:sp>
            <p:nvSpPr>
              <p:cNvPr name="Freeform 58" id="58"/>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38AEB6"/>
              </a:solidFill>
              <a:ln cap="rnd">
                <a:noFill/>
                <a:prstDash val="solid"/>
                <a:round/>
              </a:ln>
            </p:spPr>
          </p:sp>
          <p:sp>
            <p:nvSpPr>
              <p:cNvPr name="TextBox 59" id="59"/>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60" id="60"/>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61" id="61"/>
          <p:cNvSpPr/>
          <p:nvPr/>
        </p:nvSpPr>
        <p:spPr>
          <a:xfrm>
            <a:off x="11136604" y="3362935"/>
            <a:ext cx="1761860" cy="0"/>
          </a:xfrm>
          <a:prstGeom prst="line">
            <a:avLst/>
          </a:prstGeom>
          <a:ln cap="flat" w="47625">
            <a:solidFill>
              <a:srgbClr val="38AEB6"/>
            </a:solidFill>
            <a:prstDash val="sysDot"/>
            <a:headEnd type="none" len="sm" w="sm"/>
            <a:tailEnd type="none" len="sm" w="sm"/>
          </a:ln>
        </p:spPr>
      </p:sp>
      <p:sp>
        <p:nvSpPr>
          <p:cNvPr name="TextBox 62" id="62"/>
          <p:cNvSpPr txBox="true"/>
          <p:nvPr/>
        </p:nvSpPr>
        <p:spPr>
          <a:xfrm rot="0">
            <a:off x="13368671"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4</a:t>
            </a:r>
          </a:p>
        </p:txBody>
      </p:sp>
      <p:sp>
        <p:nvSpPr>
          <p:cNvPr name="TextBox 63" id="63"/>
          <p:cNvSpPr txBox="true"/>
          <p:nvPr/>
        </p:nvSpPr>
        <p:spPr>
          <a:xfrm rot="0">
            <a:off x="10988834"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4" id="64"/>
          <p:cNvSpPr txBox="true"/>
          <p:nvPr/>
        </p:nvSpPr>
        <p:spPr>
          <a:xfrm rot="0">
            <a:off x="11136604" y="2556149"/>
            <a:ext cx="1761860"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Professional idea</a:t>
            </a:r>
          </a:p>
        </p:txBody>
      </p:sp>
      <p:sp>
        <p:nvSpPr>
          <p:cNvPr name="TextBox 65" id="65"/>
          <p:cNvSpPr txBox="true"/>
          <p:nvPr/>
        </p:nvSpPr>
        <p:spPr>
          <a:xfrm rot="0">
            <a:off x="10936448"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6" id="66"/>
          <p:cNvGrpSpPr/>
          <p:nvPr/>
        </p:nvGrpSpPr>
        <p:grpSpPr>
          <a:xfrm rot="0">
            <a:off x="16059714" y="4078521"/>
            <a:ext cx="1114289" cy="2715473"/>
            <a:chOff x="0" y="0"/>
            <a:chExt cx="571682" cy="1393164"/>
          </a:xfrm>
        </p:grpSpPr>
        <p:sp>
          <p:nvSpPr>
            <p:cNvPr name="Freeform 67" id="67"/>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68" id="68"/>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69" id="69"/>
          <p:cNvGrpSpPr/>
          <p:nvPr/>
        </p:nvGrpSpPr>
        <p:grpSpPr>
          <a:xfrm rot="0">
            <a:off x="14056864" y="2239163"/>
            <a:ext cx="2555669" cy="7456534"/>
            <a:chOff x="0" y="0"/>
            <a:chExt cx="812800" cy="2371461"/>
          </a:xfrm>
        </p:grpSpPr>
        <p:sp>
          <p:nvSpPr>
            <p:cNvPr name="Freeform 70" id="70"/>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71" id="71"/>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72" id="72"/>
          <p:cNvGrpSpPr/>
          <p:nvPr/>
        </p:nvGrpSpPr>
        <p:grpSpPr>
          <a:xfrm rot="0">
            <a:off x="14393953" y="6935503"/>
            <a:ext cx="1881491" cy="445936"/>
            <a:chOff x="0" y="0"/>
            <a:chExt cx="2508654" cy="594582"/>
          </a:xfrm>
        </p:grpSpPr>
        <p:grpSp>
          <p:nvGrpSpPr>
            <p:cNvPr name="Group 73" id="73"/>
            <p:cNvGrpSpPr/>
            <p:nvPr/>
          </p:nvGrpSpPr>
          <p:grpSpPr>
            <a:xfrm rot="0">
              <a:off x="0" y="0"/>
              <a:ext cx="2508654" cy="594582"/>
              <a:chOff x="0" y="0"/>
              <a:chExt cx="598386" cy="141825"/>
            </a:xfrm>
          </p:grpSpPr>
          <p:sp>
            <p:nvSpPr>
              <p:cNvPr name="Freeform 74" id="74"/>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75" id="75"/>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76" id="76"/>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77" id="77"/>
          <p:cNvSpPr/>
          <p:nvPr/>
        </p:nvSpPr>
        <p:spPr>
          <a:xfrm>
            <a:off x="14453768" y="3362935"/>
            <a:ext cx="1761860" cy="0"/>
          </a:xfrm>
          <a:prstGeom prst="line">
            <a:avLst/>
          </a:prstGeom>
          <a:ln cap="flat" w="47625">
            <a:solidFill>
              <a:srgbClr val="9366E4"/>
            </a:solidFill>
            <a:prstDash val="sysDot"/>
            <a:headEnd type="none" len="sm" w="sm"/>
            <a:tailEnd type="none" len="sm" w="sm"/>
          </a:ln>
        </p:spPr>
      </p:sp>
      <p:sp>
        <p:nvSpPr>
          <p:cNvPr name="TextBox 78" id="78"/>
          <p:cNvSpPr txBox="true"/>
          <p:nvPr/>
        </p:nvSpPr>
        <p:spPr>
          <a:xfrm rot="0">
            <a:off x="16650633"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5</a:t>
            </a:r>
          </a:p>
        </p:txBody>
      </p:sp>
      <p:sp>
        <p:nvSpPr>
          <p:cNvPr name="TextBox 79" id="79"/>
          <p:cNvSpPr txBox="true"/>
          <p:nvPr/>
        </p:nvSpPr>
        <p:spPr>
          <a:xfrm rot="0">
            <a:off x="14305998"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0" id="80"/>
          <p:cNvSpPr txBox="true"/>
          <p:nvPr/>
        </p:nvSpPr>
        <p:spPr>
          <a:xfrm rot="0">
            <a:off x="14593296"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Creative idea</a:t>
            </a:r>
          </a:p>
        </p:txBody>
      </p:sp>
      <p:sp>
        <p:nvSpPr>
          <p:cNvPr name="TextBox 81" id="81"/>
          <p:cNvSpPr txBox="true"/>
          <p:nvPr/>
        </p:nvSpPr>
        <p:spPr>
          <a:xfrm rot="0">
            <a:off x="14253612"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2" id="8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933225" y="5199376"/>
            <a:ext cx="5167312" cy="1201049"/>
            <a:chOff x="0" y="0"/>
            <a:chExt cx="812800" cy="188921"/>
          </a:xfrm>
        </p:grpSpPr>
        <p:sp>
          <p:nvSpPr>
            <p:cNvPr name="Freeform 3" id="3"/>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4" id="4"/>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796168" y="4796766"/>
            <a:ext cx="5700075" cy="2006269"/>
            <a:chOff x="0" y="0"/>
            <a:chExt cx="1731954" cy="609600"/>
          </a:xfrm>
        </p:grpSpPr>
        <p:sp>
          <p:nvSpPr>
            <p:cNvPr name="Freeform 6" id="6"/>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7" id="7"/>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2042244"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9" id="9"/>
          <p:cNvGrpSpPr/>
          <p:nvPr/>
        </p:nvGrpSpPr>
        <p:grpSpPr>
          <a:xfrm rot="0">
            <a:off x="9871371" y="5199376"/>
            <a:ext cx="5167312" cy="1201049"/>
            <a:chOff x="0" y="0"/>
            <a:chExt cx="812800" cy="188921"/>
          </a:xfrm>
        </p:grpSpPr>
        <p:sp>
          <p:nvSpPr>
            <p:cNvPr name="Freeform 10" id="10"/>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11" id="11"/>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0654700" y="4796766"/>
            <a:ext cx="5700075" cy="2006269"/>
            <a:chOff x="0" y="0"/>
            <a:chExt cx="1731954" cy="609600"/>
          </a:xfrm>
        </p:grpSpPr>
        <p:sp>
          <p:nvSpPr>
            <p:cNvPr name="Freeform 13" id="13"/>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14" id="14"/>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15" id="15"/>
          <p:cNvSpPr txBox="true"/>
          <p:nvPr/>
        </p:nvSpPr>
        <p:spPr>
          <a:xfrm rot="0">
            <a:off x="9993568"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16" id="16"/>
          <p:cNvGrpSpPr/>
          <p:nvPr/>
        </p:nvGrpSpPr>
        <p:grpSpPr>
          <a:xfrm rot="0">
            <a:off x="9871371" y="7654641"/>
            <a:ext cx="5167312" cy="1201049"/>
            <a:chOff x="0" y="0"/>
            <a:chExt cx="812800" cy="188921"/>
          </a:xfrm>
        </p:grpSpPr>
        <p:sp>
          <p:nvSpPr>
            <p:cNvPr name="Freeform 17" id="17"/>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18" id="18"/>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0654700" y="7252031"/>
            <a:ext cx="5700075" cy="2006269"/>
            <a:chOff x="0" y="0"/>
            <a:chExt cx="1731954" cy="609600"/>
          </a:xfrm>
        </p:grpSpPr>
        <p:sp>
          <p:nvSpPr>
            <p:cNvPr name="Freeform 20" id="20"/>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21" id="21"/>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993568"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23" id="23"/>
          <p:cNvGrpSpPr/>
          <p:nvPr/>
        </p:nvGrpSpPr>
        <p:grpSpPr>
          <a:xfrm rot="0">
            <a:off x="1933225" y="7654641"/>
            <a:ext cx="5167312" cy="1201049"/>
            <a:chOff x="0" y="0"/>
            <a:chExt cx="812800" cy="188921"/>
          </a:xfrm>
        </p:grpSpPr>
        <p:sp>
          <p:nvSpPr>
            <p:cNvPr name="Freeform 24" id="24"/>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25" id="25"/>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26" id="26"/>
          <p:cNvGrpSpPr/>
          <p:nvPr/>
        </p:nvGrpSpPr>
        <p:grpSpPr>
          <a:xfrm rot="0">
            <a:off x="2875782" y="7252031"/>
            <a:ext cx="5700075" cy="2006269"/>
            <a:chOff x="0" y="0"/>
            <a:chExt cx="1731954" cy="609600"/>
          </a:xfrm>
        </p:grpSpPr>
        <p:sp>
          <p:nvSpPr>
            <p:cNvPr name="Freeform 27" id="27"/>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28" id="28"/>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042244"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0" id="30"/>
          <p:cNvGrpSpPr/>
          <p:nvPr/>
        </p:nvGrpSpPr>
        <p:grpSpPr>
          <a:xfrm rot="0">
            <a:off x="9871371" y="2745432"/>
            <a:ext cx="5167312" cy="1201049"/>
            <a:chOff x="0" y="0"/>
            <a:chExt cx="812800" cy="188921"/>
          </a:xfrm>
        </p:grpSpPr>
        <p:sp>
          <p:nvSpPr>
            <p:cNvPr name="Freeform 31" id="31"/>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32" id="32"/>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10654700" y="2342822"/>
            <a:ext cx="5700075" cy="2006269"/>
            <a:chOff x="0" y="0"/>
            <a:chExt cx="1731954" cy="609600"/>
          </a:xfrm>
        </p:grpSpPr>
        <p:sp>
          <p:nvSpPr>
            <p:cNvPr name="Freeform 34" id="34"/>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35" id="35"/>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36" id="36"/>
          <p:cNvSpPr txBox="true"/>
          <p:nvPr/>
        </p:nvSpPr>
        <p:spPr>
          <a:xfrm rot="0">
            <a:off x="9993568"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37" id="37"/>
          <p:cNvGrpSpPr/>
          <p:nvPr/>
        </p:nvGrpSpPr>
        <p:grpSpPr>
          <a:xfrm rot="0">
            <a:off x="1933225" y="2745432"/>
            <a:ext cx="5167312" cy="1201049"/>
            <a:chOff x="0" y="0"/>
            <a:chExt cx="812800" cy="188921"/>
          </a:xfrm>
        </p:grpSpPr>
        <p:sp>
          <p:nvSpPr>
            <p:cNvPr name="Freeform 38" id="38"/>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39" id="39"/>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40" id="40"/>
          <p:cNvGrpSpPr/>
          <p:nvPr/>
        </p:nvGrpSpPr>
        <p:grpSpPr>
          <a:xfrm rot="0">
            <a:off x="2716554" y="2342822"/>
            <a:ext cx="5700075" cy="2006269"/>
            <a:chOff x="0" y="0"/>
            <a:chExt cx="1731954" cy="609600"/>
          </a:xfrm>
        </p:grpSpPr>
        <p:sp>
          <p:nvSpPr>
            <p:cNvPr name="Freeform 41" id="41"/>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42" id="42"/>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43" id="43"/>
          <p:cNvSpPr txBox="true"/>
          <p:nvPr/>
        </p:nvSpPr>
        <p:spPr>
          <a:xfrm rot="0">
            <a:off x="2042244"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44" id="44"/>
          <p:cNvSpPr txBox="true"/>
          <p:nvPr/>
        </p:nvSpPr>
        <p:spPr>
          <a:xfrm rot="0">
            <a:off x="3665152"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5" id="45"/>
          <p:cNvSpPr txBox="true"/>
          <p:nvPr/>
        </p:nvSpPr>
        <p:spPr>
          <a:xfrm rot="0">
            <a:off x="11535889"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6" id="46"/>
          <p:cNvSpPr txBox="true"/>
          <p:nvPr/>
        </p:nvSpPr>
        <p:spPr>
          <a:xfrm rot="0">
            <a:off x="3665152"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7" id="47"/>
          <p:cNvSpPr txBox="true"/>
          <p:nvPr/>
        </p:nvSpPr>
        <p:spPr>
          <a:xfrm rot="0">
            <a:off x="11535889"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3692007"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49" id="49"/>
          <p:cNvSpPr txBox="true"/>
          <p:nvPr/>
        </p:nvSpPr>
        <p:spPr>
          <a:xfrm rot="0">
            <a:off x="11562744"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50" id="50"/>
          <p:cNvSpPr txBox="true"/>
          <p:nvPr/>
        </p:nvSpPr>
        <p:spPr>
          <a:xfrm rot="0">
            <a:off x="3692007"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G</a:t>
            </a:r>
            <a:r>
              <a:rPr lang="en-US" b="true" sz="1974">
                <a:solidFill>
                  <a:srgbClr val="1C1C1A"/>
                </a:solidFill>
                <a:latin typeface="Montserrat Ultra-Bold"/>
                <a:ea typeface="Montserrat Ultra-Bold"/>
                <a:cs typeface="Montserrat Ultra-Bold"/>
                <a:sym typeface="Montserrat Ultra-Bold"/>
              </a:rPr>
              <a:t>reat idea</a:t>
            </a:r>
          </a:p>
        </p:txBody>
      </p:sp>
      <p:sp>
        <p:nvSpPr>
          <p:cNvPr name="TextBox 51" id="51"/>
          <p:cNvSpPr txBox="true"/>
          <p:nvPr/>
        </p:nvSpPr>
        <p:spPr>
          <a:xfrm rot="0">
            <a:off x="11562744"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52" id="52"/>
          <p:cNvSpPr txBox="true"/>
          <p:nvPr/>
        </p:nvSpPr>
        <p:spPr>
          <a:xfrm rot="0">
            <a:off x="3665152"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3" id="53"/>
          <p:cNvSpPr txBox="true"/>
          <p:nvPr/>
        </p:nvSpPr>
        <p:spPr>
          <a:xfrm rot="0">
            <a:off x="11535889"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4" id="54"/>
          <p:cNvSpPr txBox="true"/>
          <p:nvPr/>
        </p:nvSpPr>
        <p:spPr>
          <a:xfrm rot="0">
            <a:off x="3692007"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Creative</a:t>
            </a:r>
            <a:r>
              <a:rPr lang="en-US" b="true" sz="1974">
                <a:solidFill>
                  <a:srgbClr val="1C1C1A"/>
                </a:solidFill>
                <a:latin typeface="Montserrat Ultra-Bold"/>
                <a:ea typeface="Montserrat Ultra-Bold"/>
                <a:cs typeface="Montserrat Ultra-Bold"/>
                <a:sym typeface="Montserrat Ultra-Bold"/>
              </a:rPr>
              <a:t> idea</a:t>
            </a:r>
          </a:p>
        </p:txBody>
      </p:sp>
      <p:sp>
        <p:nvSpPr>
          <p:cNvPr name="TextBox 55" id="55"/>
          <p:cNvSpPr txBox="true"/>
          <p:nvPr/>
        </p:nvSpPr>
        <p:spPr>
          <a:xfrm rot="0">
            <a:off x="11562744"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Nice idea</a:t>
            </a:r>
          </a:p>
        </p:txBody>
      </p:sp>
      <p:sp>
        <p:nvSpPr>
          <p:cNvPr name="TextBox 56" id="56"/>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9237587" y="1274385"/>
            <a:ext cx="2000503" cy="2543079"/>
            <a:chOff x="0" y="0"/>
            <a:chExt cx="2667337" cy="3390773"/>
          </a:xfrm>
        </p:grpSpPr>
        <p:sp>
          <p:nvSpPr>
            <p:cNvPr name="AutoShape 13" id="13"/>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10800000">
              <a:off x="287331" y="2908829"/>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7050100" y="6553882"/>
            <a:ext cx="1856888" cy="2480980"/>
            <a:chOff x="0" y="0"/>
            <a:chExt cx="2475851" cy="3307973"/>
          </a:xfrm>
        </p:grpSpPr>
        <p:sp>
          <p:nvSpPr>
            <p:cNvPr name="AutoShape 18" id="18"/>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0">
              <a:off x="1535191" y="0"/>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5492349" y="5837484"/>
            <a:ext cx="2015499" cy="692586"/>
            <a:chOff x="0" y="0"/>
            <a:chExt cx="2687332" cy="923448"/>
          </a:xfrm>
        </p:grpSpPr>
        <p:sp>
          <p:nvSpPr>
            <p:cNvPr name="AutoShape 23" id="2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3079347">
              <a:off x="1991484" y="15355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5504047" y="3663164"/>
            <a:ext cx="2057316" cy="1055333"/>
            <a:chOff x="0" y="0"/>
            <a:chExt cx="2743089" cy="1407111"/>
          </a:xfrm>
        </p:grpSpPr>
        <p:sp>
          <p:nvSpPr>
            <p:cNvPr name="AutoShape 28" id="28"/>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8100000">
              <a:off x="2039294" y="774804"/>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10779680" y="5705383"/>
            <a:ext cx="2023228" cy="1060193"/>
            <a:chOff x="0" y="0"/>
            <a:chExt cx="2697637" cy="1413591"/>
          </a:xfrm>
        </p:grpSpPr>
        <p:sp>
          <p:nvSpPr>
            <p:cNvPr name="AutoShape 33" id="33"/>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34" id="34"/>
            <p:cNvGrpSpPr/>
            <p:nvPr/>
          </p:nvGrpSpPr>
          <p:grpSpPr>
            <a:xfrm rot="-2700000">
              <a:off x="78876" y="150363"/>
              <a:ext cx="624919" cy="481944"/>
              <a:chOff x="0" y="0"/>
              <a:chExt cx="922188" cy="711200"/>
            </a:xfrm>
          </p:grpSpPr>
          <p:sp>
            <p:nvSpPr>
              <p:cNvPr name="Freeform 35" id="3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6" id="3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7" id="37"/>
          <p:cNvGrpSpPr/>
          <p:nvPr/>
        </p:nvGrpSpPr>
        <p:grpSpPr>
          <a:xfrm rot="0">
            <a:off x="10833195" y="3898671"/>
            <a:ext cx="1981411" cy="687726"/>
            <a:chOff x="0" y="0"/>
            <a:chExt cx="2641881" cy="916967"/>
          </a:xfrm>
        </p:grpSpPr>
        <p:sp>
          <p:nvSpPr>
            <p:cNvPr name="AutoShape 38" id="3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39" id="39"/>
            <p:cNvGrpSpPr/>
            <p:nvPr/>
          </p:nvGrpSpPr>
          <p:grpSpPr>
            <a:xfrm rot="-7720652">
              <a:off x="70929" y="281474"/>
              <a:ext cx="624919" cy="481944"/>
              <a:chOff x="0" y="0"/>
              <a:chExt cx="922188" cy="711200"/>
            </a:xfrm>
          </p:grpSpPr>
          <p:sp>
            <p:nvSpPr>
              <p:cNvPr name="Freeform 40" id="4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42" id="42"/>
          <p:cNvGrpSpPr/>
          <p:nvPr/>
        </p:nvGrpSpPr>
        <p:grpSpPr>
          <a:xfrm rot="0">
            <a:off x="4961568" y="3438247"/>
            <a:ext cx="1061561" cy="10615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5" id="45"/>
          <p:cNvGrpSpPr/>
          <p:nvPr/>
        </p:nvGrpSpPr>
        <p:grpSpPr>
          <a:xfrm rot="0">
            <a:off x="12296802" y="3438247"/>
            <a:ext cx="1061561" cy="106156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8" id="48"/>
          <p:cNvGrpSpPr/>
          <p:nvPr/>
        </p:nvGrpSpPr>
        <p:grpSpPr>
          <a:xfrm rot="0">
            <a:off x="4961568" y="5787192"/>
            <a:ext cx="1061561" cy="106156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1" id="51"/>
          <p:cNvGrpSpPr/>
          <p:nvPr/>
        </p:nvGrpSpPr>
        <p:grpSpPr>
          <a:xfrm rot="0">
            <a:off x="12296802" y="5787192"/>
            <a:ext cx="1061561" cy="106156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4" id="54"/>
          <p:cNvGrpSpPr/>
          <p:nvPr/>
        </p:nvGrpSpPr>
        <p:grpSpPr>
          <a:xfrm rot="0">
            <a:off x="6585351" y="1089303"/>
            <a:ext cx="1061561" cy="106156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10833195" y="1089303"/>
            <a:ext cx="1061561" cy="1061561"/>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0" id="60"/>
          <p:cNvSpPr txBox="true"/>
          <p:nvPr/>
        </p:nvSpPr>
        <p:spPr>
          <a:xfrm rot="0">
            <a:off x="10970937"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61" id="61"/>
          <p:cNvGrpSpPr/>
          <p:nvPr/>
        </p:nvGrpSpPr>
        <p:grpSpPr>
          <a:xfrm rot="0">
            <a:off x="6585351" y="8136137"/>
            <a:ext cx="1061561" cy="1061561"/>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64" id="64"/>
          <p:cNvGrpSpPr/>
          <p:nvPr/>
        </p:nvGrpSpPr>
        <p:grpSpPr>
          <a:xfrm rot="0">
            <a:off x="10833195" y="8136137"/>
            <a:ext cx="1061561" cy="106156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6" id="6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7" id="67"/>
          <p:cNvSpPr txBox="true"/>
          <p:nvPr/>
        </p:nvSpPr>
        <p:spPr>
          <a:xfrm rot="0">
            <a:off x="5099310"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8" id="68"/>
          <p:cNvSpPr txBox="true"/>
          <p:nvPr/>
        </p:nvSpPr>
        <p:spPr>
          <a:xfrm rot="0">
            <a:off x="1243454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69" id="69"/>
          <p:cNvSpPr txBox="true"/>
          <p:nvPr/>
        </p:nvSpPr>
        <p:spPr>
          <a:xfrm rot="0">
            <a:off x="1044011"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70" id="70"/>
          <p:cNvSpPr txBox="true"/>
          <p:nvPr/>
        </p:nvSpPr>
        <p:spPr>
          <a:xfrm rot="0">
            <a:off x="1453543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Original</a:t>
            </a:r>
          </a:p>
        </p:txBody>
      </p:sp>
      <p:sp>
        <p:nvSpPr>
          <p:cNvPr name="TextBox 71" id="71"/>
          <p:cNvSpPr txBox="true"/>
          <p:nvPr/>
        </p:nvSpPr>
        <p:spPr>
          <a:xfrm rot="0">
            <a:off x="942975"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2" id="72"/>
          <p:cNvSpPr txBox="true"/>
          <p:nvPr/>
        </p:nvSpPr>
        <p:spPr>
          <a:xfrm rot="0">
            <a:off x="14434397"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3" id="73"/>
          <p:cNvSpPr txBox="true"/>
          <p:nvPr/>
        </p:nvSpPr>
        <p:spPr>
          <a:xfrm rot="0">
            <a:off x="5099310"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74" id="74"/>
          <p:cNvSpPr txBox="true"/>
          <p:nvPr/>
        </p:nvSpPr>
        <p:spPr>
          <a:xfrm rot="0">
            <a:off x="1243454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75" id="75"/>
          <p:cNvSpPr txBox="true"/>
          <p:nvPr/>
        </p:nvSpPr>
        <p:spPr>
          <a:xfrm rot="0">
            <a:off x="1044011"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Creative idea</a:t>
            </a:r>
          </a:p>
        </p:txBody>
      </p:sp>
      <p:sp>
        <p:nvSpPr>
          <p:cNvPr name="TextBox 76" id="76"/>
          <p:cNvSpPr txBox="true"/>
          <p:nvPr/>
        </p:nvSpPr>
        <p:spPr>
          <a:xfrm rot="0">
            <a:off x="1453543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Great idea</a:t>
            </a:r>
          </a:p>
        </p:txBody>
      </p:sp>
      <p:sp>
        <p:nvSpPr>
          <p:cNvPr name="TextBox 77" id="77"/>
          <p:cNvSpPr txBox="true"/>
          <p:nvPr/>
        </p:nvSpPr>
        <p:spPr>
          <a:xfrm rot="0">
            <a:off x="942975"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8" id="78"/>
          <p:cNvSpPr txBox="true"/>
          <p:nvPr/>
        </p:nvSpPr>
        <p:spPr>
          <a:xfrm rot="0">
            <a:off x="14434397"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9" id="79"/>
          <p:cNvSpPr txBox="true"/>
          <p:nvPr/>
        </p:nvSpPr>
        <p:spPr>
          <a:xfrm rot="0">
            <a:off x="6723093"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80" id="80"/>
          <p:cNvSpPr txBox="true"/>
          <p:nvPr/>
        </p:nvSpPr>
        <p:spPr>
          <a:xfrm rot="0">
            <a:off x="2438946"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81" id="81"/>
          <p:cNvSpPr txBox="true"/>
          <p:nvPr/>
        </p:nvSpPr>
        <p:spPr>
          <a:xfrm rot="0">
            <a:off x="1311333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Nice idea</a:t>
            </a:r>
          </a:p>
        </p:txBody>
      </p:sp>
      <p:sp>
        <p:nvSpPr>
          <p:cNvPr name="TextBox 82" id="82"/>
          <p:cNvSpPr txBox="true"/>
          <p:nvPr/>
        </p:nvSpPr>
        <p:spPr>
          <a:xfrm rot="0">
            <a:off x="2337911"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3" id="83"/>
          <p:cNvSpPr txBox="true"/>
          <p:nvPr/>
        </p:nvSpPr>
        <p:spPr>
          <a:xfrm rot="0">
            <a:off x="13012297"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4" id="84"/>
          <p:cNvSpPr txBox="true"/>
          <p:nvPr/>
        </p:nvSpPr>
        <p:spPr>
          <a:xfrm rot="0">
            <a:off x="6723093"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85" id="85"/>
          <p:cNvSpPr txBox="true"/>
          <p:nvPr/>
        </p:nvSpPr>
        <p:spPr>
          <a:xfrm rot="0">
            <a:off x="10970937"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86" id="86"/>
          <p:cNvSpPr txBox="true"/>
          <p:nvPr/>
        </p:nvSpPr>
        <p:spPr>
          <a:xfrm rot="0">
            <a:off x="2438946"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Innovative idea</a:t>
            </a:r>
          </a:p>
        </p:txBody>
      </p:sp>
      <p:sp>
        <p:nvSpPr>
          <p:cNvPr name="TextBox 87" id="87"/>
          <p:cNvSpPr txBox="true"/>
          <p:nvPr/>
        </p:nvSpPr>
        <p:spPr>
          <a:xfrm rot="0">
            <a:off x="1311333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Brilliant idea</a:t>
            </a:r>
          </a:p>
        </p:txBody>
      </p:sp>
      <p:sp>
        <p:nvSpPr>
          <p:cNvPr name="TextBox 88" id="88"/>
          <p:cNvSpPr txBox="true"/>
          <p:nvPr/>
        </p:nvSpPr>
        <p:spPr>
          <a:xfrm rot="0">
            <a:off x="2337911"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9" id="89"/>
          <p:cNvSpPr txBox="true"/>
          <p:nvPr/>
        </p:nvSpPr>
        <p:spPr>
          <a:xfrm rot="0">
            <a:off x="13012297"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0" id="90"/>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162692" y="3602207"/>
            <a:ext cx="3841146" cy="38411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7012115" y="3534660"/>
            <a:ext cx="1622297" cy="16222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9653588" y="3534660"/>
            <a:ext cx="1622297" cy="16222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1" id="11"/>
          <p:cNvGrpSpPr/>
          <p:nvPr/>
        </p:nvGrpSpPr>
        <p:grpSpPr>
          <a:xfrm rot="0">
            <a:off x="9653587" y="5948521"/>
            <a:ext cx="1622297" cy="162229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13" id="1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4" id="14"/>
          <p:cNvGrpSpPr/>
          <p:nvPr/>
        </p:nvGrpSpPr>
        <p:grpSpPr>
          <a:xfrm rot="0">
            <a:off x="7012115" y="5948521"/>
            <a:ext cx="1622297" cy="162229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5471797">
            <a:off x="8905875" y="3442958"/>
            <a:ext cx="476250" cy="416719"/>
            <a:chOff x="0" y="0"/>
            <a:chExt cx="812800" cy="711200"/>
          </a:xfrm>
        </p:grpSpPr>
        <p:sp>
          <p:nvSpPr>
            <p:cNvPr name="Freeform 18" id="18"/>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9366E4"/>
            </a:solidFill>
          </p:spPr>
        </p:sp>
        <p:sp>
          <p:nvSpPr>
            <p:cNvPr name="TextBox 19" id="19"/>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0" id="20"/>
          <p:cNvGrpSpPr/>
          <p:nvPr/>
        </p:nvGrpSpPr>
        <p:grpSpPr>
          <a:xfrm rot="-10800000">
            <a:off x="10765713" y="5344380"/>
            <a:ext cx="476250" cy="416719"/>
            <a:chOff x="0" y="0"/>
            <a:chExt cx="812800" cy="711200"/>
          </a:xfrm>
        </p:grpSpPr>
        <p:sp>
          <p:nvSpPr>
            <p:cNvPr name="Freeform 21" id="21"/>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DDA707"/>
            </a:solidFill>
          </p:spPr>
        </p:sp>
        <p:sp>
          <p:nvSpPr>
            <p:cNvPr name="TextBox 22" id="22"/>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3" id="23"/>
          <p:cNvGrpSpPr/>
          <p:nvPr/>
        </p:nvGrpSpPr>
        <p:grpSpPr>
          <a:xfrm rot="0">
            <a:off x="6924567" y="5344380"/>
            <a:ext cx="476250" cy="416719"/>
            <a:chOff x="0" y="0"/>
            <a:chExt cx="812800" cy="711200"/>
          </a:xfrm>
        </p:grpSpPr>
        <p:sp>
          <p:nvSpPr>
            <p:cNvPr name="Freeform 24" id="24"/>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E46671"/>
            </a:solidFill>
          </p:spPr>
        </p:sp>
        <p:sp>
          <p:nvSpPr>
            <p:cNvPr name="TextBox 25" id="25"/>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6" id="26"/>
          <p:cNvGrpSpPr/>
          <p:nvPr/>
        </p:nvGrpSpPr>
        <p:grpSpPr>
          <a:xfrm rot="-5400000">
            <a:off x="8900948" y="7235154"/>
            <a:ext cx="476250" cy="416719"/>
            <a:chOff x="0" y="0"/>
            <a:chExt cx="812800" cy="711200"/>
          </a:xfrm>
        </p:grpSpPr>
        <p:sp>
          <p:nvSpPr>
            <p:cNvPr name="Freeform 27" id="27"/>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38AEB6"/>
            </a:solidFill>
          </p:spPr>
        </p:sp>
        <p:sp>
          <p:nvSpPr>
            <p:cNvPr name="TextBox 28" id="28"/>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1602724"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30" id="30"/>
          <p:cNvSpPr txBox="true"/>
          <p:nvPr/>
        </p:nvSpPr>
        <p:spPr>
          <a:xfrm rot="0">
            <a:off x="12911476"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Excellent idea</a:t>
            </a:r>
          </a:p>
        </p:txBody>
      </p:sp>
      <p:sp>
        <p:nvSpPr>
          <p:cNvPr name="TextBox 31" id="31"/>
          <p:cNvSpPr txBox="true"/>
          <p:nvPr/>
        </p:nvSpPr>
        <p:spPr>
          <a:xfrm rot="0">
            <a:off x="1602724"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Creative idea</a:t>
            </a:r>
          </a:p>
        </p:txBody>
      </p:sp>
      <p:sp>
        <p:nvSpPr>
          <p:cNvPr name="TextBox 32" id="32"/>
          <p:cNvSpPr txBox="true"/>
          <p:nvPr/>
        </p:nvSpPr>
        <p:spPr>
          <a:xfrm rot="0">
            <a:off x="12911476"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33" id="33"/>
          <p:cNvSpPr txBox="true"/>
          <p:nvPr/>
        </p:nvSpPr>
        <p:spPr>
          <a:xfrm rot="0">
            <a:off x="1462558"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4" id="34"/>
          <p:cNvSpPr txBox="true"/>
          <p:nvPr/>
        </p:nvSpPr>
        <p:spPr>
          <a:xfrm rot="0">
            <a:off x="12771310"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5" id="35"/>
          <p:cNvSpPr txBox="true"/>
          <p:nvPr/>
        </p:nvSpPr>
        <p:spPr>
          <a:xfrm rot="0">
            <a:off x="1462558"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6" id="36"/>
          <p:cNvSpPr txBox="true"/>
          <p:nvPr/>
        </p:nvSpPr>
        <p:spPr>
          <a:xfrm rot="0">
            <a:off x="12771310"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7" id="37"/>
          <p:cNvSpPr txBox="true"/>
          <p:nvPr/>
        </p:nvSpPr>
        <p:spPr>
          <a:xfrm rot="0">
            <a:off x="7400817"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38" id="38"/>
          <p:cNvSpPr txBox="true"/>
          <p:nvPr/>
        </p:nvSpPr>
        <p:spPr>
          <a:xfrm rot="0">
            <a:off x="7400817"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39" id="39"/>
          <p:cNvSpPr txBox="true"/>
          <p:nvPr/>
        </p:nvSpPr>
        <p:spPr>
          <a:xfrm rot="0">
            <a:off x="10129838"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40" id="40"/>
          <p:cNvSpPr txBox="true"/>
          <p:nvPr/>
        </p:nvSpPr>
        <p:spPr>
          <a:xfrm rot="0">
            <a:off x="10129838"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41" id="41"/>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DAHApxqMZVk</dc:identifier>
  <dcterms:modified xsi:type="dcterms:W3CDTF">2011-08-01T06:04:30Z</dcterms:modified>
  <cp:revision>1</cp:revision>
</cp:coreProperties>
</file>