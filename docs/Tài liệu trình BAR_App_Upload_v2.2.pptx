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heme/theme3.xml" ContentType="application/vnd.openxmlformats-officedocument.theme+xml"/>
  <Override PartName="/ppt/theme/themeOverride2.xml" ContentType="application/vnd.openxmlformats-officedocument.themeOverride+xml"/>
  <Override PartName="/ppt/notesSlides/notesSlide1.xml" ContentType="application/vnd.openxmlformats-officedocument.presentationml.notesSlide+xml"/>
  <Override PartName="/ppt/tags/tag170.xml" ContentType="application/vnd.openxmlformats-officedocument.presentationml.tags+xml"/>
  <Override PartName="/ppt/notesSlides/notesSlide2.xml" ContentType="application/vnd.openxmlformats-officedocument.presentationml.notesSlide+xml"/>
  <Override PartName="/ppt/tags/tag171.xml" ContentType="application/vnd.openxmlformats-officedocument.presentationml.tags+xml"/>
  <Override PartName="/ppt/notesSlides/notesSlide3.xml" ContentType="application/vnd.openxmlformats-officedocument.presentationml.notesSlide+xml"/>
  <Override PartName="/ppt/tags/tag172.xml" ContentType="application/vnd.openxmlformats-officedocument.presentationml.tags+xml"/>
  <Override PartName="/ppt/notesSlides/notesSlide4.xml" ContentType="application/vnd.openxmlformats-officedocument.presentationml.notesSlide+xml"/>
  <Override PartName="/ppt/tags/tag173.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74.xml" ContentType="application/vnd.openxmlformats-officedocument.presentationml.tags+xml"/>
  <Override PartName="/ppt/tags/tag17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3.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76.xml" ContentType="application/vnd.openxmlformats-officedocument.presentationml.tags+xml"/>
  <Override PartName="/ppt/tags/tag177.xml" ContentType="application/vnd.openxmlformats-officedocument.presentationml.tags+xml"/>
  <Override PartName="/ppt/notesSlides/notesSlide20.xml" ContentType="application/vnd.openxmlformats-officedocument.presentationml.notesSlide+xml"/>
  <Override PartName="/ppt/theme/themeOverride4.xml" ContentType="application/vnd.openxmlformats-officedocument.themeOverride+xml"/>
  <Override PartName="/ppt/notesSlides/notesSlide21.xml" ContentType="application/vnd.openxmlformats-officedocument.presentationml.notesSlide+xml"/>
  <Override PartName="/ppt/theme/themeOverride5.xml" ContentType="application/vnd.openxmlformats-officedocument.themeOverr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5" r:id="rId5"/>
  </p:sldMasterIdLst>
  <p:notesMasterIdLst>
    <p:notesMasterId r:id="rId31"/>
  </p:notesMasterIdLst>
  <p:sldIdLst>
    <p:sldId id="258" r:id="rId6"/>
    <p:sldId id="416" r:id="rId7"/>
    <p:sldId id="341" r:id="rId8"/>
    <p:sldId id="4730" r:id="rId9"/>
    <p:sldId id="4732" r:id="rId10"/>
    <p:sldId id="4724" r:id="rId11"/>
    <p:sldId id="4725" r:id="rId12"/>
    <p:sldId id="4718" r:id="rId13"/>
    <p:sldId id="418" r:id="rId14"/>
    <p:sldId id="4722" r:id="rId15"/>
    <p:sldId id="355" r:id="rId16"/>
    <p:sldId id="4733" r:id="rId17"/>
    <p:sldId id="4723" r:id="rId18"/>
    <p:sldId id="4727" r:id="rId19"/>
    <p:sldId id="4736" r:id="rId20"/>
    <p:sldId id="4728" r:id="rId21"/>
    <p:sldId id="4731" r:id="rId22"/>
    <p:sldId id="4712" r:id="rId23"/>
    <p:sldId id="4734" r:id="rId24"/>
    <p:sldId id="4714" r:id="rId25"/>
    <p:sldId id="575" r:id="rId26"/>
    <p:sldId id="4735" r:id="rId27"/>
    <p:sldId id="4729" r:id="rId28"/>
    <p:sldId id="287" r:id="rId29"/>
    <p:sldId id="26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526E24E-C63C-1825-3C49-0EDCF0A0515F}" name="Dat Duong Tuan (CN-GD.PTGP&amp;DVDL)" initials="DD" userId="S::datdt15@msb.com.vn::6bfa1f35-005d-4264-8cc8-7bec095c862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E84C22"/>
    <a:srgbClr val="F8931F"/>
    <a:srgbClr val="595959"/>
    <a:srgbClr val="F3AE00"/>
    <a:srgbClr val="E67015"/>
    <a:srgbClr val="EB891B"/>
    <a:srgbClr val="FF671F"/>
    <a:srgbClr val="00FFFF"/>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CF2E6-3FE6-A6A7-9634-795F5EE877C0}" v="110" dt="2026-03-04T10:01:13.547"/>
    <p1510:client id="{1C49D6AF-1BD7-2AA6-715D-99C4170FEACE}" v="361" dt="2026-03-06T03:55:53.589"/>
    <p1510:client id="{3B26AECC-DA3E-BA1C-3F30-4C96433B2C01}" v="4" dt="2026-03-04T08:59:05.005"/>
    <p1510:client id="{69DA8CC3-8DDE-4FE0-BA3C-D1E9951E0ACE}" v="554" dt="2026-03-06T02:30:24.2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304" autoAdjust="0"/>
  </p:normalViewPr>
  <p:slideViewPr>
    <p:cSldViewPr snapToGrid="0">
      <p:cViewPr varScale="1">
        <p:scale>
          <a:sx n="101" d="100"/>
          <a:sy n="101" d="100"/>
        </p:scale>
        <p:origin x="1032" y="108"/>
      </p:cViewPr>
      <p:guideLst>
        <p:guide orient="horz" pos="2304"/>
        <p:guide pos="3840"/>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4E3EE-A17F-4DB4-B1F3-D446441B65E3}"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2A4B31-E220-4D9A-8D6D-C00945709A12}" type="slidenum">
              <a:rPr lang="en-US" smtClean="0"/>
              <a:t>‹#›</a:t>
            </a:fld>
            <a:endParaRPr lang="en-US"/>
          </a:p>
        </p:txBody>
      </p:sp>
    </p:spTree>
    <p:extLst>
      <p:ext uri="{BB962C8B-B14F-4D97-AF65-F5344CB8AC3E}">
        <p14:creationId xmlns:p14="http://schemas.microsoft.com/office/powerpoint/2010/main" val="195122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480D-FC02-368F-C68A-95452C75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53F02-614D-68ED-3331-BA8C18FA3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F98F0-60BC-1BB8-53B5-27F65F0ACE86}"/>
              </a:ext>
            </a:extLst>
          </p:cNvPr>
          <p:cNvSpPr>
            <a:spLocks noGrp="1"/>
          </p:cNvSpPr>
          <p:nvPr>
            <p:ph type="body" idx="1"/>
          </p:nvPr>
        </p:nvSpPr>
        <p:spPr/>
        <p:txBody>
          <a:bodyPr/>
          <a:lstStyle/>
          <a:p>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trạng</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nay, NV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qua Jupiter.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DLL ETL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LDZ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map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MSB,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“TTNT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import/export file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Reconcile.”</a:t>
            </a:r>
          </a:p>
          <a:p>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của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Ứng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dụng</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Upload Enterprise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lõi</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Tập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trung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vào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Raw:</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(Raw data)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Kiểm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soát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chất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lượng</a:t>
            </a:r>
            <a:r>
              <a:rPr lang="en-US" sz="1200" b="1" kern="1200" dirty="0">
                <a:solidFill>
                  <a:schemeClr val="tx1"/>
                </a:solidFill>
                <a:effectLst/>
                <a:latin typeface="+mn-lt"/>
                <a:ea typeface="+mn-ea"/>
                <a:cs typeface="+mn-cs"/>
              </a:rPr>
              <a:t> (Validation):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vượt</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(validate)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vẹn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a:t>
            </a:r>
          </a:p>
          <a:p>
            <a:pPr lvl="0"/>
            <a:r>
              <a:rPr lang="en-US" sz="1200" kern="1200" dirty="0" err="1">
                <a:solidFill>
                  <a:schemeClr val="tx1"/>
                </a:solidFill>
                <a:effectLst/>
                <a:latin typeface="+mn-lt"/>
                <a:ea typeface="+mn-ea"/>
                <a:cs typeface="+mn-cs"/>
              </a:rPr>
              <a:t>Tăng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dõi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upload</a:t>
            </a:r>
          </a:p>
          <a:p>
            <a:r>
              <a:rPr lang="en-US" sz="1200" b="1" kern="1200" dirty="0" err="1">
                <a:solidFill>
                  <a:schemeClr val="tx1"/>
                </a:solidFill>
                <a:effectLst/>
                <a:latin typeface="+mn-lt"/>
                <a:ea typeface="+mn-ea"/>
                <a:cs typeface="+mn-cs"/>
              </a:rPr>
              <a:t>Tối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giản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quy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xử</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biến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đổi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phức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tạp</a:t>
            </a:r>
            <a:r>
              <a:rPr lang="en-US" sz="1200" b="1" kern="1200" dirty="0">
                <a:solidFill>
                  <a:schemeClr val="tx1"/>
                </a:solidFill>
                <a:effectLst/>
                <a:latin typeface="+mn-lt"/>
                <a:ea typeface="+mn-ea"/>
                <a:cs typeface="+mn-cs"/>
              </a:rPr>
              <a:t> (Transform)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tin.</a:t>
            </a:r>
            <a:endParaRPr lang="en-US" dirty="0"/>
          </a:p>
        </p:txBody>
      </p:sp>
      <p:sp>
        <p:nvSpPr>
          <p:cNvPr id="4" name="Slide Number Placeholder 3">
            <a:extLst>
              <a:ext uri="{FF2B5EF4-FFF2-40B4-BE49-F238E27FC236}">
                <a16:creationId xmlns:a16="http://schemas.microsoft.com/office/drawing/2014/main" id="{823AAFAE-C863-BF21-D291-EBB48463A62F}"/>
              </a:ext>
            </a:extLst>
          </p:cNvPr>
          <p:cNvSpPr>
            <a:spLocks noGrp="1"/>
          </p:cNvSpPr>
          <p:nvPr>
            <p:ph type="sldNum" sz="quarter" idx="5"/>
          </p:nvPr>
        </p:nvSpPr>
        <p:spPr/>
        <p:txBody>
          <a:bodyPr/>
          <a:lstStyle/>
          <a:p>
            <a:fld id="{5D2A4B31-E220-4D9A-8D6D-C00945709A12}" type="slidenum">
              <a:rPr lang="en-US" smtClean="0"/>
              <a:t>4</a:t>
            </a:fld>
            <a:endParaRPr lang="en-US"/>
          </a:p>
        </p:txBody>
      </p:sp>
    </p:spTree>
    <p:extLst>
      <p:ext uri="{BB962C8B-B14F-4D97-AF65-F5344CB8AC3E}">
        <p14:creationId xmlns:p14="http://schemas.microsoft.com/office/powerpoint/2010/main" val="2643692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480D-FC02-368F-C68A-95452C75C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53F02-614D-68ED-3331-BA8C18FA3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2F98F0-60BC-1BB8-53B5-27F65F0ACE86}"/>
              </a:ext>
            </a:extLst>
          </p:cNvPr>
          <p:cNvSpPr>
            <a:spLocks noGrp="1"/>
          </p:cNvSpPr>
          <p:nvPr>
            <p:ph type="body" idx="1"/>
          </p:nvPr>
        </p:nvSpPr>
        <p:spPr/>
        <p:txBody>
          <a:bodyPr/>
          <a:lstStyle/>
          <a:p>
            <a:r>
              <a:rPr lang="en-US" dirty="0" err="1"/>
              <a:t>T</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trạng</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Hiện</a:t>
            </a:r>
            <a:r>
              <a:rPr lang="en-US" sz="1200" kern="1200" dirty="0">
                <a:solidFill>
                  <a:schemeClr val="tx1"/>
                </a:solidFill>
                <a:effectLst/>
                <a:latin typeface="+mn-lt"/>
                <a:ea typeface="+mn-ea"/>
                <a:cs typeface="+mn-cs"/>
              </a:rPr>
              <a:t> nay, NV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file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qua Jupiter.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lưu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tạm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DLL ETL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LDZ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map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MSB, </a:t>
            </a:r>
            <a:r>
              <a:rPr lang="en-US" sz="1200" kern="1200" dirty="0" err="1">
                <a:solidFill>
                  <a:schemeClr val="tx1"/>
                </a:solidFill>
                <a:effectLst/>
                <a:latin typeface="+mn-lt"/>
                <a:ea typeface="+mn-ea"/>
                <a:cs typeface="+mn-cs"/>
              </a:rPr>
              <a:t>sau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đó</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người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dùng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này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đang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tuân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thủ</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“TTNT </a:t>
            </a:r>
            <a:r>
              <a:rPr lang="en-US" sz="1200" kern="1200" dirty="0" err="1">
                <a:solidFill>
                  <a:schemeClr val="tx1"/>
                </a:solidFill>
                <a:effectLst/>
                <a:latin typeface="+mn-lt"/>
                <a:ea typeface="+mn-ea"/>
                <a:cs typeface="+mn-cs"/>
              </a:rPr>
              <a:t>phát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triển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import/export file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thuế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chỉ</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đối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trên</a:t>
            </a:r>
            <a:r>
              <a:rPr lang="en-US" sz="1200" kern="1200" dirty="0">
                <a:solidFill>
                  <a:schemeClr val="tx1"/>
                </a:solidFill>
                <a:effectLst/>
                <a:latin typeface="+mn-lt"/>
                <a:ea typeface="+mn-ea"/>
                <a:cs typeface="+mn-cs"/>
              </a:rPr>
              <a:t> Jupiter Reconcile.”</a:t>
            </a:r>
          </a:p>
          <a:p>
            <a:r>
              <a:rPr lang="en-US" sz="1200" b="1" kern="1200" dirty="0" err="1">
                <a:solidFill>
                  <a:schemeClr val="tx1"/>
                </a:solidFill>
                <a:effectLst/>
                <a:latin typeface="+mn-lt"/>
                <a:ea typeface="+mn-ea"/>
                <a:cs typeface="+mn-cs"/>
              </a:rPr>
              <a:t>Mục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của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Ứng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dụng</a:t>
            </a:r>
            <a:endParaRPr lang="en-US" sz="1200" kern="1200" dirty="0">
              <a:solidFill>
                <a:schemeClr val="tx1"/>
              </a:solidFill>
              <a:effectLst/>
              <a:latin typeface="+mn-lt"/>
              <a:ea typeface="+mn-ea"/>
              <a:cs typeface="+mn-cs"/>
            </a:endParaRPr>
          </a:p>
          <a:p>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Upload Enterprise </a:t>
            </a:r>
            <a:r>
              <a:rPr lang="en-US" sz="1200" kern="1200" dirty="0" err="1">
                <a:solidFill>
                  <a:schemeClr val="tx1"/>
                </a:solidFill>
                <a:effectLst/>
                <a:latin typeface="+mn-lt"/>
                <a:ea typeface="+mn-ea"/>
                <a:cs typeface="+mn-cs"/>
              </a:rPr>
              <a:t>được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kế</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trở</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thành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công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hỗ</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trợ</a:t>
            </a:r>
            <a:r>
              <a:rPr lang="en-US" sz="1200" kern="1200" dirty="0">
                <a:solidFill>
                  <a:schemeClr val="tx1"/>
                </a:solidFill>
                <a:effectLst/>
                <a:latin typeface="+mn-lt"/>
                <a:ea typeface="+mn-ea"/>
                <a:cs typeface="+mn-cs"/>
              </a:rPr>
              <a:t> upload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với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mục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tiêu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cốt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lõi</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Tập</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trung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vào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Raw:</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Chức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(Raw data)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nhanh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chóng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chính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xác</a:t>
            </a:r>
            <a:r>
              <a:rPr lang="en-US" sz="1200" kern="1200" dirty="0">
                <a:solidFill>
                  <a:schemeClr val="tx1"/>
                </a:solidFill>
                <a:effectLst/>
                <a:latin typeface="+mn-lt"/>
                <a:ea typeface="+mn-ea"/>
                <a:cs typeface="+mn-cs"/>
              </a:rPr>
              <a:t>.</a:t>
            </a:r>
          </a:p>
          <a:p>
            <a:pPr lvl="0"/>
            <a:r>
              <a:rPr lang="en-US" sz="1200" b="1" kern="1200" dirty="0" err="1">
                <a:solidFill>
                  <a:schemeClr val="tx1"/>
                </a:solidFill>
                <a:effectLst/>
                <a:latin typeface="+mn-lt"/>
                <a:ea typeface="+mn-ea"/>
                <a:cs typeface="+mn-cs"/>
              </a:rPr>
              <a:t>Kiểm</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soát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chất</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lượng</a:t>
            </a:r>
            <a:r>
              <a:rPr lang="en-US" sz="1200" b="1" kern="1200" dirty="0">
                <a:solidFill>
                  <a:schemeClr val="tx1"/>
                </a:solidFill>
                <a:effectLst/>
                <a:latin typeface="+mn-lt"/>
                <a:ea typeface="+mn-ea"/>
                <a:cs typeface="+mn-cs"/>
              </a:rPr>
              <a:t> (Validation):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hệ</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thống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phải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vượt</a:t>
            </a:r>
            <a:r>
              <a:rPr lang="en-US" sz="1200" kern="1200" dirty="0">
                <a:solidFill>
                  <a:schemeClr val="tx1"/>
                </a:solidFill>
                <a:effectLst/>
                <a:latin typeface="+mn-lt"/>
                <a:ea typeface="+mn-ea"/>
                <a:cs typeface="+mn-cs"/>
              </a:rPr>
              <a:t> qua </a:t>
            </a:r>
            <a:r>
              <a:rPr lang="en-US" sz="1200" kern="1200" dirty="0" err="1">
                <a:solidFill>
                  <a:schemeClr val="tx1"/>
                </a:solidFill>
                <a:effectLst/>
                <a:latin typeface="+mn-lt"/>
                <a:ea typeface="+mn-ea"/>
                <a:cs typeface="+mn-cs"/>
              </a:rPr>
              <a:t>các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bước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kiểm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a:t>
            </a:r>
            <a:r>
              <a:rPr lang="en-US" sz="1200" kern="1200" dirty="0">
                <a:solidFill>
                  <a:schemeClr val="tx1"/>
                </a:solidFill>
                <a:effectLst/>
                <a:latin typeface="+mn-lt"/>
                <a:ea typeface="+mn-ea"/>
                <a:cs typeface="+mn-cs"/>
              </a:rPr>
              <a:t> (validate) </a:t>
            </a:r>
            <a:r>
              <a:rPr lang="en-US" sz="1200" kern="1200" dirty="0" err="1">
                <a:solidFill>
                  <a:schemeClr val="tx1"/>
                </a:solidFill>
                <a:effectLst/>
                <a:latin typeface="+mn-lt"/>
                <a:ea typeface="+mn-ea"/>
                <a:cs typeface="+mn-cs"/>
              </a:rPr>
              <a:t>về</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định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cấu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trúc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toàn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vẹn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cơ</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a:t>
            </a:r>
          </a:p>
          <a:p>
            <a:pPr lvl="0"/>
            <a:r>
              <a:rPr lang="en-US" sz="1200" kern="1200" dirty="0" err="1">
                <a:solidFill>
                  <a:schemeClr val="tx1"/>
                </a:solidFill>
                <a:effectLst/>
                <a:latin typeface="+mn-lt"/>
                <a:ea typeface="+mn-ea"/>
                <a:cs typeface="+mn-cs"/>
              </a:rPr>
              <a:t>Tăng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khả</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kiếm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soát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theo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dõi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lịch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sử</a:t>
            </a:r>
            <a:r>
              <a:rPr lang="en-US" sz="1200" kern="1200" dirty="0">
                <a:solidFill>
                  <a:schemeClr val="tx1"/>
                </a:solidFill>
                <a:effectLst/>
                <a:latin typeface="+mn-lt"/>
                <a:ea typeface="+mn-ea"/>
                <a:cs typeface="+mn-cs"/>
              </a:rPr>
              <a:t> upload</a:t>
            </a:r>
          </a:p>
          <a:p>
            <a:r>
              <a:rPr lang="en-US" sz="1200" b="1" kern="1200" dirty="0" err="1">
                <a:solidFill>
                  <a:schemeClr val="tx1"/>
                </a:solidFill>
                <a:effectLst/>
                <a:latin typeface="+mn-lt"/>
                <a:ea typeface="+mn-ea"/>
                <a:cs typeface="+mn-cs"/>
              </a:rPr>
              <a:t>Tối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giản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quy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trình</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Ứng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tập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trung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nạp</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không</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thực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hiện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các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xử</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lý</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biến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đổi</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dữ</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liệu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phức</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tạp</a:t>
            </a:r>
            <a:r>
              <a:rPr lang="en-US" sz="1200" b="1" kern="1200" dirty="0">
                <a:solidFill>
                  <a:schemeClr val="tx1"/>
                </a:solidFill>
                <a:effectLst/>
                <a:latin typeface="+mn-lt"/>
                <a:ea typeface="+mn-ea"/>
                <a:cs typeface="+mn-cs"/>
              </a:rPr>
              <a:t> (Transform)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để</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đảm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tốc</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độ</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và</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tính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nguyên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bản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nguồn</a:t>
            </a:r>
            <a:r>
              <a:rPr lang="en-US" sz="1200" kern="1200" dirty="0">
                <a:solidFill>
                  <a:schemeClr val="tx1"/>
                </a:solidFill>
                <a:effectLst/>
                <a:latin typeface="+mn-lt"/>
                <a:ea typeface="+mn-ea"/>
                <a:cs typeface="+mn-cs"/>
              </a:rPr>
              <a:t> tin.</a:t>
            </a:r>
            <a:endParaRPr lang="en-US" dirty="0"/>
          </a:p>
        </p:txBody>
      </p:sp>
      <p:sp>
        <p:nvSpPr>
          <p:cNvPr id="4" name="Slide Number Placeholder 3">
            <a:extLst>
              <a:ext uri="{FF2B5EF4-FFF2-40B4-BE49-F238E27FC236}">
                <a16:creationId xmlns:a16="http://schemas.microsoft.com/office/drawing/2014/main" id="{823AAFAE-C863-BF21-D291-EBB48463A62F}"/>
              </a:ext>
            </a:extLst>
          </p:cNvPr>
          <p:cNvSpPr>
            <a:spLocks noGrp="1"/>
          </p:cNvSpPr>
          <p:nvPr>
            <p:ph type="sldNum" sz="quarter" idx="5"/>
          </p:nvPr>
        </p:nvSpPr>
        <p:spPr/>
        <p:txBody>
          <a:bodyPr/>
          <a:lstStyle/>
          <a:p>
            <a:fld id="{5D2A4B31-E220-4D9A-8D6D-C00945709A12}" type="slidenum">
              <a:rPr lang="en-US" smtClean="0"/>
              <a:t>5</a:t>
            </a:fld>
            <a:endParaRPr lang="en-US"/>
          </a:p>
        </p:txBody>
      </p:sp>
    </p:spTree>
    <p:extLst>
      <p:ext uri="{BB962C8B-B14F-4D97-AF65-F5344CB8AC3E}">
        <p14:creationId xmlns:p14="http://schemas.microsoft.com/office/powerpoint/2010/main" val="3835850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6</a:t>
            </a:fld>
            <a:endParaRPr lang="en-US"/>
          </a:p>
        </p:txBody>
      </p:sp>
    </p:spTree>
    <p:extLst>
      <p:ext uri="{BB962C8B-B14F-4D97-AF65-F5344CB8AC3E}">
        <p14:creationId xmlns:p14="http://schemas.microsoft.com/office/powerpoint/2010/main" val="1505049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7</a:t>
            </a:fld>
            <a:endParaRPr lang="en-US"/>
          </a:p>
        </p:txBody>
      </p:sp>
    </p:spTree>
    <p:extLst>
      <p:ext uri="{BB962C8B-B14F-4D97-AF65-F5344CB8AC3E}">
        <p14:creationId xmlns:p14="http://schemas.microsoft.com/office/powerpoint/2010/main" val="1101971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E5B91-0202-EABE-C8DE-67E8471721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8CE728-6CDD-35CB-BCE7-D6841912C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BCE06-9A65-87D6-CB50-026D53557C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ED2A99-5539-EDA4-C7C6-78894AC6CE60}"/>
              </a:ext>
            </a:extLst>
          </p:cNvPr>
          <p:cNvSpPr>
            <a:spLocks noGrp="1"/>
          </p:cNvSpPr>
          <p:nvPr>
            <p:ph type="sldNum" sz="quarter" idx="5"/>
          </p:nvPr>
        </p:nvSpPr>
        <p:spPr/>
        <p:txBody>
          <a:bodyPr/>
          <a:lstStyle/>
          <a:p>
            <a:fld id="{5D2A4B31-E220-4D9A-8D6D-C00945709A12}" type="slidenum">
              <a:rPr lang="en-US" smtClean="0"/>
              <a:t>8</a:t>
            </a:fld>
            <a:endParaRPr lang="en-US"/>
          </a:p>
        </p:txBody>
      </p:sp>
    </p:spTree>
    <p:extLst>
      <p:ext uri="{BB962C8B-B14F-4D97-AF65-F5344CB8AC3E}">
        <p14:creationId xmlns:p14="http://schemas.microsoft.com/office/powerpoint/2010/main" val="55907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A89B7-ECC3-C550-071D-FC9F53BDA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D04BB-B8AB-4DA1-FEB7-F0B776982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B55A5-7766-90C6-81E9-855ACEE8D335}"/>
              </a:ext>
            </a:extLst>
          </p:cNvPr>
          <p:cNvSpPr>
            <a:spLocks noGrp="1"/>
          </p:cNvSpPr>
          <p:nvPr>
            <p:ph type="body" idx="1"/>
          </p:nvPr>
        </p:nvSpPr>
        <p:spPr/>
        <p:txBody>
          <a:bodyPr/>
          <a:lstStyle/>
          <a:p>
            <a:r>
              <a:rPr lang="en-US" sz="1100" dirty="0" err="1"/>
              <a:t>Trao</a:t>
            </a:r>
            <a:r>
              <a:rPr lang="en-US" sz="1100" dirty="0"/>
              <a:t> </a:t>
            </a:r>
            <a:r>
              <a:rPr lang="en-US" sz="1100" dirty="0" err="1"/>
              <a:t>đổi</a:t>
            </a:r>
            <a:r>
              <a:rPr lang="en-US" sz="1100" dirty="0"/>
              <a:t> </a:t>
            </a:r>
            <a:r>
              <a:rPr lang="en-US" sz="1100" dirty="0" err="1"/>
              <a:t>với</a:t>
            </a:r>
            <a:r>
              <a:rPr lang="en-US" sz="1100" dirty="0"/>
              <a:t> </a:t>
            </a:r>
            <a:r>
              <a:rPr lang="en-US" sz="1100" dirty="0" err="1"/>
              <a:t>DnD</a:t>
            </a:r>
            <a:r>
              <a:rPr lang="en-US" sz="1100" dirty="0"/>
              <a:t> </a:t>
            </a:r>
            <a:r>
              <a:rPr lang="en-US" sz="1100" dirty="0" err="1"/>
              <a:t>để</a:t>
            </a:r>
            <a:r>
              <a:rPr lang="en-US" sz="1100" dirty="0"/>
              <a:t> </a:t>
            </a:r>
            <a:r>
              <a:rPr lang="en-US" sz="1100" dirty="0" err="1"/>
              <a:t>hỗ</a:t>
            </a:r>
            <a:r>
              <a:rPr lang="en-US" sz="1100" dirty="0"/>
              <a:t> </a:t>
            </a:r>
            <a:r>
              <a:rPr lang="en-US" sz="1100" dirty="0" err="1"/>
              <a:t>trợ</a:t>
            </a:r>
            <a:r>
              <a:rPr lang="en-US" sz="1100" dirty="0"/>
              <a:t> </a:t>
            </a:r>
            <a:r>
              <a:rPr lang="vi-VN" sz="1100" dirty="0"/>
              <a:t>điền.</a:t>
            </a:r>
          </a:p>
          <a:p>
            <a:r>
              <a:rPr lang="vi-VN" sz="1100" dirty="0"/>
              <a:t>DnD confirm do là tech-debt nên không có Biz Cap</a:t>
            </a:r>
            <a:endParaRPr lang="en-US" sz="1100" dirty="0"/>
          </a:p>
        </p:txBody>
      </p:sp>
      <p:sp>
        <p:nvSpPr>
          <p:cNvPr id="4" name="Slide Number Placeholder 3">
            <a:extLst>
              <a:ext uri="{FF2B5EF4-FFF2-40B4-BE49-F238E27FC236}">
                <a16:creationId xmlns:a16="http://schemas.microsoft.com/office/drawing/2014/main" id="{7A6A1674-14DB-81C6-B94D-2FB05C2E01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2A4B31-E220-4D9A-8D6D-C00945709A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025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1AA98-6E2A-B912-F8F9-09FE531D3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CCFEE4-F593-2FA1-5DB6-26AD35234D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A2BE1-140E-3D43-D8AE-FD1318B73DDF}"/>
              </a:ext>
            </a:extLst>
          </p:cNvPr>
          <p:cNvSpPr>
            <a:spLocks noGrp="1"/>
          </p:cNvSpPr>
          <p:nvPr>
            <p:ph type="body" idx="1"/>
          </p:nvPr>
        </p:nvSpPr>
        <p:spPr/>
        <p:txBody>
          <a:bodyPr/>
          <a:lstStyle/>
          <a:p>
            <a:pPr lvl="1"/>
            <a:r>
              <a:rPr lang="en-US" sz="1100" b="1" dirty="0" err="1">
                <a:latin typeface="Times New Roman" panose="02020603050405020304" pitchFamily="18" charset="0"/>
                <a:cs typeface="Times New Roman" panose="02020603050405020304" pitchFamily="18" charset="0"/>
              </a:rPr>
              <a:t>Kết</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quả</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kiến</a:t>
            </a:r>
            <a:r>
              <a:rPr lang="en-US" sz="1100" b="1" dirty="0">
                <a:latin typeface="Times New Roman" panose="02020603050405020304" pitchFamily="18" charset="0"/>
                <a:cs typeface="Times New Roman" panose="02020603050405020304" pitchFamily="18" charset="0"/>
              </a:rPr>
              <a:t> </a:t>
            </a:r>
            <a:r>
              <a:rPr lang="en-US" sz="1100" b="1" dirty="0" err="1">
                <a:latin typeface="Times New Roman" panose="02020603050405020304" pitchFamily="18" charset="0"/>
                <a:cs typeface="Times New Roman" panose="02020603050405020304" pitchFamily="18" charset="0"/>
              </a:rPr>
              <a:t>trúc</a:t>
            </a:r>
            <a:r>
              <a:rPr lang="vi-VN" sz="1100" b="1" dirty="0">
                <a:latin typeface="Times New Roman" panose="02020603050405020304" pitchFamily="18" charset="0"/>
                <a:cs typeface="Times New Roman" panose="02020603050405020304" pitchFamily="18" charset="0"/>
              </a:rPr>
              <a:t> phase 1</a:t>
            </a:r>
            <a:endParaRPr lang="en-US" sz="1100" dirty="0">
              <a:latin typeface="Times New Roman" panose="02020603050405020304" pitchFamily="18" charset="0"/>
              <a:ea typeface="Calibri"/>
              <a:cs typeface="Times New Roman" panose="02020603050405020304" pitchFamily="18" charset="0"/>
            </a:endParaRPr>
          </a:p>
          <a:p>
            <a:pPr marL="285750" indent="-285750">
              <a:buFont typeface="Arial"/>
              <a:buChar char="•"/>
            </a:pPr>
            <a:r>
              <a:rPr lang="en-US" sz="1100" dirty="0" err="1">
                <a:latin typeface="Times New Roman" panose="02020603050405020304" pitchFamily="18" charset="0"/>
                <a:cs typeface="Times New Roman" panose="02020603050405020304" pitchFamily="18" charset="0"/>
              </a:rPr>
              <a:t>Luồng</a:t>
            </a:r>
            <a:r>
              <a:rPr lang="en-US" sz="1100" dirty="0">
                <a:latin typeface="Times New Roman" panose="02020603050405020304" pitchFamily="18" charset="0"/>
                <a:cs typeface="Times New Roman" panose="02020603050405020304" pitchFamily="18" charset="0"/>
              </a:rPr>
              <a:t> upload </a:t>
            </a:r>
            <a:r>
              <a:rPr lang="en-US" sz="1100" b="1" dirty="0">
                <a:latin typeface="Times New Roman" panose="02020603050405020304" pitchFamily="18" charset="0"/>
                <a:cs typeface="Times New Roman" panose="02020603050405020304" pitchFamily="18" charset="0"/>
              </a:rPr>
              <a:t>synchronous</a:t>
            </a:r>
            <a:endParaRPr lang="en-US" sz="1100" dirty="0">
              <a:latin typeface="Times New Roman" panose="02020603050405020304" pitchFamily="18" charset="0"/>
              <a:cs typeface="Times New Roman" panose="02020603050405020304" pitchFamily="18" charset="0"/>
            </a:endParaRPr>
          </a:p>
          <a:p>
            <a:pPr marL="285750" indent="-285750">
              <a:buFont typeface="Arial"/>
              <a:buChar char="•"/>
            </a:pPr>
            <a:r>
              <a:rPr lang="en-US" sz="1100" dirty="0" err="1">
                <a:latin typeface="Times New Roman" panose="02020603050405020304" pitchFamily="18" charset="0"/>
                <a:cs typeface="Times New Roman" panose="02020603050405020304" pitchFamily="18" charset="0"/>
              </a:rPr>
              <a:t>Tách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biệt</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rõ</a:t>
            </a:r>
            <a:r>
              <a:rPr lang="vi-VN" sz="1100" dirty="0">
                <a:latin typeface="Times New Roman" panose="02020603050405020304" pitchFamily="18" charset="0"/>
                <a:cs typeface="Times New Roman" panose="02020603050405020304" pitchFamily="18" charset="0"/>
              </a:rPr>
              <a:t> các service:</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upload – validate – ingest</a:t>
            </a:r>
            <a:endParaRPr lang="en-US" sz="1100" dirty="0">
              <a:latin typeface="Times New Roman" panose="02020603050405020304" pitchFamily="18" charset="0"/>
              <a:cs typeface="Times New Roman" panose="02020603050405020304" pitchFamily="18" charset="0"/>
            </a:endParaRPr>
          </a:p>
          <a:p>
            <a:pPr marL="285750" indent="-285750">
              <a:buFont typeface="Arial"/>
              <a:buChar char="•"/>
            </a:pPr>
            <a:r>
              <a:rPr lang="en-US" sz="1100" dirty="0" err="1">
                <a:latin typeface="Times New Roman" panose="02020603050405020304" pitchFamily="18" charset="0"/>
                <a:cs typeface="Times New Roman" panose="02020603050405020304" pitchFamily="18" charset="0"/>
              </a:rPr>
              <a:t>Sẵn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sàng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mở</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rộng</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định</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dạng</a:t>
            </a:r>
            <a:r>
              <a:rPr lang="en-US" sz="1100" dirty="0">
                <a:latin typeface="Times New Roman" panose="02020603050405020304" pitchFamily="18" charset="0"/>
                <a:cs typeface="Times New Roman" panose="02020603050405020304" pitchFamily="18" charset="0"/>
              </a:rPr>
              <a:t> file</a:t>
            </a:r>
          </a:p>
          <a:p>
            <a:pPr>
              <a:buFont typeface=""/>
              <a:buChar char="•"/>
            </a:pPr>
            <a:r>
              <a:rPr lang="en-US" sz="1100" b="1" dirty="0">
                <a:latin typeface="Times New Roman" panose="02020603050405020304" pitchFamily="18" charset="0"/>
                <a:ea typeface="Segoe UI"/>
                <a:cs typeface="Times New Roman" panose="02020603050405020304" pitchFamily="18" charset="0"/>
              </a:rPr>
              <a:t>Phase 1 (Checklist)</a:t>
            </a:r>
            <a:br>
              <a:rPr lang="en-US" sz="1100" dirty="0">
                <a:latin typeface="Times New Roman" panose="02020603050405020304" pitchFamily="18" charset="0"/>
                <a:ea typeface="Segoe UI"/>
                <a:cs typeface="Times New Roman" panose="02020603050405020304" pitchFamily="18" charset="0"/>
              </a:rPr>
            </a:br>
            <a:r>
              <a:rPr lang="en-US" sz="1100" dirty="0">
                <a:latin typeface="Times New Roman" panose="02020603050405020304" pitchFamily="18" charset="0"/>
                <a:ea typeface="Segoe UI"/>
                <a:cs typeface="Times New Roman" panose="02020603050405020304" pitchFamily="18" charset="0"/>
              </a:rPr>
              <a:t>→ MVP, validate </a:t>
            </a:r>
            <a:r>
              <a:rPr lang="en-US" sz="1100" dirty="0" err="1">
                <a:latin typeface="Times New Roman" panose="02020603050405020304" pitchFamily="18" charset="0"/>
                <a:ea typeface="Segoe UI"/>
                <a:cs typeface="Times New Roman" panose="02020603050405020304" pitchFamily="18" charset="0"/>
              </a:rPr>
              <a:t>kiến</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trúc</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kiểm</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soát</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phạm</a:t>
            </a:r>
            <a:r>
              <a:rPr lang="en-US" sz="1100" dirty="0">
                <a:latin typeface="Times New Roman" panose="02020603050405020304" pitchFamily="18" charset="0"/>
                <a:ea typeface="Segoe UI"/>
                <a:cs typeface="Times New Roman" panose="02020603050405020304" pitchFamily="18" charset="0"/>
              </a:rPr>
              <a:t> vi, </a:t>
            </a:r>
            <a:r>
              <a:rPr lang="en-US" sz="1100" dirty="0" err="1">
                <a:latin typeface="Times New Roman" panose="02020603050405020304" pitchFamily="18" charset="0"/>
                <a:ea typeface="Segoe UI"/>
                <a:cs typeface="Times New Roman" panose="02020603050405020304" pitchFamily="18" charset="0"/>
              </a:rPr>
              <a:t>giảm</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rủi</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ro</a:t>
            </a:r>
            <a:endParaRPr lang="en-US" sz="1100" dirty="0">
              <a:latin typeface="Times New Roman" panose="02020603050405020304" pitchFamily="18" charset="0"/>
              <a:ea typeface="Segoe UI"/>
              <a:cs typeface="Times New Roman" panose="02020603050405020304" pitchFamily="18" charset="0"/>
            </a:endParaRPr>
          </a:p>
          <a:p>
            <a:pPr>
              <a:buFont typeface=""/>
              <a:buChar char="•"/>
            </a:pPr>
            <a:r>
              <a:rPr lang="en-US" sz="1100" b="1" dirty="0">
                <a:latin typeface="Times New Roman" panose="02020603050405020304" pitchFamily="18" charset="0"/>
                <a:ea typeface="Segoe UI"/>
                <a:cs typeface="Times New Roman" panose="02020603050405020304" pitchFamily="18" charset="0"/>
              </a:rPr>
              <a:t>Phase 2 (Folder </a:t>
            </a:r>
            <a:r>
              <a:rPr lang="en-US" sz="1100" b="1" dirty="0" err="1">
                <a:latin typeface="Times New Roman" panose="02020603050405020304" pitchFamily="18" charset="0"/>
                <a:ea typeface="Segoe UI"/>
                <a:cs typeface="Times New Roman" panose="02020603050405020304" pitchFamily="18" charset="0"/>
              </a:rPr>
              <a:t>mở</a:t>
            </a:r>
            <a:r>
              <a:rPr lang="en-US" sz="1100" b="1" dirty="0">
                <a:latin typeface="Times New Roman" panose="02020603050405020304" pitchFamily="18" charset="0"/>
                <a:ea typeface="Segoe UI"/>
                <a:cs typeface="Times New Roman" panose="02020603050405020304" pitchFamily="18" charset="0"/>
              </a:rPr>
              <a:t> </a:t>
            </a:r>
            <a:r>
              <a:rPr lang="en-US" sz="1100" b="1" dirty="0" err="1">
                <a:latin typeface="Times New Roman" panose="02020603050405020304" pitchFamily="18" charset="0"/>
                <a:ea typeface="Segoe UI"/>
                <a:cs typeface="Times New Roman" panose="02020603050405020304" pitchFamily="18" charset="0"/>
              </a:rPr>
              <a:t>rộng</a:t>
            </a:r>
            <a:r>
              <a:rPr lang="en-US" sz="1100" b="1" dirty="0">
                <a:latin typeface="Times New Roman" panose="02020603050405020304" pitchFamily="18" charset="0"/>
                <a:ea typeface="Segoe UI"/>
                <a:cs typeface="Times New Roman" panose="02020603050405020304" pitchFamily="18" charset="0"/>
              </a:rPr>
              <a:t>)</a:t>
            </a:r>
            <a:br>
              <a:rPr lang="en-US" sz="1100" dirty="0">
                <a:latin typeface="Times New Roman" panose="02020603050405020304" pitchFamily="18" charset="0"/>
                <a:ea typeface="Segoe UI"/>
                <a:cs typeface="Times New Roman" panose="02020603050405020304" pitchFamily="18" charset="0"/>
              </a:rPr>
            </a:br>
            <a:r>
              <a:rPr lang="en-US" sz="1100" dirty="0">
                <a:latin typeface="Times New Roman" panose="02020603050405020304" pitchFamily="18" charset="0"/>
                <a:ea typeface="Segoe UI"/>
                <a:cs typeface="Times New Roman" panose="02020603050405020304" pitchFamily="18" charset="0"/>
              </a:rPr>
              <a:t>→ Scale capability, </a:t>
            </a:r>
            <a:r>
              <a:rPr lang="en-US" sz="1100" dirty="0" err="1">
                <a:latin typeface="Times New Roman" panose="02020603050405020304" pitchFamily="18" charset="0"/>
                <a:ea typeface="Segoe UI"/>
                <a:cs typeface="Times New Roman" panose="02020603050405020304" pitchFamily="18" charset="0"/>
              </a:rPr>
              <a:t>không</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thay</a:t>
            </a:r>
            <a:r>
              <a:rPr lang="en-US" sz="1100" dirty="0">
                <a:latin typeface="Times New Roman" panose="02020603050405020304" pitchFamily="18" charset="0"/>
                <a:ea typeface="Segoe UI"/>
                <a:cs typeface="Times New Roman" panose="02020603050405020304" pitchFamily="18" charset="0"/>
              </a:rPr>
              <a:t> </a:t>
            </a:r>
            <a:r>
              <a:rPr lang="en-US" sz="1100" dirty="0" err="1">
                <a:latin typeface="Times New Roman" panose="02020603050405020304" pitchFamily="18" charset="0"/>
                <a:ea typeface="Segoe UI"/>
                <a:cs typeface="Times New Roman" panose="02020603050405020304" pitchFamily="18" charset="0"/>
              </a:rPr>
              <a:t>đổi</a:t>
            </a:r>
            <a:r>
              <a:rPr lang="en-US" sz="1100" dirty="0">
                <a:latin typeface="Times New Roman" panose="02020603050405020304" pitchFamily="18" charset="0"/>
                <a:ea typeface="Segoe UI"/>
                <a:cs typeface="Times New Roman" panose="02020603050405020304" pitchFamily="18" charset="0"/>
              </a:rPr>
              <a:t> foundation</a:t>
            </a:r>
          </a:p>
          <a:p>
            <a:endParaRPr lang="en-US" sz="1100" dirty="0">
              <a:latin typeface="Times New Roman" panose="02020603050405020304" pitchFamily="18" charset="0"/>
              <a:ea typeface="Segoe UI"/>
              <a:cs typeface="Times New Roman" panose="02020603050405020304" pitchFamily="18" charset="0"/>
            </a:endParaRPr>
          </a:p>
        </p:txBody>
      </p:sp>
      <p:sp>
        <p:nvSpPr>
          <p:cNvPr id="4" name="Slide Number Placeholder 3">
            <a:extLst>
              <a:ext uri="{FF2B5EF4-FFF2-40B4-BE49-F238E27FC236}">
                <a16:creationId xmlns:a16="http://schemas.microsoft.com/office/drawing/2014/main" id="{56DD2DB7-A2CA-98C6-1689-CC919209899F}"/>
              </a:ext>
            </a:extLst>
          </p:cNvPr>
          <p:cNvSpPr>
            <a:spLocks noGrp="1"/>
          </p:cNvSpPr>
          <p:nvPr>
            <p:ph type="sldNum" sz="quarter" idx="5"/>
          </p:nvPr>
        </p:nvSpPr>
        <p:spPr/>
        <p:txBody>
          <a:bodyPr/>
          <a:lstStyle/>
          <a:p>
            <a:fld id="{5D2A4B31-E220-4D9A-8D6D-C00945709A12}" type="slidenum">
              <a:rPr lang="en-US" smtClean="0"/>
              <a:t>10</a:t>
            </a:fld>
            <a:endParaRPr lang="en-US"/>
          </a:p>
        </p:txBody>
      </p:sp>
    </p:spTree>
    <p:extLst>
      <p:ext uri="{BB962C8B-B14F-4D97-AF65-F5344CB8AC3E}">
        <p14:creationId xmlns:p14="http://schemas.microsoft.com/office/powerpoint/2010/main" val="2875451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11</a:t>
            </a:fld>
            <a:endParaRPr lang="en-US"/>
          </a:p>
        </p:txBody>
      </p:sp>
    </p:spTree>
    <p:extLst>
      <p:ext uri="{BB962C8B-B14F-4D97-AF65-F5344CB8AC3E}">
        <p14:creationId xmlns:p14="http://schemas.microsoft.com/office/powerpoint/2010/main" val="2581382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Reference Data Management</a:t>
            </a:r>
          </a:p>
          <a:p>
            <a:r>
              <a:rPr lang="vi-VN" dirty="0"/>
              <a:t>Quản lý dữ liệu tham chiếu là quá trình quản lý phân loại và phân cấp trên các hệ thống và luồng nghiệp vụ. Nó bao gồm thực hiện phân tích trên dữ liệu tham chiếu, theo dõi thay đổi dữ liệu tham chiếu, phân phối dữ liệu tham chiếu…</a:t>
            </a:r>
          </a:p>
          <a:p>
            <a:r>
              <a:rPr lang="vi-VN" dirty="0"/>
              <a:t>Ví dụ dữ liệu tham chiếu: đơn vị đó, mã vùng, mã doanh nghiệp, tỷ lệ chuyển đổi cố định (độ đo), lịch biểu...</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Data Privacy</a:t>
            </a:r>
          </a:p>
          <a:p>
            <a:r>
              <a:rPr lang="vi-VN" dirty="0"/>
              <a:t>Là nguyên tắc bảo vệ dữ liệu an toàn trước sự truy cập không đúng cách, bị rò rỉ hoặc mất mát. Quyền riêng tư tập trung vào thông tin cá nhân. Các quy tắc data privacy xác định loại PII nào có thể được thu thập, ai/được làm gì với nó. Doanh nghiệp phải đảm bảo chỉ những người trong tổ chức, đối tác mà họ chia sẻ dữ liệu được cấp quyền truy cập phù hợp.</a:t>
            </a:r>
          </a:p>
          <a:p>
            <a:r>
              <a:rPr lang="vi-VN" dirty="0"/>
              <a:t>Data privacy bao gồm (nhưng không giới hạn):</a:t>
            </a:r>
          </a:p>
          <a:p>
            <a:r>
              <a:rPr lang="vi-VN" dirty="0"/>
              <a:t>- PII: theo quy định pháp luật</a:t>
            </a:r>
          </a:p>
          <a:p>
            <a:r>
              <a:rPr lang="vi-VN" dirty="0"/>
              <a:t>- Sensitive data: dữ liệu nhạy cảm, theo yêu cầu kinh doanh</a:t>
            </a:r>
          </a:p>
          <a:p>
            <a:r>
              <a:rPr lang="vi-VN" dirty="0"/>
              <a:t>- Các cách bảo vệ dữ liệu</a:t>
            </a:r>
          </a:p>
          <a:p>
            <a:pPr marL="171450" indent="-171450">
              <a:buFontTx/>
              <a:buChar char="-"/>
            </a:pPr>
            <a:r>
              <a:rPr lang="vi-VN" dirty="0"/>
              <a:t>Ma trận phân quyền</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Master Data Management</a:t>
            </a:r>
          </a:p>
          <a:p>
            <a:pPr marL="0" indent="0">
              <a:buFontTx/>
              <a:buNone/>
            </a:pPr>
            <a:r>
              <a:rPr lang="vi-VN" dirty="0"/>
              <a:t>Master data (MD) là dữ liệu đại diện cho các thực thể nghiệp vụ (who/what/where) trong các giao dịch, sự kiện. Bao gồm khách hàng, nhân viên, sản phẩm, dịch vụ, kho bãi, văn phòng…</a:t>
            </a:r>
          </a:p>
          <a:p>
            <a:pPr marL="0" indent="0">
              <a:buFontTx/>
              <a:buNone/>
            </a:pPr>
            <a:r>
              <a:rPr lang="vi-VN" dirty="0"/>
              <a:t>Quản trị MD (MDM) là một chương trình quản lý dựa trên con người và công nghệ để duy trì và cung cấp MD hiểu được, tin cậy, có kiểm soát và phù hợp mục đích. Quản trị dữ liệu tạo ra các quy tắc và điều chỉnh các quy trình hoạt động của từng giai đoạn trong vòng đời dữ liệu của MD từ khi tạo ra, truy cập, sử dụng và loại bỏ.</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Arial"/>
              </a:rPr>
              <a:t>Data Lifecycle Management</a:t>
            </a:r>
          </a:p>
          <a:p>
            <a:pPr marL="0" indent="0">
              <a:buFontTx/>
              <a:buNone/>
            </a:pPr>
            <a:r>
              <a:rPr lang="vi-VN" dirty="0"/>
              <a:t>Quản lý vòng đời dữ liệu (DLM) là một phương pháp quản lý dữ liệu trong suốt vòng đời của nó, từ nhập dữ liệu đến loại bỏ dữ liệu. Dữ liệu được chia thành các giai đoạn dựa trên các tiêu chí khác nhau và nó di chuyển qua các giai đoạn này khi hoàn thành các tác vụ khác nhau hoặc đáp ứng các yêu cầu nhất định.</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Data staging &amp; operational management platform</a:t>
            </a:r>
          </a:p>
          <a:p>
            <a:pPr marL="0" indent="0">
              <a:buFontTx/>
              <a:buNone/>
            </a:pPr>
            <a:r>
              <a:rPr lang="vi-VN" dirty="0"/>
              <a:t>- Staging area (Landing Zone) là một vùng lưu trữ trung gian được xử dụng trong khi xử lý ETL</a:t>
            </a:r>
          </a:p>
          <a:p>
            <a:pPr marL="171450" indent="-171450">
              <a:buFontTx/>
              <a:buChar char="-"/>
            </a:pPr>
            <a:r>
              <a:rPr lang="vi-VN" dirty="0"/>
              <a:t>Operational data store (ODS) là một loại database, thường dùng để tích hợp dữ liệu từ nhiều nguồn khác, phục vụ báo cáo vận hành, có thể thành một nguồn cho DWH.</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On-demand (API/Microservices Consumption)</a:t>
            </a:r>
          </a:p>
          <a:p>
            <a:pPr marL="0" indent="0">
              <a:buFontTx/>
              <a:buNone/>
            </a:pPr>
            <a:r>
              <a:rPr lang="en-US" dirty="0" err="1"/>
              <a:t>Dùng</a:t>
            </a:r>
            <a:r>
              <a:rPr lang="en-US" dirty="0"/>
              <a:t> microservices </a:t>
            </a:r>
            <a:r>
              <a:rPr lang="en-US" dirty="0" err="1"/>
              <a:t>và</a:t>
            </a:r>
            <a:r>
              <a:rPr lang="en-US" dirty="0"/>
              <a:t> </a:t>
            </a:r>
            <a:r>
              <a:rPr lang="en-US" dirty="0" err="1"/>
              <a:t>Api</a:t>
            </a:r>
            <a:r>
              <a:rPr lang="en-US" dirty="0"/>
              <a:t> </a:t>
            </a:r>
            <a:r>
              <a:rPr lang="en-US" dirty="0" err="1"/>
              <a:t>để</a:t>
            </a:r>
            <a:r>
              <a:rPr lang="en-US" dirty="0"/>
              <a:t> </a:t>
            </a:r>
            <a:r>
              <a:rPr lang="en-US" dirty="0" err="1"/>
              <a:t>giao</a:t>
            </a:r>
            <a:r>
              <a:rPr lang="en-US" dirty="0"/>
              <a:t> </a:t>
            </a:r>
            <a:r>
              <a:rPr lang="en-US" dirty="0" err="1"/>
              <a:t>tiếp</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Deposited data (by users)</a:t>
            </a:r>
          </a:p>
          <a:p>
            <a:pPr marL="0" indent="0">
              <a:buFontTx/>
              <a:buNone/>
            </a:pPr>
            <a:r>
              <a:rPr lang="vi-VN" dirty="0"/>
              <a:t>Lưu trữ dữ liệu cho người dùng (sanbox)</a:t>
            </a:r>
            <a:endParaRPr lang="en-US" dirty="0"/>
          </a:p>
        </p:txBody>
      </p:sp>
      <p:sp>
        <p:nvSpPr>
          <p:cNvPr id="4" name="Slide Number Placeholder 3"/>
          <p:cNvSpPr>
            <a:spLocks noGrp="1"/>
          </p:cNvSpPr>
          <p:nvPr>
            <p:ph type="sldNum" sz="quarter" idx="5"/>
          </p:nvPr>
        </p:nvSpPr>
        <p:spPr/>
        <p:txBody>
          <a:bodyPr/>
          <a:lstStyle/>
          <a:p>
            <a:fld id="{5D2A4B31-E220-4D9A-8D6D-C00945709A12}" type="slidenum">
              <a:rPr lang="en-US" smtClean="0"/>
              <a:t>12</a:t>
            </a:fld>
            <a:endParaRPr lang="en-US"/>
          </a:p>
        </p:txBody>
      </p:sp>
    </p:spTree>
    <p:extLst>
      <p:ext uri="{BB962C8B-B14F-4D97-AF65-F5344CB8AC3E}">
        <p14:creationId xmlns:p14="http://schemas.microsoft.com/office/powerpoint/2010/main" val="3989580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13</a:t>
            </a:fld>
            <a:endParaRPr lang="en-US"/>
          </a:p>
        </p:txBody>
      </p:sp>
    </p:spTree>
    <p:extLst>
      <p:ext uri="{BB962C8B-B14F-4D97-AF65-F5344CB8AC3E}">
        <p14:creationId xmlns:p14="http://schemas.microsoft.com/office/powerpoint/2010/main" val="989160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14</a:t>
            </a:fld>
            <a:endParaRPr lang="en-US"/>
          </a:p>
        </p:txBody>
      </p:sp>
    </p:spTree>
    <p:extLst>
      <p:ext uri="{BB962C8B-B14F-4D97-AF65-F5344CB8AC3E}">
        <p14:creationId xmlns:p14="http://schemas.microsoft.com/office/powerpoint/2010/main" val="74241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15</a:t>
            </a:fld>
            <a:endParaRPr lang="en-US"/>
          </a:p>
        </p:txBody>
      </p:sp>
    </p:spTree>
    <p:extLst>
      <p:ext uri="{BB962C8B-B14F-4D97-AF65-F5344CB8AC3E}">
        <p14:creationId xmlns:p14="http://schemas.microsoft.com/office/powerpoint/2010/main" val="847027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4F5F6-1D70-CF48-7643-7A9CC3C95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EAF33-E51C-AD81-CFBE-76A69E0CF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78E23-FF42-31FF-2B7E-D826C4EB8B4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6DBC617-958A-A578-4FDA-2A630BFE4C4C}"/>
              </a:ext>
            </a:extLst>
          </p:cNvPr>
          <p:cNvSpPr>
            <a:spLocks noGrp="1"/>
          </p:cNvSpPr>
          <p:nvPr>
            <p:ph type="sldNum" sz="quarter" idx="5"/>
          </p:nvPr>
        </p:nvSpPr>
        <p:spPr/>
        <p:txBody>
          <a:bodyPr/>
          <a:lstStyle/>
          <a:p>
            <a:fld id="{5D2A4B31-E220-4D9A-8D6D-C00945709A12}" type="slidenum">
              <a:rPr lang="en-US" smtClean="0"/>
              <a:t>16</a:t>
            </a:fld>
            <a:endParaRPr lang="en-US"/>
          </a:p>
        </p:txBody>
      </p:sp>
    </p:spTree>
    <p:extLst>
      <p:ext uri="{BB962C8B-B14F-4D97-AF65-F5344CB8AC3E}">
        <p14:creationId xmlns:p14="http://schemas.microsoft.com/office/powerpoint/2010/main" val="3466025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7DBD9-4450-3533-2BC2-A5ADBDEB81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5C259-B65F-FDF7-9258-EA2A042600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E448B-38ED-E9F3-3744-AD917CDB9C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D70E2B3-4C42-2C8E-6FF9-4BAF5633D976}"/>
              </a:ext>
            </a:extLst>
          </p:cNvPr>
          <p:cNvSpPr>
            <a:spLocks noGrp="1"/>
          </p:cNvSpPr>
          <p:nvPr>
            <p:ph type="sldNum" sz="quarter" idx="5"/>
          </p:nvPr>
        </p:nvSpPr>
        <p:spPr/>
        <p:txBody>
          <a:bodyPr/>
          <a:lstStyle/>
          <a:p>
            <a:fld id="{5D2A4B31-E220-4D9A-8D6D-C00945709A12}" type="slidenum">
              <a:rPr lang="en-US" smtClean="0"/>
              <a:t>17</a:t>
            </a:fld>
            <a:endParaRPr lang="en-US"/>
          </a:p>
        </p:txBody>
      </p:sp>
    </p:spTree>
    <p:extLst>
      <p:ext uri="{BB962C8B-B14F-4D97-AF65-F5344CB8AC3E}">
        <p14:creationId xmlns:p14="http://schemas.microsoft.com/office/powerpoint/2010/main" val="2098876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18</a:t>
            </a:fld>
            <a:endParaRPr lang="en-US"/>
          </a:p>
        </p:txBody>
      </p:sp>
    </p:spTree>
    <p:extLst>
      <p:ext uri="{BB962C8B-B14F-4D97-AF65-F5344CB8AC3E}">
        <p14:creationId xmlns:p14="http://schemas.microsoft.com/office/powerpoint/2010/main" val="1005928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19</a:t>
            </a:fld>
            <a:endParaRPr lang="en-US"/>
          </a:p>
        </p:txBody>
      </p:sp>
    </p:spTree>
    <p:extLst>
      <p:ext uri="{BB962C8B-B14F-4D97-AF65-F5344CB8AC3E}">
        <p14:creationId xmlns:p14="http://schemas.microsoft.com/office/powerpoint/2010/main" val="441720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1FB2C-A497-6794-67EC-4E3542C785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F8CD0-9503-4507-C1B5-8F28A34A3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F4C85B-E0AB-01F8-320B-326FBB5DA9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1DF2909-C87D-0B27-0F28-94B56F731321}"/>
              </a:ext>
            </a:extLst>
          </p:cNvPr>
          <p:cNvSpPr>
            <a:spLocks noGrp="1"/>
          </p:cNvSpPr>
          <p:nvPr>
            <p:ph type="sldNum" sz="quarter" idx="5"/>
          </p:nvPr>
        </p:nvSpPr>
        <p:spPr/>
        <p:txBody>
          <a:bodyPr/>
          <a:lstStyle/>
          <a:p>
            <a:fld id="{5D2A4B31-E220-4D9A-8D6D-C00945709A12}" type="slidenum">
              <a:rPr lang="en-US" smtClean="0"/>
              <a:t>20</a:t>
            </a:fld>
            <a:endParaRPr lang="en-US"/>
          </a:p>
        </p:txBody>
      </p:sp>
    </p:spTree>
    <p:extLst>
      <p:ext uri="{BB962C8B-B14F-4D97-AF65-F5344CB8AC3E}">
        <p14:creationId xmlns:p14="http://schemas.microsoft.com/office/powerpoint/2010/main" val="878162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31C5B-4570-49DB-F3F4-C35C2E3B3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06227-66E1-CA40-00C3-D7773802B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9D957-2734-288D-2DD4-233C2A95D0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440CAC-414F-27B4-D677-FA1BF3282CE2}"/>
              </a:ext>
            </a:extLst>
          </p:cNvPr>
          <p:cNvSpPr>
            <a:spLocks noGrp="1"/>
          </p:cNvSpPr>
          <p:nvPr>
            <p:ph type="sldNum" sz="quarter" idx="5"/>
          </p:nvPr>
        </p:nvSpPr>
        <p:spPr/>
        <p:txBody>
          <a:bodyPr/>
          <a:lstStyle/>
          <a:p>
            <a:fld id="{5D2A4B31-E220-4D9A-8D6D-C00945709A12}" type="slidenum">
              <a:rPr lang="en-US" smtClean="0"/>
              <a:t>21</a:t>
            </a:fld>
            <a:endParaRPr lang="en-US"/>
          </a:p>
        </p:txBody>
      </p:sp>
    </p:spTree>
    <p:extLst>
      <p:ext uri="{BB962C8B-B14F-4D97-AF65-F5344CB8AC3E}">
        <p14:creationId xmlns:p14="http://schemas.microsoft.com/office/powerpoint/2010/main" val="1517137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31C5B-4570-49DB-F3F4-C35C2E3B3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706227-66E1-CA40-00C3-D7773802B2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9D957-2734-288D-2DD4-233C2A95D0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440CAC-414F-27B4-D677-FA1BF3282CE2}"/>
              </a:ext>
            </a:extLst>
          </p:cNvPr>
          <p:cNvSpPr>
            <a:spLocks noGrp="1"/>
          </p:cNvSpPr>
          <p:nvPr>
            <p:ph type="sldNum" sz="quarter" idx="5"/>
          </p:nvPr>
        </p:nvSpPr>
        <p:spPr/>
        <p:txBody>
          <a:bodyPr/>
          <a:lstStyle/>
          <a:p>
            <a:fld id="{5D2A4B31-E220-4D9A-8D6D-C00945709A12}" type="slidenum">
              <a:rPr lang="en-US" smtClean="0"/>
              <a:t>23</a:t>
            </a:fld>
            <a:endParaRPr lang="en-US"/>
          </a:p>
        </p:txBody>
      </p:sp>
    </p:spTree>
    <p:extLst>
      <p:ext uri="{BB962C8B-B14F-4D97-AF65-F5344CB8AC3E}">
        <p14:creationId xmlns:p14="http://schemas.microsoft.com/office/powerpoint/2010/main" val="454958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26291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84923F0-ADC0-490A-9379-761BF1A89AB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4970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tags" Target="../tags/tag5.xml"/><Relationship Id="rId11" Type="http://schemas.openxmlformats.org/officeDocument/2006/relationships/image" Target="../media/image1.emf"/><Relationship Id="rId5" Type="http://schemas.openxmlformats.org/officeDocument/2006/relationships/tags" Target="../tags/tag4.xml"/><Relationship Id="rId10" Type="http://schemas.openxmlformats.org/officeDocument/2006/relationships/oleObject" Target="../embeddings/oleObject1.bin"/><Relationship Id="rId4" Type="http://schemas.openxmlformats.org/officeDocument/2006/relationships/tags" Target="../tags/tag3.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xml"/><Relationship Id="rId7" Type="http://schemas.openxmlformats.org/officeDocument/2006/relationships/tags" Target="../tags/tag13.xml"/><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tags" Target="../tags/tag12.xml"/><Relationship Id="rId5" Type="http://schemas.openxmlformats.org/officeDocument/2006/relationships/tags" Target="../tags/tag11.xml"/><Relationship Id="rId10" Type="http://schemas.openxmlformats.org/officeDocument/2006/relationships/image" Target="../media/image2.emf"/><Relationship Id="rId4" Type="http://schemas.openxmlformats.org/officeDocument/2006/relationships/tags" Target="../tags/tag10.xml"/><Relationship Id="rId9" Type="http://schemas.openxmlformats.org/officeDocument/2006/relationships/oleObject" Target="../embeddings/oleObject2.bin"/></Relationships>
</file>

<file path=ppt/slideLayouts/_rels/slideLayout16.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35.xml"/><Relationship Id="rId7"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4.vml"/><Relationship Id="rId6" Type="http://schemas.openxmlformats.org/officeDocument/2006/relationships/tags" Target="../tags/tag38.xml"/><Relationship Id="rId5" Type="http://schemas.openxmlformats.org/officeDocument/2006/relationships/tags" Target="../tags/tag37.xml"/><Relationship Id="rId10" Type="http://schemas.openxmlformats.org/officeDocument/2006/relationships/image" Target="../media/image5.jpeg"/><Relationship Id="rId4" Type="http://schemas.openxmlformats.org/officeDocument/2006/relationships/tags" Target="../tags/tag36.xml"/><Relationship Id="rId9"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40.xml"/><Relationship Id="rId7" Type="http://schemas.openxmlformats.org/officeDocument/2006/relationships/slideMaster" Target="../slideMasters/slideMaster2.xml"/><Relationship Id="rId12" Type="http://schemas.openxmlformats.org/officeDocument/2006/relationships/image" Target="../media/image4.svg"/><Relationship Id="rId2" Type="http://schemas.openxmlformats.org/officeDocument/2006/relationships/tags" Target="../tags/tag39.xml"/><Relationship Id="rId1" Type="http://schemas.openxmlformats.org/officeDocument/2006/relationships/vmlDrawing" Target="../drawings/vmlDrawing5.vml"/><Relationship Id="rId6" Type="http://schemas.openxmlformats.org/officeDocument/2006/relationships/tags" Target="../tags/tag43.xml"/><Relationship Id="rId11" Type="http://schemas.openxmlformats.org/officeDocument/2006/relationships/image" Target="../media/image3.png"/><Relationship Id="rId5" Type="http://schemas.openxmlformats.org/officeDocument/2006/relationships/tags" Target="../tags/tag42.xml"/><Relationship Id="rId10" Type="http://schemas.openxmlformats.org/officeDocument/2006/relationships/image" Target="../media/image6.png"/><Relationship Id="rId4" Type="http://schemas.openxmlformats.org/officeDocument/2006/relationships/tags" Target="../tags/tag41.xml"/><Relationship Id="rId9"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png"/><Relationship Id="rId3" Type="http://schemas.openxmlformats.org/officeDocument/2006/relationships/tags" Target="../tags/tag45.xml"/><Relationship Id="rId7" Type="http://schemas.openxmlformats.org/officeDocument/2006/relationships/slideMaster" Target="../slideMasters/slideMaster2.xml"/><Relationship Id="rId12" Type="http://schemas.openxmlformats.org/officeDocument/2006/relationships/image" Target="../media/image4.svg"/><Relationship Id="rId2" Type="http://schemas.openxmlformats.org/officeDocument/2006/relationships/tags" Target="../tags/tag44.xml"/><Relationship Id="rId1" Type="http://schemas.openxmlformats.org/officeDocument/2006/relationships/vmlDrawing" Target="../drawings/vmlDrawing6.vml"/><Relationship Id="rId6" Type="http://schemas.openxmlformats.org/officeDocument/2006/relationships/tags" Target="../tags/tag48.xml"/><Relationship Id="rId11" Type="http://schemas.openxmlformats.org/officeDocument/2006/relationships/image" Target="../media/image3.png"/><Relationship Id="rId5" Type="http://schemas.openxmlformats.org/officeDocument/2006/relationships/tags" Target="../tags/tag47.xml"/><Relationship Id="rId10" Type="http://schemas.openxmlformats.org/officeDocument/2006/relationships/image" Target="../media/image7.jpeg"/><Relationship Id="rId4" Type="http://schemas.openxmlformats.org/officeDocument/2006/relationships/tags" Target="../tags/tag46.xml"/><Relationship Id="rId9"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55.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vmlDrawing" Target="../drawings/vmlDrawing7.vml"/><Relationship Id="rId6" Type="http://schemas.openxmlformats.org/officeDocument/2006/relationships/tags" Target="../tags/tag53.xml"/><Relationship Id="rId11" Type="http://schemas.openxmlformats.org/officeDocument/2006/relationships/image" Target="../media/image1.emf"/><Relationship Id="rId5" Type="http://schemas.openxmlformats.org/officeDocument/2006/relationships/tags" Target="../tags/tag52.xml"/><Relationship Id="rId10" Type="http://schemas.openxmlformats.org/officeDocument/2006/relationships/oleObject" Target="../embeddings/oleObject1.bin"/><Relationship Id="rId4" Type="http://schemas.openxmlformats.org/officeDocument/2006/relationships/tags" Target="../tags/tag51.xml"/><Relationship Id="rId9"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vmlDrawing" Target="../drawings/vmlDrawing8.vml"/><Relationship Id="rId6" Type="http://schemas.openxmlformats.org/officeDocument/2006/relationships/tags" Target="../tags/tag60.xml"/><Relationship Id="rId11" Type="http://schemas.openxmlformats.org/officeDocument/2006/relationships/image" Target="../media/image1.emf"/><Relationship Id="rId5" Type="http://schemas.openxmlformats.org/officeDocument/2006/relationships/tags" Target="../tags/tag59.xml"/><Relationship Id="rId10" Type="http://schemas.openxmlformats.org/officeDocument/2006/relationships/oleObject" Target="../embeddings/oleObject7.bin"/><Relationship Id="rId4" Type="http://schemas.openxmlformats.org/officeDocument/2006/relationships/tags" Target="../tags/tag58.xml"/><Relationship Id="rId9"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vmlDrawing" Target="../drawings/vmlDrawing9.vml"/><Relationship Id="rId6" Type="http://schemas.openxmlformats.org/officeDocument/2006/relationships/tags" Target="../tags/tag67.xml"/><Relationship Id="rId5" Type="http://schemas.openxmlformats.org/officeDocument/2006/relationships/tags" Target="../tags/tag66.xml"/><Relationship Id="rId10" Type="http://schemas.openxmlformats.org/officeDocument/2006/relationships/image" Target="../media/image2.emf"/><Relationship Id="rId4" Type="http://schemas.openxmlformats.org/officeDocument/2006/relationships/tags" Target="../tags/tag65.xml"/><Relationship Id="rId9" Type="http://schemas.openxmlformats.org/officeDocument/2006/relationships/oleObject" Target="../embeddings/oleObject8.bin"/></Relationships>
</file>

<file path=ppt/slideLayouts/_rels/slideLayout22.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0.xml"/><Relationship Id="rId7" Type="http://schemas.openxmlformats.org/officeDocument/2006/relationships/tags" Target="../tags/tag74.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tags" Target="../tags/tag73.xml"/><Relationship Id="rId5" Type="http://schemas.openxmlformats.org/officeDocument/2006/relationships/tags" Target="../tags/tag72.xml"/><Relationship Id="rId10" Type="http://schemas.openxmlformats.org/officeDocument/2006/relationships/image" Target="../media/image2.emf"/><Relationship Id="rId4" Type="http://schemas.openxmlformats.org/officeDocument/2006/relationships/tags" Target="../tags/tag71.xml"/><Relationship Id="rId9" Type="http://schemas.openxmlformats.org/officeDocument/2006/relationships/oleObject" Target="../embeddings/oleObject9.bin"/></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6.xml"/><Relationship Id="rId7" Type="http://schemas.openxmlformats.org/officeDocument/2006/relationships/tags" Target="../tags/tag80.xml"/><Relationship Id="rId2" Type="http://schemas.openxmlformats.org/officeDocument/2006/relationships/tags" Target="../tags/tag75.xml"/><Relationship Id="rId1" Type="http://schemas.openxmlformats.org/officeDocument/2006/relationships/vmlDrawing" Target="../drawings/vmlDrawing11.vml"/><Relationship Id="rId6" Type="http://schemas.openxmlformats.org/officeDocument/2006/relationships/tags" Target="../tags/tag79.xml"/><Relationship Id="rId11" Type="http://schemas.openxmlformats.org/officeDocument/2006/relationships/image" Target="../media/image5.jpeg"/><Relationship Id="rId5" Type="http://schemas.openxmlformats.org/officeDocument/2006/relationships/tags" Target="../tags/tag78.xml"/><Relationship Id="rId10" Type="http://schemas.openxmlformats.org/officeDocument/2006/relationships/image" Target="../media/image2.emf"/><Relationship Id="rId4" Type="http://schemas.openxmlformats.org/officeDocument/2006/relationships/tags" Target="../tags/tag77.xml"/><Relationship Id="rId9" Type="http://schemas.openxmlformats.org/officeDocument/2006/relationships/oleObject" Target="../embeddings/oleObject10.bin"/></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87.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ags" Target="../tags/tag81.xml"/><Relationship Id="rId1" Type="http://schemas.openxmlformats.org/officeDocument/2006/relationships/vmlDrawing" Target="../drawings/vmlDrawing12.vml"/><Relationship Id="rId6" Type="http://schemas.openxmlformats.org/officeDocument/2006/relationships/tags" Target="../tags/tag85.xml"/><Relationship Id="rId11" Type="http://schemas.openxmlformats.org/officeDocument/2006/relationships/image" Target="../media/image2.emf"/><Relationship Id="rId5" Type="http://schemas.openxmlformats.org/officeDocument/2006/relationships/tags" Target="../tags/tag84.xml"/><Relationship Id="rId10" Type="http://schemas.openxmlformats.org/officeDocument/2006/relationships/oleObject" Target="../embeddings/oleObject11.bin"/><Relationship Id="rId4" Type="http://schemas.openxmlformats.org/officeDocument/2006/relationships/tags" Target="../tags/tag83.xml"/><Relationship Id="rId9"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image" Target="../media/image3.png"/><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1.emf"/><Relationship Id="rId2" Type="http://schemas.openxmlformats.org/officeDocument/2006/relationships/tags" Target="../tags/tag88.xml"/><Relationship Id="rId1" Type="http://schemas.openxmlformats.org/officeDocument/2006/relationships/vmlDrawing" Target="../drawings/vmlDrawing13.vml"/><Relationship Id="rId6" Type="http://schemas.openxmlformats.org/officeDocument/2006/relationships/tags" Target="../tags/tag92.xml"/><Relationship Id="rId11" Type="http://schemas.openxmlformats.org/officeDocument/2006/relationships/oleObject" Target="../embeddings/oleObject12.bin"/><Relationship Id="rId5" Type="http://schemas.openxmlformats.org/officeDocument/2006/relationships/tags" Target="../tags/tag91.xml"/><Relationship Id="rId10" Type="http://schemas.openxmlformats.org/officeDocument/2006/relationships/slideMaster" Target="../slideMasters/slideMaster2.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image" Target="../media/image3.png"/><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image" Target="../media/image1.emf"/><Relationship Id="rId2" Type="http://schemas.openxmlformats.org/officeDocument/2006/relationships/tags" Target="../tags/tag96.xml"/><Relationship Id="rId1" Type="http://schemas.openxmlformats.org/officeDocument/2006/relationships/vmlDrawing" Target="../drawings/vmlDrawing14.vml"/><Relationship Id="rId6" Type="http://schemas.openxmlformats.org/officeDocument/2006/relationships/tags" Target="../tags/tag100.xml"/><Relationship Id="rId11" Type="http://schemas.openxmlformats.org/officeDocument/2006/relationships/oleObject" Target="../embeddings/oleObject13.bin"/><Relationship Id="rId5" Type="http://schemas.openxmlformats.org/officeDocument/2006/relationships/tags" Target="../tags/tag99.xml"/><Relationship Id="rId10" Type="http://schemas.openxmlformats.org/officeDocument/2006/relationships/slideMaster" Target="../slideMasters/slideMaster2.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image" Target="../media/image3.pn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image" Target="../media/image1.emf"/><Relationship Id="rId2" Type="http://schemas.openxmlformats.org/officeDocument/2006/relationships/tags" Target="../tags/tag104.xml"/><Relationship Id="rId1" Type="http://schemas.openxmlformats.org/officeDocument/2006/relationships/vmlDrawing" Target="../drawings/vmlDrawing15.vml"/><Relationship Id="rId6" Type="http://schemas.openxmlformats.org/officeDocument/2006/relationships/tags" Target="../tags/tag108.xml"/><Relationship Id="rId11" Type="http://schemas.openxmlformats.org/officeDocument/2006/relationships/oleObject" Target="../embeddings/oleObject14.bin"/><Relationship Id="rId5" Type="http://schemas.openxmlformats.org/officeDocument/2006/relationships/tags" Target="../tags/tag107.xml"/><Relationship Id="rId10" Type="http://schemas.openxmlformats.org/officeDocument/2006/relationships/slideMaster" Target="../slideMasters/slideMaster2.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18.xml"/><Relationship Id="rId13" Type="http://schemas.openxmlformats.org/officeDocument/2006/relationships/image" Target="../media/image3.png"/><Relationship Id="rId3" Type="http://schemas.openxmlformats.org/officeDocument/2006/relationships/tags" Target="../tags/tag113.xml"/><Relationship Id="rId7" Type="http://schemas.openxmlformats.org/officeDocument/2006/relationships/tags" Target="../tags/tag117.xml"/><Relationship Id="rId12" Type="http://schemas.openxmlformats.org/officeDocument/2006/relationships/image" Target="../media/image9.emf"/><Relationship Id="rId2" Type="http://schemas.openxmlformats.org/officeDocument/2006/relationships/tags" Target="../tags/tag112.xml"/><Relationship Id="rId1" Type="http://schemas.openxmlformats.org/officeDocument/2006/relationships/vmlDrawing" Target="../drawings/vmlDrawing16.vml"/><Relationship Id="rId6" Type="http://schemas.openxmlformats.org/officeDocument/2006/relationships/tags" Target="../tags/tag116.xml"/><Relationship Id="rId11" Type="http://schemas.openxmlformats.org/officeDocument/2006/relationships/oleObject" Target="../embeddings/oleObject15.bin"/><Relationship Id="rId5" Type="http://schemas.openxmlformats.org/officeDocument/2006/relationships/tags" Target="../tags/tag115.xml"/><Relationship Id="rId10" Type="http://schemas.openxmlformats.org/officeDocument/2006/relationships/slideMaster" Target="../slideMasters/slideMaster2.xml"/><Relationship Id="rId4" Type="http://schemas.openxmlformats.org/officeDocument/2006/relationships/tags" Target="../tags/tag114.xml"/><Relationship Id="rId9" Type="http://schemas.openxmlformats.org/officeDocument/2006/relationships/tags" Target="../tags/tag119.xml"/><Relationship Id="rId14"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image" Target="../media/image3.png"/><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1.emf"/><Relationship Id="rId2" Type="http://schemas.openxmlformats.org/officeDocument/2006/relationships/tags" Target="../tags/tag120.xml"/><Relationship Id="rId1" Type="http://schemas.openxmlformats.org/officeDocument/2006/relationships/vmlDrawing" Target="../drawings/vmlDrawing17.vml"/><Relationship Id="rId6" Type="http://schemas.openxmlformats.org/officeDocument/2006/relationships/tags" Target="../tags/tag124.xml"/><Relationship Id="rId11" Type="http://schemas.openxmlformats.org/officeDocument/2006/relationships/oleObject" Target="../embeddings/oleObject16.bin"/><Relationship Id="rId5" Type="http://schemas.openxmlformats.org/officeDocument/2006/relationships/tags" Target="../tags/tag123.xml"/><Relationship Id="rId10" Type="http://schemas.openxmlformats.org/officeDocument/2006/relationships/slideMaster" Target="../slideMasters/slideMaster2.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image" Target="../media/image4.svg"/></Relationships>
</file>

<file path=ppt/slideLayouts/_rels/slideLayout3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29.xml"/><Relationship Id="rId7" Type="http://schemas.openxmlformats.org/officeDocument/2006/relationships/tags" Target="../tags/tag133.xml"/><Relationship Id="rId12" Type="http://schemas.openxmlformats.org/officeDocument/2006/relationships/image" Target="../media/image4.svg"/><Relationship Id="rId2" Type="http://schemas.openxmlformats.org/officeDocument/2006/relationships/tags" Target="../tags/tag128.xml"/><Relationship Id="rId1" Type="http://schemas.openxmlformats.org/officeDocument/2006/relationships/vmlDrawing" Target="../drawings/vmlDrawing18.vml"/><Relationship Id="rId6" Type="http://schemas.openxmlformats.org/officeDocument/2006/relationships/tags" Target="../tags/tag132.xml"/><Relationship Id="rId11" Type="http://schemas.openxmlformats.org/officeDocument/2006/relationships/image" Target="../media/image3.png"/><Relationship Id="rId5" Type="http://schemas.openxmlformats.org/officeDocument/2006/relationships/tags" Target="../tags/tag131.xml"/><Relationship Id="rId10" Type="http://schemas.openxmlformats.org/officeDocument/2006/relationships/image" Target="../media/image2.emf"/><Relationship Id="rId4" Type="http://schemas.openxmlformats.org/officeDocument/2006/relationships/tags" Target="../tags/tag130.xml"/><Relationship Id="rId9" Type="http://schemas.openxmlformats.org/officeDocument/2006/relationships/oleObject" Target="../embeddings/oleObject17.bin"/></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135.xml"/><Relationship Id="rId7" Type="http://schemas.openxmlformats.org/officeDocument/2006/relationships/oleObject" Target="../embeddings/oleObject18.bin"/><Relationship Id="rId2" Type="http://schemas.openxmlformats.org/officeDocument/2006/relationships/tags" Target="../tags/tag134.xml"/><Relationship Id="rId1" Type="http://schemas.openxmlformats.org/officeDocument/2006/relationships/vmlDrawing" Target="../drawings/vmlDrawing19.vml"/><Relationship Id="rId6" Type="http://schemas.openxmlformats.org/officeDocument/2006/relationships/slideMaster" Target="../slideMasters/slideMaster2.xml"/><Relationship Id="rId5" Type="http://schemas.openxmlformats.org/officeDocument/2006/relationships/tags" Target="../tags/tag137.xml"/><Relationship Id="rId10" Type="http://schemas.openxmlformats.org/officeDocument/2006/relationships/image" Target="../media/image4.svg"/><Relationship Id="rId4" Type="http://schemas.openxmlformats.org/officeDocument/2006/relationships/tags" Target="../tags/tag136.xml"/><Relationship Id="rId9"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139.xml"/><Relationship Id="rId7" Type="http://schemas.openxmlformats.org/officeDocument/2006/relationships/image" Target="../media/image3.png"/><Relationship Id="rId2" Type="http://schemas.openxmlformats.org/officeDocument/2006/relationships/tags" Target="../tags/tag138.xml"/><Relationship Id="rId1" Type="http://schemas.openxmlformats.org/officeDocument/2006/relationships/vmlDrawing" Target="../drawings/vmlDrawing20.vml"/><Relationship Id="rId6" Type="http://schemas.openxmlformats.org/officeDocument/2006/relationships/image" Target="../media/image2.emf"/><Relationship Id="rId5" Type="http://schemas.openxmlformats.org/officeDocument/2006/relationships/oleObject" Target="../embeddings/oleObject19.bin"/><Relationship Id="rId4"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146.xml"/><Relationship Id="rId3" Type="http://schemas.openxmlformats.org/officeDocument/2006/relationships/tags" Target="../tags/tag141.xml"/><Relationship Id="rId7" Type="http://schemas.openxmlformats.org/officeDocument/2006/relationships/tags" Target="../tags/tag145.xml"/><Relationship Id="rId2" Type="http://schemas.openxmlformats.org/officeDocument/2006/relationships/tags" Target="../tags/tag140.xml"/><Relationship Id="rId1" Type="http://schemas.openxmlformats.org/officeDocument/2006/relationships/vmlDrawing" Target="../drawings/vmlDrawing21.vml"/><Relationship Id="rId6" Type="http://schemas.openxmlformats.org/officeDocument/2006/relationships/tags" Target="../tags/tag144.xml"/><Relationship Id="rId11" Type="http://schemas.openxmlformats.org/officeDocument/2006/relationships/image" Target="../media/image1.emf"/><Relationship Id="rId5" Type="http://schemas.openxmlformats.org/officeDocument/2006/relationships/tags" Target="../tags/tag143.xml"/><Relationship Id="rId10" Type="http://schemas.openxmlformats.org/officeDocument/2006/relationships/oleObject" Target="../embeddings/oleObject20.bin"/><Relationship Id="rId4" Type="http://schemas.openxmlformats.org/officeDocument/2006/relationships/tags" Target="../tags/tag142.xml"/><Relationship Id="rId9"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image" Target="../media/image3.png"/><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image" Target="../media/image2.emf"/><Relationship Id="rId2" Type="http://schemas.openxmlformats.org/officeDocument/2006/relationships/tags" Target="../tags/tag147.xml"/><Relationship Id="rId1" Type="http://schemas.openxmlformats.org/officeDocument/2006/relationships/vmlDrawing" Target="../drawings/vmlDrawing22.vml"/><Relationship Id="rId6" Type="http://schemas.openxmlformats.org/officeDocument/2006/relationships/tags" Target="../tags/tag151.xml"/><Relationship Id="rId11" Type="http://schemas.openxmlformats.org/officeDocument/2006/relationships/oleObject" Target="../embeddings/oleObject21.bin"/><Relationship Id="rId5" Type="http://schemas.openxmlformats.org/officeDocument/2006/relationships/tags" Target="../tags/tag150.xml"/><Relationship Id="rId10" Type="http://schemas.openxmlformats.org/officeDocument/2006/relationships/slideMaster" Target="../slideMasters/slideMaster2.xml"/><Relationship Id="rId4" Type="http://schemas.openxmlformats.org/officeDocument/2006/relationships/tags" Target="../tags/tag149.xml"/><Relationship Id="rId9" Type="http://schemas.openxmlformats.org/officeDocument/2006/relationships/tags" Target="../tags/tag154.xml"/><Relationship Id="rId1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image" Target="../media/image3.png"/><Relationship Id="rId3" Type="http://schemas.openxmlformats.org/officeDocument/2006/relationships/tags" Target="../tags/tag156.xml"/><Relationship Id="rId7" Type="http://schemas.openxmlformats.org/officeDocument/2006/relationships/tags" Target="../tags/tag160.xml"/><Relationship Id="rId12" Type="http://schemas.openxmlformats.org/officeDocument/2006/relationships/image" Target="../media/image2.emf"/><Relationship Id="rId2" Type="http://schemas.openxmlformats.org/officeDocument/2006/relationships/tags" Target="../tags/tag155.xml"/><Relationship Id="rId1" Type="http://schemas.openxmlformats.org/officeDocument/2006/relationships/vmlDrawing" Target="../drawings/vmlDrawing23.vml"/><Relationship Id="rId6" Type="http://schemas.openxmlformats.org/officeDocument/2006/relationships/tags" Target="../tags/tag159.xml"/><Relationship Id="rId11" Type="http://schemas.openxmlformats.org/officeDocument/2006/relationships/oleObject" Target="../embeddings/oleObject22.bin"/><Relationship Id="rId5" Type="http://schemas.openxmlformats.org/officeDocument/2006/relationships/tags" Target="../tags/tag158.xml"/><Relationship Id="rId10" Type="http://schemas.openxmlformats.org/officeDocument/2006/relationships/slideMaster" Target="../slideMasters/slideMaster2.xml"/><Relationship Id="rId4" Type="http://schemas.openxmlformats.org/officeDocument/2006/relationships/tags" Target="../tags/tag157.xml"/><Relationship Id="rId9" Type="http://schemas.openxmlformats.org/officeDocument/2006/relationships/tags" Target="../tags/tag162.xml"/><Relationship Id="rId14"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8" Type="http://schemas.openxmlformats.org/officeDocument/2006/relationships/tags" Target="../tags/tag169.xml"/><Relationship Id="rId3" Type="http://schemas.openxmlformats.org/officeDocument/2006/relationships/tags" Target="../tags/tag164.xml"/><Relationship Id="rId7" Type="http://schemas.openxmlformats.org/officeDocument/2006/relationships/tags" Target="../tags/tag168.xml"/><Relationship Id="rId2" Type="http://schemas.openxmlformats.org/officeDocument/2006/relationships/tags" Target="../tags/tag163.xml"/><Relationship Id="rId1" Type="http://schemas.openxmlformats.org/officeDocument/2006/relationships/vmlDrawing" Target="../drawings/vmlDrawing24.vml"/><Relationship Id="rId6" Type="http://schemas.openxmlformats.org/officeDocument/2006/relationships/tags" Target="../tags/tag167.xml"/><Relationship Id="rId11" Type="http://schemas.openxmlformats.org/officeDocument/2006/relationships/image" Target="../media/image1.emf"/><Relationship Id="rId5" Type="http://schemas.openxmlformats.org/officeDocument/2006/relationships/tags" Target="../tags/tag166.xml"/><Relationship Id="rId10" Type="http://schemas.openxmlformats.org/officeDocument/2006/relationships/oleObject" Target="../embeddings/oleObject20.bin"/><Relationship Id="rId4" Type="http://schemas.openxmlformats.org/officeDocument/2006/relationships/tags" Target="../tags/tag165.xml"/><Relationship Id="rId9"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A8C1237-8665-4241-9EA3-A4C5D685A8A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93422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206102"/>
            <a:ext cx="10515600" cy="761307"/>
          </a:xfrm>
          <a:prstGeom prst="roundRect">
            <a:avLst>
              <a:gd name="adj" fmla="val 33826"/>
            </a:avLst>
          </a:prstGeom>
          <a:gradFill>
            <a:gsLst>
              <a:gs pos="100000">
                <a:srgbClr val="FF671F"/>
              </a:gs>
              <a:gs pos="0">
                <a:srgbClr val="FF00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defRPr kumimoji="0" lang="en-US" sz="3200" b="1" i="0" u="none" strike="noStrike"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stStyle>
          <a:p>
            <a:pPr marL="0" marR="0" lvl="0" indent="0" fontAlgn="auto">
              <a:lnSpc>
                <a:spcPct val="100000"/>
              </a:lnSpc>
              <a:spcBef>
                <a:spcPts val="0"/>
              </a:spcBef>
              <a:spcAft>
                <a:spcPts val="0"/>
              </a:spcAft>
              <a:buClrTx/>
              <a:buSzTx/>
              <a:buFontTx/>
              <a:tabLst/>
            </a:pPr>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C57E346-37CC-49E9-B8D8-CA6ED9DAA74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/25</a:t>
            </a:r>
          </a:p>
        </p:txBody>
      </p:sp>
    </p:spTree>
    <p:extLst>
      <p:ext uri="{BB962C8B-B14F-4D97-AF65-F5344CB8AC3E}">
        <p14:creationId xmlns:p14="http://schemas.microsoft.com/office/powerpoint/2010/main" val="1674593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F2DD53-6A61-4902-A020-25EFCCA5EBE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44525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980661"/>
            <a:ext cx="5181600" cy="51963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BB11843-7EBF-45A1-939C-F7878282CBC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99406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628788"/>
          </a:xfrm>
        </p:spPr>
        <p:txBody>
          <a:bodyPr/>
          <a:lstStyle/>
          <a:p>
            <a:r>
              <a:rPr lang="en-US"/>
              <a:t>Click to edit Master title style</a:t>
            </a:r>
          </a:p>
        </p:txBody>
      </p:sp>
      <p:sp>
        <p:nvSpPr>
          <p:cNvPr id="3" name="Text Placeholder 2"/>
          <p:cNvSpPr>
            <a:spLocks noGrp="1"/>
          </p:cNvSpPr>
          <p:nvPr>
            <p:ph type="body" idx="1"/>
          </p:nvPr>
        </p:nvSpPr>
        <p:spPr>
          <a:xfrm>
            <a:off x="839788" y="1071559"/>
            <a:ext cx="5157787"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1781792"/>
            <a:ext cx="5157787"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071559"/>
            <a:ext cx="5183188" cy="657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1781792"/>
            <a:ext cx="5183188" cy="4407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20B6A3F-4B5F-4E10-85D8-0D1FE438186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4151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7D29E6F-BCF7-4E92-BB84-EA10F4C31CC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56636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F608346-1A23-4142-8C04-8BCB378159F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8325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0C6B13C-E68C-4F5E-8E12-BE670B8FD65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9483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DF69BD9-1C37-487D-B2A3-7A8CAEFF93D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98675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F51696-8AE9-47F5-BD9C-96F7080DA6A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05076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1AD536A-5893-4A06-BA4F-531E680B03A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981885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ingle Line Title +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1622" y="290302"/>
            <a:ext cx="10956007" cy="482139"/>
          </a:xfrm>
        </p:spPr>
        <p:txBody>
          <a:bodyPr/>
          <a:lstStyle>
            <a:lvl1pPr>
              <a:defRPr baseline="0">
                <a:solidFill>
                  <a:srgbClr val="008FD5"/>
                </a:solidFill>
              </a:defRPr>
            </a:lvl1pPr>
          </a:lstStyle>
          <a:p>
            <a:r>
              <a:rPr lang="en-US"/>
              <a:t>Title – Calibri; 32 </a:t>
            </a:r>
            <a:r>
              <a:rPr lang="en-US" err="1"/>
              <a:t>pt</a:t>
            </a:r>
            <a:r>
              <a:rPr lang="en-US"/>
              <a:t>; Bold; Black; Emphasis = Blue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3071FF-E082-4897-9463-52F76F6855A4}" type="slidenum">
              <a:rPr kumimoji="0" lang="en-US" sz="1200" b="0" i="0" u="none" strike="noStrike" kern="1200" cap="none" spc="0" normalizeH="0" baseline="0" noProof="0" smtClean="0">
                <a:ln>
                  <a:noFill/>
                </a:ln>
                <a:solidFill>
                  <a:srgbClr val="000000">
                    <a:tint val="75000"/>
                  </a:srgb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tint val="75000"/>
                </a:srgbClr>
              </a:solidFill>
              <a:effectLst/>
              <a:uLnTx/>
              <a:uFillTx/>
              <a:latin typeface="Calibri"/>
              <a:ea typeface="+mn-ea"/>
              <a:cs typeface="+mn-cs"/>
            </a:endParaRPr>
          </a:p>
        </p:txBody>
      </p:sp>
      <p:sp>
        <p:nvSpPr>
          <p:cNvPr id="10" name="Content Placeholder 8"/>
          <p:cNvSpPr>
            <a:spLocks noGrp="1"/>
          </p:cNvSpPr>
          <p:nvPr>
            <p:ph sz="quarter" idx="13"/>
          </p:nvPr>
        </p:nvSpPr>
        <p:spPr>
          <a:xfrm>
            <a:off x="631622" y="878683"/>
            <a:ext cx="10963932" cy="5373269"/>
          </a:xfrm>
        </p:spPr>
        <p:txBody>
          <a:bodyPr/>
          <a:lstStyle>
            <a:lvl1pPr marL="158661" indent="-158661">
              <a:buClr>
                <a:srgbClr val="0070C0"/>
              </a:buClr>
              <a:buFont typeface="Wingdings" pitchFamily="2" charset="2"/>
              <a:buChar char="§"/>
              <a:defRPr baseline="0"/>
            </a:lvl1pPr>
            <a:lvl2pPr marL="459281" indent="-300620">
              <a:buClr>
                <a:srgbClr val="00B0F0"/>
              </a:buClr>
              <a:buFont typeface="Arial" pitchFamily="34" charset="0"/>
              <a:buChar char="•"/>
              <a:defRPr/>
            </a:lvl2pPr>
            <a:lvl3pPr marL="569231" indent="-250517">
              <a:buClr>
                <a:srgbClr val="00B0F0"/>
              </a:buClr>
              <a:buFont typeface="Calibri" pitchFamily="34" charset="0"/>
              <a:buChar char="—"/>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39476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One">
    <p:spTree>
      <p:nvGrpSpPr>
        <p:cNvPr id="1" name=""/>
        <p:cNvGrpSpPr/>
        <p:nvPr/>
      </p:nvGrpSpPr>
      <p:grpSpPr>
        <a:xfrm>
          <a:off x="0" y="0"/>
          <a:ext cx="0" cy="0"/>
          <a:chOff x="0" y="0"/>
          <a:chExt cx="0" cy="0"/>
        </a:xfrm>
      </p:grpSpPr>
      <p:sp>
        <p:nvSpPr>
          <p:cNvPr id="2" name="Title 1"/>
          <p:cNvSpPr>
            <a:spLocks noGrp="1"/>
          </p:cNvSpPr>
          <p:nvPr>
            <p:ph type="title"/>
          </p:nvPr>
        </p:nvSpPr>
        <p:spPr>
          <a:xfrm>
            <a:off x="711200" y="685800"/>
            <a:ext cx="10769600" cy="914400"/>
          </a:xfrm>
        </p:spPr>
        <p:txBody>
          <a:bodyPr/>
          <a:lstStyle>
            <a:lvl1pPr>
              <a:defRPr/>
            </a:lvl1pPr>
          </a:lstStyle>
          <a:p>
            <a:r>
              <a:rPr lang="en-US" noProof="0"/>
              <a:t>Click to edit Master title style</a:t>
            </a:r>
          </a:p>
        </p:txBody>
      </p:sp>
      <p:sp>
        <p:nvSpPr>
          <p:cNvPr id="31" name="Content Placeholder 26"/>
          <p:cNvSpPr>
            <a:spLocks noGrp="1"/>
          </p:cNvSpPr>
          <p:nvPr>
            <p:ph sz="quarter" idx="15"/>
          </p:nvPr>
        </p:nvSpPr>
        <p:spPr>
          <a:xfrm>
            <a:off x="711200" y="1752600"/>
            <a:ext cx="10769600" cy="4419600"/>
          </a:xfrm>
        </p:spPr>
        <p:txBody>
          <a:bodyPr/>
          <a:lstStyle>
            <a:lvl1pPr>
              <a:defRPr baseline="0"/>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Slide Number Placeholder 5"/>
          <p:cNvSpPr>
            <a:spLocks noGrp="1"/>
          </p:cNvSpPr>
          <p:nvPr>
            <p:ph type="sldNum" sz="quarter" idx="4"/>
          </p:nvPr>
        </p:nvSpPr>
        <p:spPr>
          <a:xfrm>
            <a:off x="9448800" y="6477000"/>
            <a:ext cx="2036064" cy="152400"/>
          </a:xfrm>
          <a:prstGeom prst="rect">
            <a:avLst/>
          </a:prstGeom>
        </p:spPr>
        <p:txBody>
          <a:bodyPr lIns="0" tIns="0" rIns="0" bIns="0" anchor="t" anchorCtr="0">
            <a:noAutofit/>
          </a:bodyPr>
          <a:lstStyle>
            <a:lvl1pPr algn="r">
              <a:defRPr sz="1000">
                <a:solidFill>
                  <a:schemeClr val="tx1"/>
                </a:solidFill>
                <a:latin typeface="Arial" pitchFamily="34" charset="0"/>
                <a:cs typeface="Arial"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9299934"/>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75"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2466994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8684" name="think-cell Slide" r:id="rId9" imgW="592" imgH="591" progId="TCLayout.ActiveDocument.1">
                  <p:embed/>
                </p:oleObj>
              </mc:Choice>
              <mc:Fallback>
                <p:oleObj name="think-cell Slide" r:id="rId9"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rtl="0">
              <a:spcBef>
                <a:spcPts val="300"/>
              </a:spcBef>
              <a:spcAft>
                <a:spcPts val="300"/>
              </a:spcAft>
            </a:pPr>
            <a:endParaRPr lang="en-US" sz="2500" b="1" i="0" baseline="0" dirty="0">
              <a:solidFill>
                <a:schemeClr val="bg1"/>
              </a:solidFill>
              <a:latin typeface="Arial" panose="020B0604020202020204" pitchFamily="34" charset="0"/>
              <a:ea typeface="+mj-ea"/>
              <a:cs typeface="+mj-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rtl="0"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r" defTabSz="610744" rtl="0" fontAlgn="auto">
                <a:spcBef>
                  <a:spcPts val="0"/>
                </a:spcBef>
                <a:spcAft>
                  <a:spcPts val="0"/>
                </a:spcAft>
                <a:defRPr/>
              </a:pPr>
              <a:t>‹#›</a:t>
            </a:fld>
            <a:endParaRPr lang="en-US" sz="900" b="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rtl="0"/>
            <a:r>
              <a:rPr lang="en-US" sz="800" dirty="0"/>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dirty="0"/>
              <a:t>Add tracker</a:t>
            </a:r>
          </a:p>
        </p:txBody>
      </p:sp>
    </p:spTree>
    <p:extLst>
      <p:ext uri="{BB962C8B-B14F-4D97-AF65-F5344CB8AC3E}">
        <p14:creationId xmlns:p14="http://schemas.microsoft.com/office/powerpoint/2010/main" val="2592530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extLst>
              <p:ext uri="{D42A27DB-BD31-4B8C-83A1-F6EECF244321}">
                <p14:modId xmlns:p14="http://schemas.microsoft.com/office/powerpoint/2010/main" val="2769583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223"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BFBBA3F5-015A-4C38-846F-E439AB6FFFBD}"/>
              </a:ext>
            </a:extLst>
          </p:cNvPr>
          <p:cNvPicPr>
            <a:picLocks noChangeAspect="1"/>
          </p:cNvPicPr>
          <p:nvPr userDrawn="1"/>
        </p:nvPicPr>
        <p:blipFill>
          <a:blip r:embed="rId10"/>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879645" y="5573685"/>
            <a:ext cx="9397950"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bg1"/>
                </a:solidFill>
              </a:defRPr>
            </a:lvl1pPr>
          </a:lstStyle>
          <a:p>
            <a:pPr lvl="0"/>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880786" y="4747057"/>
            <a:ext cx="9397950"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bg1"/>
                </a:solidFill>
              </a:defRPr>
            </a:lvl1pPr>
          </a:lstStyle>
          <a:p>
            <a:pPr lvl="0"/>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880786" y="3551099"/>
            <a:ext cx="9397950"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lvl1pPr>
              <a:defRPr lang="en-US" sz="4400" dirty="0">
                <a:solidFill>
                  <a:schemeClr val="bg1"/>
                </a:solidFill>
              </a:defRPr>
            </a:lvl1pPr>
          </a:lstStyle>
          <a:p>
            <a:pPr lvl="0"/>
            <a:r>
              <a:rPr lang="en-US"/>
              <a:t>Click to edit Master title style</a:t>
            </a:r>
          </a:p>
        </p:txBody>
      </p:sp>
    </p:spTree>
    <p:extLst>
      <p:ext uri="{BB962C8B-B14F-4D97-AF65-F5344CB8AC3E}">
        <p14:creationId xmlns:p14="http://schemas.microsoft.com/office/powerpoint/2010/main" val="23027536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2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extLst>
              <p:ext uri="{D42A27DB-BD31-4B8C-83A1-F6EECF244321}">
                <p14:modId xmlns:p14="http://schemas.microsoft.com/office/powerpoint/2010/main" val="3563093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247"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E6618E1C-2FF8-4C76-8A1E-BA293CFFE097}"/>
              </a:ext>
            </a:extLst>
          </p:cNvPr>
          <p:cNvPicPr>
            <a:picLocks noChangeAspect="1"/>
          </p:cNvPicPr>
          <p:nvPr userDrawn="1"/>
        </p:nvPicPr>
        <p:blipFill>
          <a:blip r:embed="rId10"/>
          <a:stretch>
            <a:fillRect/>
          </a:stretch>
        </p:blipFill>
        <p:spPr bwMode="ltGray">
          <a:xfrm>
            <a:off x="0" y="0"/>
            <a:ext cx="12192000" cy="685800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532259" y="3361990"/>
            <a:ext cx="4230241"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533400" y="2305179"/>
            <a:ext cx="4831976" cy="69249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533399" y="586648"/>
            <a:ext cx="5820335" cy="135421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solidFill>
                  <a:schemeClr val="tx1"/>
                </a:solidFill>
              </a:defRPr>
            </a:lvl1pPr>
          </a:lstStyle>
          <a:p>
            <a:pPr lvl="0"/>
            <a:r>
              <a:rPr lang="en-US"/>
              <a:t>Click to edit Master title style</a:t>
            </a:r>
          </a:p>
        </p:txBody>
      </p:sp>
      <p:pic>
        <p:nvPicPr>
          <p:cNvPr id="17" name="Graphic 16">
            <a:extLst>
              <a:ext uri="{FF2B5EF4-FFF2-40B4-BE49-F238E27FC236}">
                <a16:creationId xmlns:a16="http://schemas.microsoft.com/office/drawing/2014/main" id="{BAAB2A90-9E19-4B11-BB5C-1D46E862514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bwMode="ltGray">
          <a:xfrm>
            <a:off x="9851314" y="6258502"/>
            <a:ext cx="1876287" cy="412371"/>
          </a:xfrm>
          <a:prstGeom prst="rect">
            <a:avLst/>
          </a:prstGeom>
        </p:spPr>
      </p:pic>
      <p:sp>
        <p:nvSpPr>
          <p:cNvPr id="19" name="Freeform: Shape 18">
            <a:extLst>
              <a:ext uri="{FF2B5EF4-FFF2-40B4-BE49-F238E27FC236}">
                <a16:creationId xmlns:a16="http://schemas.microsoft.com/office/drawing/2014/main" id="{DBA99BDD-C600-4E92-BBE3-F8C5830EE74C}"/>
              </a:ext>
            </a:extLst>
          </p:cNvPr>
          <p:cNvSpPr/>
          <p:nvPr userDrawn="1"/>
        </p:nvSpPr>
        <p:spPr bwMode="ltGray">
          <a:xfrm>
            <a:off x="4165600" y="4402813"/>
            <a:ext cx="3723325" cy="2176107"/>
          </a:xfrm>
          <a:custGeom>
            <a:avLst/>
            <a:gdLst>
              <a:gd name="connsiteX0" fmla="*/ 716030 w 5465701"/>
              <a:gd name="connsiteY0" fmla="*/ 1754427 h 3194444"/>
              <a:gd name="connsiteX1" fmla="*/ 1432062 w 5465701"/>
              <a:gd name="connsiteY1" fmla="*/ 2470460 h 3194444"/>
              <a:gd name="connsiteX2" fmla="*/ 716030 w 5465701"/>
              <a:gd name="connsiteY2" fmla="*/ 3186489 h 3194444"/>
              <a:gd name="connsiteX3" fmla="*/ 0 w 5465701"/>
              <a:gd name="connsiteY3" fmla="*/ 2470460 h 3194444"/>
              <a:gd name="connsiteX4" fmla="*/ 716030 w 5465701"/>
              <a:gd name="connsiteY4" fmla="*/ 1754427 h 3194444"/>
              <a:gd name="connsiteX5" fmla="*/ 3320178 w 5465701"/>
              <a:gd name="connsiteY5" fmla="*/ 1243 h 3194444"/>
              <a:gd name="connsiteX6" fmla="*/ 3842696 w 5465701"/>
              <a:gd name="connsiteY6" fmla="*/ 282584 h 3194444"/>
              <a:gd name="connsiteX7" fmla="*/ 3851787 w 5465701"/>
              <a:gd name="connsiteY7" fmla="*/ 297699 h 3194444"/>
              <a:gd name="connsiteX8" fmla="*/ 5298627 w 5465701"/>
              <a:gd name="connsiteY8" fmla="*/ 2009016 h 3194444"/>
              <a:gd name="connsiteX9" fmla="*/ 5465701 w 5465701"/>
              <a:gd name="connsiteY9" fmla="*/ 2470459 h 3194444"/>
              <a:gd name="connsiteX10" fmla="*/ 4741715 w 5465701"/>
              <a:gd name="connsiteY10" fmla="*/ 3194444 h 3194444"/>
              <a:gd name="connsiteX11" fmla="*/ 4192757 w 5465701"/>
              <a:gd name="connsiteY11" fmla="*/ 2939855 h 3194444"/>
              <a:gd name="connsiteX12" fmla="*/ 3653171 w 5465701"/>
              <a:gd name="connsiteY12" fmla="*/ 2295268 h 3194444"/>
              <a:gd name="connsiteX13" fmla="*/ 3581681 w 5465701"/>
              <a:gd name="connsiteY13" fmla="*/ 2614783 h 3194444"/>
              <a:gd name="connsiteX14" fmla="*/ 3581614 w 5465701"/>
              <a:gd name="connsiteY14" fmla="*/ 2615452 h 3194444"/>
              <a:gd name="connsiteX15" fmla="*/ 3581309 w 5465701"/>
              <a:gd name="connsiteY15" fmla="*/ 2616441 h 3194444"/>
              <a:gd name="connsiteX16" fmla="*/ 3580151 w 5465701"/>
              <a:gd name="connsiteY16" fmla="*/ 2621619 h 3194444"/>
              <a:gd name="connsiteX17" fmla="*/ 3544723 w 5465701"/>
              <a:gd name="connsiteY17" fmla="*/ 2738844 h 3194444"/>
              <a:gd name="connsiteX18" fmla="*/ 3542054 w 5465701"/>
              <a:gd name="connsiteY18" fmla="*/ 2744015 h 3194444"/>
              <a:gd name="connsiteX19" fmla="*/ 3540125 w 5465701"/>
              <a:gd name="connsiteY19" fmla="*/ 2750282 h 3194444"/>
              <a:gd name="connsiteX20" fmla="*/ 3508973 w 5465701"/>
              <a:gd name="connsiteY20" fmla="*/ 2808086 h 3194444"/>
              <a:gd name="connsiteX21" fmla="*/ 3487665 w 5465701"/>
              <a:gd name="connsiteY21" fmla="*/ 2849357 h 3194444"/>
              <a:gd name="connsiteX22" fmla="*/ 3484496 w 5465701"/>
              <a:gd name="connsiteY22" fmla="*/ 2853505 h 3194444"/>
              <a:gd name="connsiteX23" fmla="*/ 3474396 w 5465701"/>
              <a:gd name="connsiteY23" fmla="*/ 2872247 h 3194444"/>
              <a:gd name="connsiteX24" fmla="*/ 3411981 w 5465701"/>
              <a:gd name="connsiteY24" fmla="*/ 2948423 h 3194444"/>
              <a:gd name="connsiteX25" fmla="*/ 3411214 w 5465701"/>
              <a:gd name="connsiteY25" fmla="*/ 2949427 h 3194444"/>
              <a:gd name="connsiteX26" fmla="*/ 3410990 w 5465701"/>
              <a:gd name="connsiteY26" fmla="*/ 2949633 h 3194444"/>
              <a:gd name="connsiteX27" fmla="*/ 3387223 w 5465701"/>
              <a:gd name="connsiteY27" fmla="*/ 2978641 h 3194444"/>
              <a:gd name="connsiteX28" fmla="*/ 2880035 w 5465701"/>
              <a:gd name="connsiteY28" fmla="*/ 3194444 h 3194444"/>
              <a:gd name="connsiteX29" fmla="*/ 2331076 w 5465701"/>
              <a:gd name="connsiteY29" fmla="*/ 2939855 h 3194444"/>
              <a:gd name="connsiteX30" fmla="*/ 859237 w 5465701"/>
              <a:gd name="connsiteY30" fmla="*/ 1181601 h 3194444"/>
              <a:gd name="connsiteX31" fmla="*/ 692163 w 5465701"/>
              <a:gd name="connsiteY31" fmla="*/ 720161 h 3194444"/>
              <a:gd name="connsiteX32" fmla="*/ 1408193 w 5465701"/>
              <a:gd name="connsiteY32" fmla="*/ 4129 h 3194444"/>
              <a:gd name="connsiteX33" fmla="*/ 1957149 w 5465701"/>
              <a:gd name="connsiteY33" fmla="*/ 258718 h 3194444"/>
              <a:gd name="connsiteX34" fmla="*/ 2500573 w 5465701"/>
              <a:gd name="connsiteY34" fmla="*/ 904951 h 3194444"/>
              <a:gd name="connsiteX35" fmla="*/ 2563692 w 5465701"/>
              <a:gd name="connsiteY35" fmla="*/ 623544 h 3194444"/>
              <a:gd name="connsiteX36" fmla="*/ 2568622 w 5465701"/>
              <a:gd name="connsiteY36" fmla="*/ 575183 h 3194444"/>
              <a:gd name="connsiteX37" fmla="*/ 2677611 w 5465701"/>
              <a:gd name="connsiteY37" fmla="*/ 318791 h 3194444"/>
              <a:gd name="connsiteX38" fmla="*/ 2722456 w 5465701"/>
              <a:gd name="connsiteY38" fmla="*/ 264901 h 3194444"/>
              <a:gd name="connsiteX39" fmla="*/ 2746648 w 5465701"/>
              <a:gd name="connsiteY39" fmla="*/ 233234 h 3194444"/>
              <a:gd name="connsiteX40" fmla="*/ 2755783 w 5465701"/>
              <a:gd name="connsiteY40" fmla="*/ 224852 h 3194444"/>
              <a:gd name="connsiteX41" fmla="*/ 2765669 w 5465701"/>
              <a:gd name="connsiteY41" fmla="*/ 212971 h 3194444"/>
              <a:gd name="connsiteX42" fmla="*/ 2794370 w 5465701"/>
              <a:gd name="connsiteY42" fmla="*/ 189442 h 3194444"/>
              <a:gd name="connsiteX43" fmla="*/ 2840255 w 5465701"/>
              <a:gd name="connsiteY43" fmla="*/ 147335 h 3194444"/>
              <a:gd name="connsiteX44" fmla="*/ 2865431 w 5465701"/>
              <a:gd name="connsiteY44" fmla="*/ 131185 h 3194444"/>
              <a:gd name="connsiteX45" fmla="*/ 2872002 w 5465701"/>
              <a:gd name="connsiteY45" fmla="*/ 125798 h 3194444"/>
              <a:gd name="connsiteX46" fmla="*/ 2883644 w 5465701"/>
              <a:gd name="connsiteY46" fmla="*/ 119502 h 3194444"/>
              <a:gd name="connsiteX47" fmla="*/ 2932840 w 5465701"/>
              <a:gd name="connsiteY47" fmla="*/ 87943 h 3194444"/>
              <a:gd name="connsiteX48" fmla="*/ 2987871 w 5465701"/>
              <a:gd name="connsiteY48" fmla="*/ 63130 h 3194444"/>
              <a:gd name="connsiteX49" fmla="*/ 2993531 w 5465701"/>
              <a:gd name="connsiteY49" fmla="*/ 60069 h 3194444"/>
              <a:gd name="connsiteX50" fmla="*/ 2997157 w 5465701"/>
              <a:gd name="connsiteY50" fmla="*/ 58943 h 3194444"/>
              <a:gd name="connsiteX51" fmla="*/ 3030486 w 5465701"/>
              <a:gd name="connsiteY51" fmla="*/ 43916 h 3194444"/>
              <a:gd name="connsiteX52" fmla="*/ 3234352 w 5465701"/>
              <a:gd name="connsiteY52" fmla="*/ 1331 h 3194444"/>
              <a:gd name="connsiteX53" fmla="*/ 3320178 w 5465701"/>
              <a:gd name="connsiteY53" fmla="*/ 1243 h 319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465701" h="3194444">
                <a:moveTo>
                  <a:pt x="716030" y="1754427"/>
                </a:moveTo>
                <a:cubicBezTo>
                  <a:pt x="1111483" y="1754427"/>
                  <a:pt x="1432062" y="2075007"/>
                  <a:pt x="1432062" y="2470460"/>
                </a:cubicBezTo>
                <a:cubicBezTo>
                  <a:pt x="1432062" y="2865910"/>
                  <a:pt x="1111483" y="3186489"/>
                  <a:pt x="716030" y="3186489"/>
                </a:cubicBezTo>
                <a:cubicBezTo>
                  <a:pt x="320577" y="3186489"/>
                  <a:pt x="0" y="2865910"/>
                  <a:pt x="0" y="2470460"/>
                </a:cubicBezTo>
                <a:cubicBezTo>
                  <a:pt x="0" y="2075007"/>
                  <a:pt x="320577" y="1754427"/>
                  <a:pt x="716030" y="1754427"/>
                </a:cubicBezTo>
                <a:close/>
                <a:moveTo>
                  <a:pt x="3320178" y="1243"/>
                </a:moveTo>
                <a:cubicBezTo>
                  <a:pt x="3519781" y="13034"/>
                  <a:pt x="3712171" y="108549"/>
                  <a:pt x="3842696" y="282584"/>
                </a:cubicBezTo>
                <a:lnTo>
                  <a:pt x="3851787" y="297699"/>
                </a:lnTo>
                <a:lnTo>
                  <a:pt x="5298627" y="2009016"/>
                </a:lnTo>
                <a:cubicBezTo>
                  <a:pt x="5402054" y="2136309"/>
                  <a:pt x="5465701" y="2295427"/>
                  <a:pt x="5465701" y="2470459"/>
                </a:cubicBezTo>
                <a:cubicBezTo>
                  <a:pt x="5465701" y="2868253"/>
                  <a:pt x="5147465" y="3186489"/>
                  <a:pt x="4741715" y="3194444"/>
                </a:cubicBezTo>
                <a:cubicBezTo>
                  <a:pt x="4518948" y="3194444"/>
                  <a:pt x="4320053" y="3098973"/>
                  <a:pt x="4192757" y="2939855"/>
                </a:cubicBezTo>
                <a:lnTo>
                  <a:pt x="3653171" y="2295268"/>
                </a:lnTo>
                <a:lnTo>
                  <a:pt x="3581681" y="2614783"/>
                </a:lnTo>
                <a:lnTo>
                  <a:pt x="3581614" y="2615452"/>
                </a:lnTo>
                <a:lnTo>
                  <a:pt x="3581309" y="2616441"/>
                </a:lnTo>
                <a:lnTo>
                  <a:pt x="3580151" y="2621619"/>
                </a:lnTo>
                <a:cubicBezTo>
                  <a:pt x="3572195" y="2661398"/>
                  <a:pt x="3560262" y="2700681"/>
                  <a:pt x="3544723" y="2738844"/>
                </a:cubicBezTo>
                <a:lnTo>
                  <a:pt x="3542054" y="2744015"/>
                </a:lnTo>
                <a:lnTo>
                  <a:pt x="3540125" y="2750282"/>
                </a:lnTo>
                <a:lnTo>
                  <a:pt x="3508973" y="2808086"/>
                </a:lnTo>
                <a:lnTo>
                  <a:pt x="3487665" y="2849357"/>
                </a:lnTo>
                <a:lnTo>
                  <a:pt x="3484496" y="2853505"/>
                </a:lnTo>
                <a:lnTo>
                  <a:pt x="3474396" y="2872247"/>
                </a:lnTo>
                <a:lnTo>
                  <a:pt x="3411981" y="2948423"/>
                </a:lnTo>
                <a:lnTo>
                  <a:pt x="3411214" y="2949427"/>
                </a:lnTo>
                <a:lnTo>
                  <a:pt x="3410990" y="2949633"/>
                </a:lnTo>
                <a:lnTo>
                  <a:pt x="3387223" y="2978641"/>
                </a:lnTo>
                <a:cubicBezTo>
                  <a:pt x="3257939" y="3108919"/>
                  <a:pt x="3078932" y="3190467"/>
                  <a:pt x="2880035" y="3194444"/>
                </a:cubicBezTo>
                <a:cubicBezTo>
                  <a:pt x="2657268" y="3194444"/>
                  <a:pt x="2458372" y="3098973"/>
                  <a:pt x="2331076" y="2939855"/>
                </a:cubicBezTo>
                <a:lnTo>
                  <a:pt x="859237" y="1181601"/>
                </a:lnTo>
                <a:cubicBezTo>
                  <a:pt x="755810" y="1054308"/>
                  <a:pt x="692163" y="895190"/>
                  <a:pt x="692163" y="720161"/>
                </a:cubicBezTo>
                <a:cubicBezTo>
                  <a:pt x="692163" y="322365"/>
                  <a:pt x="1018355" y="4129"/>
                  <a:pt x="1408193" y="4129"/>
                </a:cubicBezTo>
                <a:cubicBezTo>
                  <a:pt x="1630958" y="4129"/>
                  <a:pt x="1829855" y="99600"/>
                  <a:pt x="1957149" y="258718"/>
                </a:cubicBezTo>
                <a:lnTo>
                  <a:pt x="2500573" y="904951"/>
                </a:lnTo>
                <a:lnTo>
                  <a:pt x="2563692" y="623544"/>
                </a:lnTo>
                <a:lnTo>
                  <a:pt x="2568622" y="575183"/>
                </a:lnTo>
                <a:cubicBezTo>
                  <a:pt x="2587983" y="481639"/>
                  <a:pt x="2625680" y="394932"/>
                  <a:pt x="2677611" y="318791"/>
                </a:cubicBezTo>
                <a:lnTo>
                  <a:pt x="2722456" y="264901"/>
                </a:lnTo>
                <a:lnTo>
                  <a:pt x="2746648" y="233234"/>
                </a:lnTo>
                <a:lnTo>
                  <a:pt x="2755783" y="224852"/>
                </a:lnTo>
                <a:lnTo>
                  <a:pt x="2765669" y="212971"/>
                </a:lnTo>
                <a:lnTo>
                  <a:pt x="2794370" y="189442"/>
                </a:lnTo>
                <a:lnTo>
                  <a:pt x="2840255" y="147335"/>
                </a:lnTo>
                <a:lnTo>
                  <a:pt x="2865431" y="131185"/>
                </a:lnTo>
                <a:lnTo>
                  <a:pt x="2872002" y="125798"/>
                </a:lnTo>
                <a:lnTo>
                  <a:pt x="2883644" y="119502"/>
                </a:lnTo>
                <a:lnTo>
                  <a:pt x="2932840" y="87943"/>
                </a:lnTo>
                <a:lnTo>
                  <a:pt x="2987871" y="63130"/>
                </a:lnTo>
                <a:lnTo>
                  <a:pt x="2993531" y="60069"/>
                </a:lnTo>
                <a:lnTo>
                  <a:pt x="2997157" y="58943"/>
                </a:lnTo>
                <a:lnTo>
                  <a:pt x="3030486" y="43916"/>
                </a:lnTo>
                <a:cubicBezTo>
                  <a:pt x="3096903" y="19652"/>
                  <a:pt x="3165593" y="5527"/>
                  <a:pt x="3234352" y="1331"/>
                </a:cubicBezTo>
                <a:cubicBezTo>
                  <a:pt x="3263002" y="-417"/>
                  <a:pt x="3291664" y="-441"/>
                  <a:pt x="3320178" y="1243"/>
                </a:cubicBezTo>
                <a:close/>
              </a:path>
            </a:pathLst>
          </a:custGeom>
          <a:solidFill>
            <a:schemeClr val="tx2">
              <a:alpha val="19000"/>
            </a:schemeClr>
          </a:solidFill>
          <a:ln w="300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0847609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Title">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33B562A0-3D6C-45D0-9E85-8A28A804D0F1}"/>
              </a:ext>
            </a:extLst>
          </p:cNvPr>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271" name="think-cell Slide" r:id="rId8" imgW="592" imgH="591" progId="TCLayout.ActiveDocument.1">
                  <p:embed/>
                </p:oleObj>
              </mc:Choice>
              <mc:Fallback>
                <p:oleObj name="think-cell Slide" r:id="rId8" imgW="592" imgH="591" progId="TCLayout.ActiveDocument.1">
                  <p:embed/>
                  <p:pic>
                    <p:nvPicPr>
                      <p:cNvPr id="7" name="Object 6" hidden="1">
                        <a:extLst>
                          <a:ext uri="{FF2B5EF4-FFF2-40B4-BE49-F238E27FC236}">
                            <a16:creationId xmlns:a16="http://schemas.microsoft.com/office/drawing/2014/main" id="{33B562A0-3D6C-45D0-9E85-8A28A804D0F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C389CAA1-91CB-44D7-9730-90E2518ED5B9}"/>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0" y="821266"/>
            <a:ext cx="12192000" cy="3223260"/>
          </a:xfrm>
          <a:prstGeom prst="rect">
            <a:avLst/>
          </a:prstGeom>
        </p:spPr>
      </p:pic>
      <p:sp>
        <p:nvSpPr>
          <p:cNvPr id="2" name="Rectangle 1" hidden="1">
            <a:extLst>
              <a:ext uri="{FF2B5EF4-FFF2-40B4-BE49-F238E27FC236}">
                <a16:creationId xmlns:a16="http://schemas.microsoft.com/office/drawing/2014/main" id="{CC42428D-965F-410A-AAB0-2F4E028AF07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Documenttype">
            <a:extLst>
              <a:ext uri="{FF2B5EF4-FFF2-40B4-BE49-F238E27FC236}">
                <a16:creationId xmlns:a16="http://schemas.microsoft.com/office/drawing/2014/main" id="{0CADA7EB-5C2E-4AD4-A32E-534A28817C8A}"/>
              </a:ext>
            </a:extLst>
          </p:cNvPr>
          <p:cNvSpPr>
            <a:spLocks noGrp="1"/>
          </p:cNvSpPr>
          <p:nvPr>
            <p:ph type="body" sz="quarter" idx="13" hasCustomPrompt="1"/>
            <p:custDataLst>
              <p:tags r:id="rId4"/>
            </p:custDataLst>
          </p:nvPr>
        </p:nvSpPr>
        <p:spPr>
          <a:xfrm>
            <a:off x="532259" y="6440033"/>
            <a:ext cx="9745336" cy="215444"/>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1400" dirty="0">
                <a:solidFill>
                  <a:schemeClr val="tx1"/>
                </a:solidFill>
              </a:defRPr>
            </a:lvl1pPr>
          </a:lstStyle>
          <a:p>
            <a:pPr lvl="0">
              <a:buNone/>
            </a:pPr>
            <a:r>
              <a:rPr lang="en-US"/>
              <a:t>Edit date or title/role</a:t>
            </a:r>
          </a:p>
        </p:txBody>
      </p:sp>
      <p:sp>
        <p:nvSpPr>
          <p:cNvPr id="18" name="Subtitle">
            <a:extLst>
              <a:ext uri="{FF2B5EF4-FFF2-40B4-BE49-F238E27FC236}">
                <a16:creationId xmlns:a16="http://schemas.microsoft.com/office/drawing/2014/main" id="{C85A1636-E33D-4640-A4BA-89E2008C1ED4}"/>
              </a:ext>
            </a:extLst>
          </p:cNvPr>
          <p:cNvSpPr>
            <a:spLocks noGrp="1"/>
          </p:cNvSpPr>
          <p:nvPr>
            <p:ph type="subTitle" idx="1"/>
            <p:custDataLst>
              <p:tags r:id="rId5"/>
            </p:custDataLst>
          </p:nvPr>
        </p:nvSpPr>
        <p:spPr>
          <a:xfrm>
            <a:off x="533400" y="5882553"/>
            <a:ext cx="9745336"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2000" dirty="0">
                <a:solidFill>
                  <a:schemeClr val="tx1"/>
                </a:solidFill>
              </a:defRPr>
            </a:lvl1pPr>
          </a:lstStyle>
          <a:p>
            <a:pPr lvl="0">
              <a:buNone/>
            </a:pPr>
            <a:r>
              <a:rPr lang="en-US"/>
              <a:t>Click to edit Master subtitle style</a:t>
            </a:r>
          </a:p>
        </p:txBody>
      </p:sp>
      <p:sp>
        <p:nvSpPr>
          <p:cNvPr id="20" name="Title">
            <a:extLst>
              <a:ext uri="{FF2B5EF4-FFF2-40B4-BE49-F238E27FC236}">
                <a16:creationId xmlns:a16="http://schemas.microsoft.com/office/drawing/2014/main" id="{AA4E4E19-7239-46DA-AE24-CE9556C9BE7D}"/>
              </a:ext>
            </a:extLst>
          </p:cNvPr>
          <p:cNvSpPr>
            <a:spLocks noGrp="1"/>
          </p:cNvSpPr>
          <p:nvPr>
            <p:ph type="title"/>
            <p:custDataLst>
              <p:tags r:id="rId6"/>
            </p:custDataLst>
          </p:nvPr>
        </p:nvSpPr>
        <p:spPr>
          <a:xfrm>
            <a:off x="533400" y="4278633"/>
            <a:ext cx="9745336" cy="677108"/>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4400" dirty="0">
                <a:solidFill>
                  <a:schemeClr val="tx1"/>
                </a:solidFill>
              </a:defRPr>
            </a:lvl1pPr>
          </a:lstStyle>
          <a:p>
            <a:pPr lvl="0"/>
            <a:r>
              <a:rPr lang="en-US"/>
              <a:t>Click to edit Master title style</a:t>
            </a:r>
          </a:p>
        </p:txBody>
      </p:sp>
      <p:sp>
        <p:nvSpPr>
          <p:cNvPr id="10" name="Rectangle 9">
            <a:extLst>
              <a:ext uri="{FF2B5EF4-FFF2-40B4-BE49-F238E27FC236}">
                <a16:creationId xmlns:a16="http://schemas.microsoft.com/office/drawing/2014/main" id="{5BF43882-5B37-43C9-A7D5-2B65B76FC2C1}"/>
              </a:ext>
            </a:extLst>
          </p:cNvPr>
          <p:cNvSpPr/>
          <p:nvPr userDrawn="1"/>
        </p:nvSpPr>
        <p:spPr bwMode="ltGray">
          <a:xfrm>
            <a:off x="0" y="0"/>
            <a:ext cx="12192000" cy="821267"/>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4" name="Rectangle 13">
            <a:extLst>
              <a:ext uri="{FF2B5EF4-FFF2-40B4-BE49-F238E27FC236}">
                <a16:creationId xmlns:a16="http://schemas.microsoft.com/office/drawing/2014/main" id="{128E5C52-6338-4CA0-8266-ABD8E1DA0F20}"/>
              </a:ext>
            </a:extLst>
          </p:cNvPr>
          <p:cNvSpPr/>
          <p:nvPr userDrawn="1"/>
        </p:nvSpPr>
        <p:spPr bwMode="ltGray">
          <a:xfrm>
            <a:off x="0" y="4044620"/>
            <a:ext cx="12192000" cy="85426"/>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pic>
        <p:nvPicPr>
          <p:cNvPr id="15" name="Graphic 14">
            <a:extLst>
              <a:ext uri="{FF2B5EF4-FFF2-40B4-BE49-F238E27FC236}">
                <a16:creationId xmlns:a16="http://schemas.microsoft.com/office/drawing/2014/main" id="{400921D6-7484-4125-BBC9-84E4AEFC5287}"/>
              </a:ext>
            </a:extLst>
          </p:cNvPr>
          <p:cNvPicPr>
            <a:picLocks noChangeAspect="1"/>
          </p:cNvPicPr>
          <p:nvPr userDrawn="1"/>
        </p:nvPicPr>
        <p:blipFill>
          <a:blip r:embed="rId11">
            <a:lum bright="100000"/>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bwMode="ltGray">
          <a:xfrm>
            <a:off x="465664" y="220133"/>
            <a:ext cx="1733550" cy="381000"/>
          </a:xfrm>
          <a:prstGeom prst="rect">
            <a:avLst/>
          </a:prstGeom>
        </p:spPr>
      </p:pic>
      <p:sp>
        <p:nvSpPr>
          <p:cNvPr id="17" name="Freeform: Shape 16">
            <a:extLst>
              <a:ext uri="{FF2B5EF4-FFF2-40B4-BE49-F238E27FC236}">
                <a16:creationId xmlns:a16="http://schemas.microsoft.com/office/drawing/2014/main" id="{1A8CDEF0-2ABD-434C-A05F-BE41B6EE44C9}"/>
              </a:ext>
            </a:extLst>
          </p:cNvPr>
          <p:cNvSpPr/>
          <p:nvPr userDrawn="1"/>
        </p:nvSpPr>
        <p:spPr bwMode="ltGray">
          <a:xfrm>
            <a:off x="9601200" y="2535158"/>
            <a:ext cx="2590800" cy="1514200"/>
          </a:xfrm>
          <a:custGeom>
            <a:avLst/>
            <a:gdLst>
              <a:gd name="connsiteX0" fmla="*/ 716030 w 5465701"/>
              <a:gd name="connsiteY0" fmla="*/ 1754427 h 3194444"/>
              <a:gd name="connsiteX1" fmla="*/ 1432062 w 5465701"/>
              <a:gd name="connsiteY1" fmla="*/ 2470460 h 3194444"/>
              <a:gd name="connsiteX2" fmla="*/ 716030 w 5465701"/>
              <a:gd name="connsiteY2" fmla="*/ 3186489 h 3194444"/>
              <a:gd name="connsiteX3" fmla="*/ 0 w 5465701"/>
              <a:gd name="connsiteY3" fmla="*/ 2470460 h 3194444"/>
              <a:gd name="connsiteX4" fmla="*/ 716030 w 5465701"/>
              <a:gd name="connsiteY4" fmla="*/ 1754427 h 3194444"/>
              <a:gd name="connsiteX5" fmla="*/ 3320178 w 5465701"/>
              <a:gd name="connsiteY5" fmla="*/ 1243 h 3194444"/>
              <a:gd name="connsiteX6" fmla="*/ 3842696 w 5465701"/>
              <a:gd name="connsiteY6" fmla="*/ 282584 h 3194444"/>
              <a:gd name="connsiteX7" fmla="*/ 3851787 w 5465701"/>
              <a:gd name="connsiteY7" fmla="*/ 297699 h 3194444"/>
              <a:gd name="connsiteX8" fmla="*/ 5298627 w 5465701"/>
              <a:gd name="connsiteY8" fmla="*/ 2009016 h 3194444"/>
              <a:gd name="connsiteX9" fmla="*/ 5465701 w 5465701"/>
              <a:gd name="connsiteY9" fmla="*/ 2470459 h 3194444"/>
              <a:gd name="connsiteX10" fmla="*/ 4741715 w 5465701"/>
              <a:gd name="connsiteY10" fmla="*/ 3194444 h 3194444"/>
              <a:gd name="connsiteX11" fmla="*/ 4192757 w 5465701"/>
              <a:gd name="connsiteY11" fmla="*/ 2939855 h 3194444"/>
              <a:gd name="connsiteX12" fmla="*/ 3653171 w 5465701"/>
              <a:gd name="connsiteY12" fmla="*/ 2295268 h 3194444"/>
              <a:gd name="connsiteX13" fmla="*/ 3581681 w 5465701"/>
              <a:gd name="connsiteY13" fmla="*/ 2614783 h 3194444"/>
              <a:gd name="connsiteX14" fmla="*/ 3581614 w 5465701"/>
              <a:gd name="connsiteY14" fmla="*/ 2615452 h 3194444"/>
              <a:gd name="connsiteX15" fmla="*/ 3581309 w 5465701"/>
              <a:gd name="connsiteY15" fmla="*/ 2616441 h 3194444"/>
              <a:gd name="connsiteX16" fmla="*/ 3580151 w 5465701"/>
              <a:gd name="connsiteY16" fmla="*/ 2621619 h 3194444"/>
              <a:gd name="connsiteX17" fmla="*/ 3544723 w 5465701"/>
              <a:gd name="connsiteY17" fmla="*/ 2738844 h 3194444"/>
              <a:gd name="connsiteX18" fmla="*/ 3542054 w 5465701"/>
              <a:gd name="connsiteY18" fmla="*/ 2744015 h 3194444"/>
              <a:gd name="connsiteX19" fmla="*/ 3540125 w 5465701"/>
              <a:gd name="connsiteY19" fmla="*/ 2750282 h 3194444"/>
              <a:gd name="connsiteX20" fmla="*/ 3508973 w 5465701"/>
              <a:gd name="connsiteY20" fmla="*/ 2808086 h 3194444"/>
              <a:gd name="connsiteX21" fmla="*/ 3487665 w 5465701"/>
              <a:gd name="connsiteY21" fmla="*/ 2849357 h 3194444"/>
              <a:gd name="connsiteX22" fmla="*/ 3484496 w 5465701"/>
              <a:gd name="connsiteY22" fmla="*/ 2853505 h 3194444"/>
              <a:gd name="connsiteX23" fmla="*/ 3474396 w 5465701"/>
              <a:gd name="connsiteY23" fmla="*/ 2872247 h 3194444"/>
              <a:gd name="connsiteX24" fmla="*/ 3411981 w 5465701"/>
              <a:gd name="connsiteY24" fmla="*/ 2948423 h 3194444"/>
              <a:gd name="connsiteX25" fmla="*/ 3411214 w 5465701"/>
              <a:gd name="connsiteY25" fmla="*/ 2949427 h 3194444"/>
              <a:gd name="connsiteX26" fmla="*/ 3410990 w 5465701"/>
              <a:gd name="connsiteY26" fmla="*/ 2949633 h 3194444"/>
              <a:gd name="connsiteX27" fmla="*/ 3387223 w 5465701"/>
              <a:gd name="connsiteY27" fmla="*/ 2978641 h 3194444"/>
              <a:gd name="connsiteX28" fmla="*/ 2880035 w 5465701"/>
              <a:gd name="connsiteY28" fmla="*/ 3194444 h 3194444"/>
              <a:gd name="connsiteX29" fmla="*/ 2331076 w 5465701"/>
              <a:gd name="connsiteY29" fmla="*/ 2939855 h 3194444"/>
              <a:gd name="connsiteX30" fmla="*/ 859237 w 5465701"/>
              <a:gd name="connsiteY30" fmla="*/ 1181601 h 3194444"/>
              <a:gd name="connsiteX31" fmla="*/ 692163 w 5465701"/>
              <a:gd name="connsiteY31" fmla="*/ 720161 h 3194444"/>
              <a:gd name="connsiteX32" fmla="*/ 1408193 w 5465701"/>
              <a:gd name="connsiteY32" fmla="*/ 4129 h 3194444"/>
              <a:gd name="connsiteX33" fmla="*/ 1957149 w 5465701"/>
              <a:gd name="connsiteY33" fmla="*/ 258718 h 3194444"/>
              <a:gd name="connsiteX34" fmla="*/ 2500573 w 5465701"/>
              <a:gd name="connsiteY34" fmla="*/ 904951 h 3194444"/>
              <a:gd name="connsiteX35" fmla="*/ 2563692 w 5465701"/>
              <a:gd name="connsiteY35" fmla="*/ 623544 h 3194444"/>
              <a:gd name="connsiteX36" fmla="*/ 2568622 w 5465701"/>
              <a:gd name="connsiteY36" fmla="*/ 575183 h 3194444"/>
              <a:gd name="connsiteX37" fmla="*/ 2677611 w 5465701"/>
              <a:gd name="connsiteY37" fmla="*/ 318791 h 3194444"/>
              <a:gd name="connsiteX38" fmla="*/ 2722456 w 5465701"/>
              <a:gd name="connsiteY38" fmla="*/ 264901 h 3194444"/>
              <a:gd name="connsiteX39" fmla="*/ 2746648 w 5465701"/>
              <a:gd name="connsiteY39" fmla="*/ 233234 h 3194444"/>
              <a:gd name="connsiteX40" fmla="*/ 2755783 w 5465701"/>
              <a:gd name="connsiteY40" fmla="*/ 224852 h 3194444"/>
              <a:gd name="connsiteX41" fmla="*/ 2765669 w 5465701"/>
              <a:gd name="connsiteY41" fmla="*/ 212971 h 3194444"/>
              <a:gd name="connsiteX42" fmla="*/ 2794370 w 5465701"/>
              <a:gd name="connsiteY42" fmla="*/ 189442 h 3194444"/>
              <a:gd name="connsiteX43" fmla="*/ 2840255 w 5465701"/>
              <a:gd name="connsiteY43" fmla="*/ 147335 h 3194444"/>
              <a:gd name="connsiteX44" fmla="*/ 2865431 w 5465701"/>
              <a:gd name="connsiteY44" fmla="*/ 131185 h 3194444"/>
              <a:gd name="connsiteX45" fmla="*/ 2872002 w 5465701"/>
              <a:gd name="connsiteY45" fmla="*/ 125798 h 3194444"/>
              <a:gd name="connsiteX46" fmla="*/ 2883644 w 5465701"/>
              <a:gd name="connsiteY46" fmla="*/ 119502 h 3194444"/>
              <a:gd name="connsiteX47" fmla="*/ 2932840 w 5465701"/>
              <a:gd name="connsiteY47" fmla="*/ 87943 h 3194444"/>
              <a:gd name="connsiteX48" fmla="*/ 2987871 w 5465701"/>
              <a:gd name="connsiteY48" fmla="*/ 63130 h 3194444"/>
              <a:gd name="connsiteX49" fmla="*/ 2993531 w 5465701"/>
              <a:gd name="connsiteY49" fmla="*/ 60069 h 3194444"/>
              <a:gd name="connsiteX50" fmla="*/ 2997157 w 5465701"/>
              <a:gd name="connsiteY50" fmla="*/ 58943 h 3194444"/>
              <a:gd name="connsiteX51" fmla="*/ 3030486 w 5465701"/>
              <a:gd name="connsiteY51" fmla="*/ 43916 h 3194444"/>
              <a:gd name="connsiteX52" fmla="*/ 3234352 w 5465701"/>
              <a:gd name="connsiteY52" fmla="*/ 1331 h 3194444"/>
              <a:gd name="connsiteX53" fmla="*/ 3320178 w 5465701"/>
              <a:gd name="connsiteY53" fmla="*/ 1243 h 319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465701" h="3194444">
                <a:moveTo>
                  <a:pt x="716030" y="1754427"/>
                </a:moveTo>
                <a:cubicBezTo>
                  <a:pt x="1111483" y="1754427"/>
                  <a:pt x="1432062" y="2075007"/>
                  <a:pt x="1432062" y="2470460"/>
                </a:cubicBezTo>
                <a:cubicBezTo>
                  <a:pt x="1432062" y="2865910"/>
                  <a:pt x="1111483" y="3186489"/>
                  <a:pt x="716030" y="3186489"/>
                </a:cubicBezTo>
                <a:cubicBezTo>
                  <a:pt x="320577" y="3186489"/>
                  <a:pt x="0" y="2865910"/>
                  <a:pt x="0" y="2470460"/>
                </a:cubicBezTo>
                <a:cubicBezTo>
                  <a:pt x="0" y="2075007"/>
                  <a:pt x="320577" y="1754427"/>
                  <a:pt x="716030" y="1754427"/>
                </a:cubicBezTo>
                <a:close/>
                <a:moveTo>
                  <a:pt x="3320178" y="1243"/>
                </a:moveTo>
                <a:cubicBezTo>
                  <a:pt x="3519781" y="13034"/>
                  <a:pt x="3712171" y="108549"/>
                  <a:pt x="3842696" y="282584"/>
                </a:cubicBezTo>
                <a:lnTo>
                  <a:pt x="3851787" y="297699"/>
                </a:lnTo>
                <a:lnTo>
                  <a:pt x="5298627" y="2009016"/>
                </a:lnTo>
                <a:cubicBezTo>
                  <a:pt x="5402054" y="2136309"/>
                  <a:pt x="5465701" y="2295427"/>
                  <a:pt x="5465701" y="2470459"/>
                </a:cubicBezTo>
                <a:cubicBezTo>
                  <a:pt x="5465701" y="2868253"/>
                  <a:pt x="5147465" y="3186489"/>
                  <a:pt x="4741715" y="3194444"/>
                </a:cubicBezTo>
                <a:cubicBezTo>
                  <a:pt x="4518948" y="3194444"/>
                  <a:pt x="4320053" y="3098973"/>
                  <a:pt x="4192757" y="2939855"/>
                </a:cubicBezTo>
                <a:lnTo>
                  <a:pt x="3653171" y="2295268"/>
                </a:lnTo>
                <a:lnTo>
                  <a:pt x="3581681" y="2614783"/>
                </a:lnTo>
                <a:lnTo>
                  <a:pt x="3581614" y="2615452"/>
                </a:lnTo>
                <a:lnTo>
                  <a:pt x="3581309" y="2616441"/>
                </a:lnTo>
                <a:lnTo>
                  <a:pt x="3580151" y="2621619"/>
                </a:lnTo>
                <a:cubicBezTo>
                  <a:pt x="3572195" y="2661398"/>
                  <a:pt x="3560262" y="2700681"/>
                  <a:pt x="3544723" y="2738844"/>
                </a:cubicBezTo>
                <a:lnTo>
                  <a:pt x="3542054" y="2744015"/>
                </a:lnTo>
                <a:lnTo>
                  <a:pt x="3540125" y="2750282"/>
                </a:lnTo>
                <a:lnTo>
                  <a:pt x="3508973" y="2808086"/>
                </a:lnTo>
                <a:lnTo>
                  <a:pt x="3487665" y="2849357"/>
                </a:lnTo>
                <a:lnTo>
                  <a:pt x="3484496" y="2853505"/>
                </a:lnTo>
                <a:lnTo>
                  <a:pt x="3474396" y="2872247"/>
                </a:lnTo>
                <a:lnTo>
                  <a:pt x="3411981" y="2948423"/>
                </a:lnTo>
                <a:lnTo>
                  <a:pt x="3411214" y="2949427"/>
                </a:lnTo>
                <a:lnTo>
                  <a:pt x="3410990" y="2949633"/>
                </a:lnTo>
                <a:lnTo>
                  <a:pt x="3387223" y="2978641"/>
                </a:lnTo>
                <a:cubicBezTo>
                  <a:pt x="3257939" y="3108919"/>
                  <a:pt x="3078932" y="3190467"/>
                  <a:pt x="2880035" y="3194444"/>
                </a:cubicBezTo>
                <a:cubicBezTo>
                  <a:pt x="2657268" y="3194444"/>
                  <a:pt x="2458372" y="3098973"/>
                  <a:pt x="2331076" y="2939855"/>
                </a:cubicBezTo>
                <a:lnTo>
                  <a:pt x="859237" y="1181601"/>
                </a:lnTo>
                <a:cubicBezTo>
                  <a:pt x="755810" y="1054308"/>
                  <a:pt x="692163" y="895190"/>
                  <a:pt x="692163" y="720161"/>
                </a:cubicBezTo>
                <a:cubicBezTo>
                  <a:pt x="692163" y="322365"/>
                  <a:pt x="1018355" y="4129"/>
                  <a:pt x="1408193" y="4129"/>
                </a:cubicBezTo>
                <a:cubicBezTo>
                  <a:pt x="1630958" y="4129"/>
                  <a:pt x="1829855" y="99600"/>
                  <a:pt x="1957149" y="258718"/>
                </a:cubicBezTo>
                <a:lnTo>
                  <a:pt x="2500573" y="904951"/>
                </a:lnTo>
                <a:lnTo>
                  <a:pt x="2563692" y="623544"/>
                </a:lnTo>
                <a:lnTo>
                  <a:pt x="2568622" y="575183"/>
                </a:lnTo>
                <a:cubicBezTo>
                  <a:pt x="2587983" y="481639"/>
                  <a:pt x="2625680" y="394932"/>
                  <a:pt x="2677611" y="318791"/>
                </a:cubicBezTo>
                <a:lnTo>
                  <a:pt x="2722456" y="264901"/>
                </a:lnTo>
                <a:lnTo>
                  <a:pt x="2746648" y="233234"/>
                </a:lnTo>
                <a:lnTo>
                  <a:pt x="2755783" y="224852"/>
                </a:lnTo>
                <a:lnTo>
                  <a:pt x="2765669" y="212971"/>
                </a:lnTo>
                <a:lnTo>
                  <a:pt x="2794370" y="189442"/>
                </a:lnTo>
                <a:lnTo>
                  <a:pt x="2840255" y="147335"/>
                </a:lnTo>
                <a:lnTo>
                  <a:pt x="2865431" y="131185"/>
                </a:lnTo>
                <a:lnTo>
                  <a:pt x="2872002" y="125798"/>
                </a:lnTo>
                <a:lnTo>
                  <a:pt x="2883644" y="119502"/>
                </a:lnTo>
                <a:lnTo>
                  <a:pt x="2932840" y="87943"/>
                </a:lnTo>
                <a:lnTo>
                  <a:pt x="2987871" y="63130"/>
                </a:lnTo>
                <a:lnTo>
                  <a:pt x="2993531" y="60069"/>
                </a:lnTo>
                <a:lnTo>
                  <a:pt x="2997157" y="58943"/>
                </a:lnTo>
                <a:lnTo>
                  <a:pt x="3030486" y="43916"/>
                </a:lnTo>
                <a:cubicBezTo>
                  <a:pt x="3096903" y="19652"/>
                  <a:pt x="3165593" y="5527"/>
                  <a:pt x="3234352" y="1331"/>
                </a:cubicBezTo>
                <a:cubicBezTo>
                  <a:pt x="3263002" y="-417"/>
                  <a:pt x="3291664" y="-441"/>
                  <a:pt x="3320178" y="1243"/>
                </a:cubicBezTo>
                <a:close/>
              </a:path>
            </a:pathLst>
          </a:custGeom>
          <a:solidFill>
            <a:schemeClr val="tx1">
              <a:alpha val="15000"/>
            </a:schemeClr>
          </a:solidFill>
          <a:ln w="300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pic>
        <p:nvPicPr>
          <p:cNvPr id="8" name="Picture 7">
            <a:extLst>
              <a:ext uri="{FF2B5EF4-FFF2-40B4-BE49-F238E27FC236}">
                <a16:creationId xmlns:a16="http://schemas.microsoft.com/office/drawing/2014/main" id="{3BC9971A-6012-41B4-A63D-41852C1E7F4D}"/>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a:stretch/>
        </p:blipFill>
        <p:spPr>
          <a:xfrm>
            <a:off x="-6610" y="681586"/>
            <a:ext cx="12198610" cy="3367772"/>
          </a:xfrm>
          <a:prstGeom prst="rect">
            <a:avLst/>
          </a:prstGeom>
        </p:spPr>
      </p:pic>
      <p:sp>
        <p:nvSpPr>
          <p:cNvPr id="9" name="Rectangle 8">
            <a:extLst>
              <a:ext uri="{FF2B5EF4-FFF2-40B4-BE49-F238E27FC236}">
                <a16:creationId xmlns:a16="http://schemas.microsoft.com/office/drawing/2014/main" id="{C38475C0-F5F0-43DF-ADC1-997C191CA37C}"/>
              </a:ext>
            </a:extLst>
          </p:cNvPr>
          <p:cNvSpPr/>
          <p:nvPr userDrawn="1"/>
        </p:nvSpPr>
        <p:spPr>
          <a:xfrm>
            <a:off x="-6610" y="667670"/>
            <a:ext cx="12198610" cy="3381688"/>
          </a:xfrm>
          <a:prstGeom prst="rect">
            <a:avLst/>
          </a:prstGeom>
          <a:solidFill>
            <a:srgbClr val="C00000">
              <a:alpha val="27000"/>
            </a:srgb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3893974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ext uri="{D42A27DB-BD31-4B8C-83A1-F6EECF244321}">
                <p14:modId xmlns:p14="http://schemas.microsoft.com/office/powerpoint/2010/main" val="876241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295"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Tree>
    <p:extLst>
      <p:ext uri="{BB962C8B-B14F-4D97-AF65-F5344CB8AC3E}">
        <p14:creationId xmlns:p14="http://schemas.microsoft.com/office/powerpoint/2010/main" val="27898973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2"/>
            </p:custDataLst>
            <p:extLst>
              <p:ext uri="{D42A27DB-BD31-4B8C-83A1-F6EECF244321}">
                <p14:modId xmlns:p14="http://schemas.microsoft.com/office/powerpoint/2010/main" val="2154146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319" name="think-cell Slide" r:id="rId10" imgW="413" imgH="416" progId="TCLayout.ActiveDocument.1">
                  <p:embed/>
                </p:oleObj>
              </mc:Choice>
              <mc:Fallback>
                <p:oleObj name="think-cell Slide" r:id="rId10"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13" name="Title 1">
            <a:extLst>
              <a:ext uri="{FF2B5EF4-FFF2-40B4-BE49-F238E27FC236}">
                <a16:creationId xmlns:a16="http://schemas.microsoft.com/office/drawing/2014/main" id="{07E36632-5062-4623-81E8-04271679581A}"/>
              </a:ext>
            </a:extLst>
          </p:cNvPr>
          <p:cNvSpPr txBox="1">
            <a:spLocks/>
          </p:cNvSpPr>
          <p:nvPr userDrawn="1"/>
        </p:nvSpPr>
        <p:spPr bwMode="ltGray">
          <a:xfrm>
            <a:off x="492920" y="184386"/>
            <a:ext cx="11215686" cy="803564"/>
          </a:xfrm>
          <a:prstGeom prst="roundRect">
            <a:avLst>
              <a:gd name="adj" fmla="val 22387"/>
            </a:avLst>
          </a:prstGeom>
          <a:gradFill>
            <a:gsLst>
              <a:gs pos="100000">
                <a:srgbClr val="FF671F"/>
              </a:gs>
              <a:gs pos="0">
                <a:srgbClr val="FF0000"/>
              </a:gs>
            </a:gsLst>
            <a:lin ang="0" scaled="0"/>
          </a:gradFill>
          <a:ln w="1079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noAutofit/>
          </a:bodyPr>
          <a:lstStyle>
            <a:lvl1pPr algn="l" defTabSz="914400" rtl="0" eaLnBrk="1" latinLnBrk="0" hangingPunct="1">
              <a:lnSpc>
                <a:spcPct val="100000"/>
              </a:lnSpc>
              <a:spcBef>
                <a:spcPct val="0"/>
              </a:spcBef>
              <a:buNone/>
              <a:defRPr kumimoji="0" lang="en-US" sz="3200" b="1" i="0" u="none" strike="noStrike" kern="1200"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 name="Rectangle 1" hidden="1">
            <a:extLst>
              <a:ext uri="{FF2B5EF4-FFF2-40B4-BE49-F238E27FC236}">
                <a16:creationId xmlns:a16="http://schemas.microsoft.com/office/drawing/2014/main" id="{FCC3A0E6-E630-4C26-B008-93BA0B5B110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019745"/>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6"/>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C30AC055-11D5-4540-94E4-C3B7BE6EFD7D}"/>
              </a:ext>
            </a:extLst>
          </p:cNvPr>
          <p:cNvSpPr>
            <a:spLocks noGrp="1"/>
          </p:cNvSpPr>
          <p:nvPr>
            <p:ph type="body" sz="quarter" idx="10" hasCustomPrompt="1"/>
            <p:custDataLst>
              <p:tags r:id="rId7"/>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
        <p:nvSpPr>
          <p:cNvPr id="10" name="2. Slide Title">
            <a:extLst>
              <a:ext uri="{FF2B5EF4-FFF2-40B4-BE49-F238E27FC236}">
                <a16:creationId xmlns:a16="http://schemas.microsoft.com/office/drawing/2014/main" id="{8326FFD0-8389-4032-AAB8-00C262CAF746}"/>
              </a:ext>
            </a:extLst>
          </p:cNvPr>
          <p:cNvSpPr>
            <a:spLocks noGrp="1"/>
          </p:cNvSpPr>
          <p:nvPr>
            <p:ph type="title"/>
            <p:custDataLst>
              <p:tags r:id="rId8"/>
            </p:custDataLst>
          </p:nvPr>
        </p:nvSpPr>
        <p:spPr>
          <a:xfrm>
            <a:off x="554736" y="220408"/>
            <a:ext cx="11082528" cy="731520"/>
          </a:xfrm>
          <a:prstGeom prst="rect">
            <a:avLst/>
          </a:prstGeom>
        </p:spPr>
        <p:txBody>
          <a:bodyPr vert="horz" wrap="square" lIns="0" tIns="0" rIns="0" bIns="0" rtlCol="0" anchor="ctr" anchorCtr="0">
            <a:noAutofit/>
          </a:bodyPr>
          <a:lstStyle>
            <a:lvl1pPr>
              <a:defRPr lang="en-US" dirty="0">
                <a:solidFill>
                  <a:schemeClr val="bg1"/>
                </a:solidFill>
              </a:defRPr>
            </a:lvl1pPr>
          </a:lstStyle>
          <a:p>
            <a:pPr lvl="0"/>
            <a:r>
              <a:rPr lang="en-US"/>
              <a:t>Click to edit Master title style</a:t>
            </a:r>
          </a:p>
        </p:txBody>
      </p:sp>
    </p:spTree>
    <p:extLst>
      <p:ext uri="{BB962C8B-B14F-4D97-AF65-F5344CB8AC3E}">
        <p14:creationId xmlns:p14="http://schemas.microsoft.com/office/powerpoint/2010/main" val="39293427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9BA84E71-6FE7-4585-B82E-BE5603311945}"/>
              </a:ext>
            </a:extLst>
          </p:cNvPr>
          <p:cNvGraphicFramePr>
            <a:graphicFrameLocks noChangeAspect="1"/>
          </p:cNvGraphicFramePr>
          <p:nvPr userDrawn="1">
            <p:custDataLst>
              <p:tags r:id="rId2"/>
            </p:custDataLst>
            <p:extLst>
              <p:ext uri="{D42A27DB-BD31-4B8C-83A1-F6EECF244321}">
                <p14:modId xmlns:p14="http://schemas.microsoft.com/office/powerpoint/2010/main" val="12606119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343" name="think-cell Slide" r:id="rId9" imgW="592" imgH="591" progId="TCLayout.ActiveDocument.1">
                  <p:embed/>
                </p:oleObj>
              </mc:Choice>
              <mc:Fallback>
                <p:oleObj name="think-cell Slide" r:id="rId9" imgW="592" imgH="591" progId="TCLayout.ActiveDocument.1">
                  <p:embed/>
                  <p:pic>
                    <p:nvPicPr>
                      <p:cNvPr id="10" name="Object 9" hidden="1">
                        <a:extLst>
                          <a:ext uri="{FF2B5EF4-FFF2-40B4-BE49-F238E27FC236}">
                            <a16:creationId xmlns:a16="http://schemas.microsoft.com/office/drawing/2014/main" id="{9BA84E71-6FE7-4585-B82E-BE5603311945}"/>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D62A08AB-557D-4245-84FA-9DB6B6C6845A}"/>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1706563"/>
            <a:ext cx="3813048" cy="769441"/>
          </a:xfrm>
          <a:prstGeom prst="rect">
            <a:avLst/>
          </a:prstGeom>
        </p:spPr>
        <p:txBody>
          <a:bodyPr vert="horz" anchor="t">
            <a:noAutofit/>
          </a:bodyPr>
          <a:lstStyle>
            <a:lvl1pPr rtl="0">
              <a:lnSpc>
                <a:spcPct val="10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A2582D75-79F8-4634-92EF-A9F0840C018B}"/>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295849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C4F5195-E8F7-4A2F-B02E-643BB3D88381}"/>
              </a:ext>
            </a:extLst>
          </p:cNvPr>
          <p:cNvGraphicFramePr>
            <a:graphicFrameLocks noChangeAspect="1"/>
          </p:cNvGraphicFramePr>
          <p:nvPr userDrawn="1">
            <p:custDataLst>
              <p:tags r:id="rId2"/>
            </p:custDataLst>
            <p:extLst>
              <p:ext uri="{D42A27DB-BD31-4B8C-83A1-F6EECF244321}">
                <p14:modId xmlns:p14="http://schemas.microsoft.com/office/powerpoint/2010/main" val="3947661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367" name="think-cell Slide" r:id="rId9" imgW="592" imgH="591" progId="TCLayout.ActiveDocument.1">
                  <p:embed/>
                </p:oleObj>
              </mc:Choice>
              <mc:Fallback>
                <p:oleObj name="think-cell Slide" r:id="rId9" imgW="592" imgH="591" progId="TCLayout.ActiveDocument.1">
                  <p:embed/>
                  <p:pic>
                    <p:nvPicPr>
                      <p:cNvPr id="4" name="Object 3" hidden="1">
                        <a:extLst>
                          <a:ext uri="{FF2B5EF4-FFF2-40B4-BE49-F238E27FC236}">
                            <a16:creationId xmlns:a16="http://schemas.microsoft.com/office/drawing/2014/main" id="{3C4F5195-E8F7-4A2F-B02E-643BB3D88381}"/>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15EFC92-5E3D-4BDC-A378-85D30212A9E2}"/>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4"/>
            </p:custDataLst>
          </p:nvPr>
        </p:nvSpPr>
        <p:spPr>
          <a:xfrm>
            <a:off x="554736" y="3044280"/>
            <a:ext cx="5065776" cy="769441"/>
          </a:xfrm>
          <a:prstGeom prst="rect">
            <a:avLst/>
          </a:prstGeom>
        </p:spPr>
        <p:txBody>
          <a:bodyPr vert="horz" rIns="365760" anchor="ctr">
            <a:noAutofit/>
          </a:bodyPr>
          <a:lstStyle>
            <a:lvl1pPr rtl="0">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E4983596-431B-4F12-AA07-76914CD3DEE7}"/>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37124674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2"/>
            </p:custDataLst>
            <p:extLst>
              <p:ext uri="{D42A27DB-BD31-4B8C-83A1-F6EECF244321}">
                <p14:modId xmlns:p14="http://schemas.microsoft.com/office/powerpoint/2010/main" val="2458358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391"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92D91BA2-8C6E-4C39-82C4-C8D6977634A8}"/>
              </a:ext>
            </a:extLst>
          </p:cNvPr>
          <p:cNvPicPr>
            <a:picLocks noChangeAspect="1"/>
          </p:cNvPicPr>
          <p:nvPr userDrawn="1"/>
        </p:nvPicPr>
        <p:blipFill>
          <a:blip r:embed="rId11"/>
          <a:stretch>
            <a:fillRect/>
          </a:stretch>
        </p:blipFill>
        <p:spPr>
          <a:xfrm>
            <a:off x="0" y="0"/>
            <a:ext cx="12192000" cy="6858000"/>
          </a:xfrm>
          <a:prstGeom prst="rect">
            <a:avLst/>
          </a:prstGeom>
        </p:spPr>
      </p:pic>
      <p:sp>
        <p:nvSpPr>
          <p:cNvPr id="2" name="Rectangle 1" hidden="1">
            <a:extLst>
              <a:ext uri="{FF2B5EF4-FFF2-40B4-BE49-F238E27FC236}">
                <a16:creationId xmlns:a16="http://schemas.microsoft.com/office/drawing/2014/main" id="{BDCF374B-2477-45CD-A00B-B8676A45ACD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4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4"/>
            </p:custDataLst>
          </p:nvPr>
        </p:nvSpPr>
        <p:spPr>
          <a:xfrm>
            <a:off x="5034013" y="3060131"/>
            <a:ext cx="6679932" cy="1354217"/>
          </a:xfrm>
        </p:spPr>
        <p:txBody>
          <a:bodyPr vert="horz" anchor="ctr" anchorCtr="0">
            <a:spAutoFit/>
          </a:bodyPr>
          <a:lstStyle>
            <a:lvl1pPr rtl="0">
              <a:lnSpc>
                <a:spcPct val="100000"/>
              </a:lnSpc>
              <a:defRPr sz="4400">
                <a:solidFill>
                  <a:schemeClr val="bg2"/>
                </a:solidFill>
              </a:defRPr>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cxnSp>
        <p:nvCxnSpPr>
          <p:cNvPr id="11" name="Straight Connector 10">
            <a:extLst>
              <a:ext uri="{FF2B5EF4-FFF2-40B4-BE49-F238E27FC236}">
                <a16:creationId xmlns:a16="http://schemas.microsoft.com/office/drawing/2014/main" id="{4F85F68B-5AD9-41ED-B05F-153BF3BB613F}"/>
              </a:ext>
            </a:extLst>
          </p:cNvPr>
          <p:cNvCxnSpPr/>
          <p:nvPr userDrawn="1"/>
        </p:nvCxnSpPr>
        <p:spPr>
          <a:xfrm>
            <a:off x="914400" y="5289464"/>
            <a:ext cx="3512457" cy="0"/>
          </a:xfrm>
          <a:prstGeom prst="line">
            <a:avLst/>
          </a:prstGeom>
          <a:ln w="165100" cap="rnd">
            <a:solidFill>
              <a:schemeClr val="accent4"/>
            </a:solidFill>
            <a:round/>
          </a:ln>
        </p:spPr>
        <p:style>
          <a:lnRef idx="1">
            <a:schemeClr val="accent1"/>
          </a:lnRef>
          <a:fillRef idx="0">
            <a:schemeClr val="accent1"/>
          </a:fillRef>
          <a:effectRef idx="0">
            <a:schemeClr val="accent1"/>
          </a:effectRef>
          <a:fontRef idx="minor">
            <a:schemeClr val="tx1"/>
          </a:fontRef>
        </p:style>
      </p:cxnSp>
      <p:sp>
        <p:nvSpPr>
          <p:cNvPr id="20" name="Text Placeholder 19">
            <a:extLst>
              <a:ext uri="{FF2B5EF4-FFF2-40B4-BE49-F238E27FC236}">
                <a16:creationId xmlns:a16="http://schemas.microsoft.com/office/drawing/2014/main" id="{07A055AF-941C-43B5-BC0A-01DB0A55B267}"/>
              </a:ext>
            </a:extLst>
          </p:cNvPr>
          <p:cNvSpPr>
            <a:spLocks noGrp="1"/>
          </p:cNvSpPr>
          <p:nvPr>
            <p:ph type="body" sz="quarter" idx="11" hasCustomPrompt="1"/>
          </p:nvPr>
        </p:nvSpPr>
        <p:spPr>
          <a:xfrm>
            <a:off x="831851" y="2310871"/>
            <a:ext cx="3754664" cy="2852737"/>
          </a:xfrm>
        </p:spPr>
        <p:txBody>
          <a:bodyPr anchor="ctr" anchorCtr="0">
            <a:noAutofit/>
          </a:bodyPr>
          <a:lstStyle>
            <a:lvl1pPr>
              <a:defRPr sz="18800">
                <a:solidFill>
                  <a:schemeClr val="bg1"/>
                </a:solidFill>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XX</a:t>
            </a:r>
          </a:p>
        </p:txBody>
      </p:sp>
    </p:spTree>
    <p:extLst>
      <p:ext uri="{BB962C8B-B14F-4D97-AF65-F5344CB8AC3E}">
        <p14:creationId xmlns:p14="http://schemas.microsoft.com/office/powerpoint/2010/main" val="34215134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EC6EE29E-F64A-419F-BFB0-EEDEB71953F6}"/>
              </a:ext>
            </a:extLst>
          </p:cNvPr>
          <p:cNvGraphicFramePr>
            <a:graphicFrameLocks noChangeAspect="1"/>
          </p:cNvGraphicFramePr>
          <p:nvPr userDrawn="1">
            <p:custDataLst>
              <p:tags r:id="rId2"/>
            </p:custDataLst>
            <p:extLst>
              <p:ext uri="{D42A27DB-BD31-4B8C-83A1-F6EECF244321}">
                <p14:modId xmlns:p14="http://schemas.microsoft.com/office/powerpoint/2010/main" val="361680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415" name="think-cell Slide" r:id="rId10" imgW="592" imgH="591" progId="TCLayout.ActiveDocument.1">
                  <p:embed/>
                </p:oleObj>
              </mc:Choice>
              <mc:Fallback>
                <p:oleObj name="think-cell Slide" r:id="rId10" imgW="592" imgH="591" progId="TCLayout.ActiveDocument.1">
                  <p:embed/>
                  <p:pic>
                    <p:nvPicPr>
                      <p:cNvPr id="3" name="Object 2" hidden="1">
                        <a:extLst>
                          <a:ext uri="{FF2B5EF4-FFF2-40B4-BE49-F238E27FC236}">
                            <a16:creationId xmlns:a16="http://schemas.microsoft.com/office/drawing/2014/main" id="{EC6EE29E-F64A-419F-BFB0-EEDEB71953F6}"/>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69526043-F22A-4ED3-B0A1-DD7C4F83AF9B}"/>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34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4"/>
            </p:custDataLst>
          </p:nvPr>
        </p:nvSpPr>
        <p:spPr>
          <a:xfrm>
            <a:off x="1505712" y="3556229"/>
            <a:ext cx="9180576" cy="523220"/>
          </a:xfrm>
          <a:prstGeom prst="rect">
            <a:avLst/>
          </a:prstGeom>
        </p:spPr>
        <p:txBody>
          <a:bodyPr vert="horz">
            <a:spAutoFit/>
          </a:bodyPr>
          <a:lstStyle>
            <a:lvl1pPr rtl="0">
              <a:lnSpc>
                <a:spcPct val="105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5"/>
            </p:custDataLst>
          </p:nvPr>
        </p:nvSpPr>
        <p:spPr>
          <a:xfrm>
            <a:off x="1505712" y="4284630"/>
            <a:ext cx="91805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556D1499-3230-4098-85B2-D4CC7CA621F1}"/>
              </a:ext>
            </a:extLst>
          </p:cNvPr>
          <p:cNvSpPr>
            <a:spLocks noGrp="1"/>
          </p:cNvSpPr>
          <p:nvPr>
            <p:ph type="body" sz="quarter" idx="10" hasCustomPrompt="1"/>
            <p:custDataLst>
              <p:tags r:id="rId8"/>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13619681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2"/>
            </p:custDataLst>
            <p:extLst>
              <p:ext uri="{D42A27DB-BD31-4B8C-83A1-F6EECF244321}">
                <p14:modId xmlns:p14="http://schemas.microsoft.com/office/powerpoint/2010/main" val="20499159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2439"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67C50C85-5FB9-4798-A8A4-1DA5B9F3ACC9}"/>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3413760" y="0"/>
            <a:ext cx="8778240"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6552B7E-7081-4EA8-9351-FE4C7216ADF2}"/>
              </a:ext>
            </a:extLst>
          </p:cNvPr>
          <p:cNvSpPr>
            <a:spLocks noGrp="1"/>
          </p:cNvSpPr>
          <p:nvPr>
            <p:ph type="body" sz="quarter" idx="10" hasCustomPrompt="1"/>
            <p:custDataLst>
              <p:tags r:id="rId9"/>
            </p:custDataLst>
          </p:nvPr>
        </p:nvSpPr>
        <p:spPr>
          <a:xfrm>
            <a:off x="554735" y="41597"/>
            <a:ext cx="2514601"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C12E3834-0FD3-4DA2-8DCF-C744F65A27E7}"/>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6804188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2"/>
            </p:custDataLst>
            <p:extLst>
              <p:ext uri="{D42A27DB-BD31-4B8C-83A1-F6EECF244321}">
                <p14:modId xmlns:p14="http://schemas.microsoft.com/office/powerpoint/2010/main" val="28919277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3463"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9D2CA90-0144-4292-9526-98A508F5317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4"/>
            </p:custDataLst>
          </p:nvPr>
        </p:nvSpPr>
        <p:spPr bwMode="ltGray">
          <a:xfrm>
            <a:off x="4364736" y="0"/>
            <a:ext cx="7827264"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vert="horz" wrap="square" lIns="0" tIns="0" rIns="0" bIns="0" rtlCol="0" anchor="b" anchorCtr="0">
            <a:noAutofit/>
          </a:bodyPr>
          <a:lstStyle>
            <a:lvl1pPr rtl="0">
              <a:defRPr lang="en-US" dirty="0"/>
            </a:lvl1pPr>
          </a:lstStyle>
          <a:p>
            <a:pPr lvl="0"/>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79C07342-0520-417C-B878-54C94CBD8539}"/>
              </a:ext>
            </a:extLst>
          </p:cNvPr>
          <p:cNvSpPr>
            <a:spLocks noGrp="1"/>
          </p:cNvSpPr>
          <p:nvPr>
            <p:ph type="body" sz="quarter" idx="10" hasCustomPrompt="1"/>
            <p:custDataLst>
              <p:tags r:id="rId9"/>
            </p:custDataLst>
          </p:nvPr>
        </p:nvSpPr>
        <p:spPr>
          <a:xfrm>
            <a:off x="554735" y="41597"/>
            <a:ext cx="3465577"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68E398AF-77E5-4FE0-9F5C-A6F62210A48B}"/>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13053336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extLst>
              <p:ext uri="{D42A27DB-BD31-4B8C-83A1-F6EECF244321}">
                <p14:modId xmlns:p14="http://schemas.microsoft.com/office/powerpoint/2010/main" val="1262234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4487"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1725BD87-3C3D-45F6-BBCF-F06FD867659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6"/>
            </p:custDataLst>
          </p:nvPr>
        </p:nvSpPr>
        <p:spPr>
          <a:xfrm>
            <a:off x="554736" y="345611"/>
            <a:ext cx="5065776" cy="384721"/>
          </a:xfrm>
        </p:spPr>
        <p:txBody>
          <a:bodyPr vert="horz" anchor="ctr" anchorCtr="0"/>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7"/>
            </p:custDataLst>
          </p:nvPr>
        </p:nvSpPr>
        <p:spPr>
          <a:xfrm>
            <a:off x="554736" y="933538"/>
            <a:ext cx="5065776"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E9BE4D1E-183A-499B-BFC7-798294EB7AE9}"/>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056B72EC-3D4D-4ABE-A72D-880E3C7CA5D3}"/>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20820751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2"/>
            </p:custDataLst>
            <p:extLst>
              <p:ext uri="{D42A27DB-BD31-4B8C-83A1-F6EECF244321}">
                <p14:modId xmlns:p14="http://schemas.microsoft.com/office/powerpoint/2010/main" val="1344626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5511"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D668F04-7049-40BA-8D63-D8BBB6921318}"/>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4"/>
            </p:custDataLst>
          </p:nvPr>
        </p:nvSpPr>
        <p:spPr>
          <a:xfrm>
            <a:off x="554736" y="345611"/>
            <a:ext cx="6967728" cy="384721"/>
          </a:xfrm>
        </p:spPr>
        <p:txBody>
          <a:bodyPr vert="horz" anchor="ctr" anchorCtr="0"/>
          <a:lstStyle>
            <a:lvl1pPr rtl="0">
              <a:defRPr/>
            </a:lvl1pPr>
          </a:lstStyle>
          <a:p>
            <a:r>
              <a:rPr lang="en-US"/>
              <a:t>Click to edit Master title style</a:t>
            </a: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5"/>
            </p:custDataLst>
          </p:nvPr>
        </p:nvSpPr>
        <p:spPr bwMode="ltGray">
          <a:xfrm>
            <a:off x="7830312" y="0"/>
            <a:ext cx="4361688"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7"/>
            </p:custDataLst>
          </p:nvPr>
        </p:nvSpPr>
        <p:spPr>
          <a:xfrm>
            <a:off x="554736" y="933538"/>
            <a:ext cx="6967728" cy="246221"/>
          </a:xfrm>
          <a:prstGeom prst="rect">
            <a:avLst/>
          </a:prstGeom>
        </p:spPr>
        <p:txBody>
          <a:bodyPr wrap="square">
            <a:spAutoFit/>
          </a:bodyPr>
          <a:lstStyle>
            <a:lvl1pPr marL="0" indent="0" algn="l" rtl="0">
              <a:buNone/>
              <a:defRPr sz="1600" b="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8"/>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7C393009-0681-4A8F-A1E9-19E10A949DCD}"/>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486A84EA-A7DD-487F-B7A5-DE64EF4696B0}"/>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188732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2"/>
            </p:custDataLst>
            <p:extLst>
              <p:ext uri="{D42A27DB-BD31-4B8C-83A1-F6EECF244321}">
                <p14:modId xmlns:p14="http://schemas.microsoft.com/office/powerpoint/2010/main" val="1273248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6535" name="think-cell Slide" r:id="rId11" imgW="413" imgH="416" progId="TCLayout.ActiveDocument.1">
                  <p:embed/>
                </p:oleObj>
              </mc:Choice>
              <mc:Fallback>
                <p:oleObj name="think-cell Slide" r:id="rId11" imgW="413" imgH="416" progId="TCLayout.ActiveDocument.1">
                  <p:embed/>
                  <p:pic>
                    <p:nvPicPr>
                      <p:cNvPr id="3" name="Object 6"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1" hidden="1">
            <a:extLst>
              <a:ext uri="{FF2B5EF4-FFF2-40B4-BE49-F238E27FC236}">
                <a16:creationId xmlns:a16="http://schemas.microsoft.com/office/drawing/2014/main" id="{50854476-2923-4515-A585-4477FF861180}"/>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4"/>
            </p:custDataLst>
          </p:nvPr>
        </p:nvSpPr>
        <p:spPr bwMode="ltGray">
          <a:xfrm>
            <a:off x="8781416" y="0"/>
            <a:ext cx="3410584" cy="6858000"/>
          </a:xfrm>
          <a:prstGeom prst="rect">
            <a:avLst/>
          </a:prstGeom>
          <a:solidFill>
            <a:srgbClr val="FBE3DD"/>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6"/>
            </p:custDataLst>
          </p:nvPr>
        </p:nvSpPr>
        <p:spPr>
          <a:xfrm>
            <a:off x="554736" y="345611"/>
            <a:ext cx="7918704" cy="384721"/>
          </a:xfrm>
        </p:spPr>
        <p:txBody>
          <a:bodyPr vert="horz" anchor="ctr" anchorCtr="0"/>
          <a:lstStyle>
            <a:lvl1pPr rtl="0">
              <a:defRPr/>
            </a:lvl1pPr>
          </a:lstStyle>
          <a:p>
            <a:r>
              <a:rPr lang="en-US"/>
              <a:t>Click to edit Master title style</a:t>
            </a:r>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7"/>
            </p:custDataLst>
          </p:nvPr>
        </p:nvSpPr>
        <p:spPr>
          <a:xfrm>
            <a:off x="554736" y="933538"/>
            <a:ext cx="7918704" cy="246221"/>
          </a:xfrm>
          <a:prstGeom prst="rect">
            <a:avLst/>
          </a:prstGeom>
        </p:spPr>
        <p:txBody>
          <a:bodyPr wrap="square">
            <a:spAutoFit/>
          </a:bodyPr>
          <a:lstStyle>
            <a:lvl1pPr marL="0" indent="0" algn="l" rtl="0">
              <a:buNone/>
              <a:defRPr sz="1600" b="0" u="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DEC2F904-C5C8-4B39-9C46-6CA56144D86A}"/>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9600825C-A040-4E44-8953-825A82AD5430}"/>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29301177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648A5D5-75B9-4F02-A4CB-B3C65A9BF2CE}"/>
              </a:ext>
            </a:extLst>
          </p:cNvPr>
          <p:cNvGraphicFramePr>
            <a:graphicFrameLocks noChangeAspect="1"/>
          </p:cNvGraphicFramePr>
          <p:nvPr userDrawn="1">
            <p:custDataLst>
              <p:tags r:id="rId2"/>
            </p:custDataLst>
            <p:extLst>
              <p:ext uri="{D42A27DB-BD31-4B8C-83A1-F6EECF244321}">
                <p14:modId xmlns:p14="http://schemas.microsoft.com/office/powerpoint/2010/main" val="24921456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7559" name="think-cell Slide" r:id="rId9" imgW="592" imgH="591" progId="TCLayout.ActiveDocument.1">
                  <p:embed/>
                </p:oleObj>
              </mc:Choice>
              <mc:Fallback>
                <p:oleObj name="think-cell Slide" r:id="rId9" imgW="592" imgH="591" progId="TCLayout.ActiveDocument.1">
                  <p:embed/>
                  <p:pic>
                    <p:nvPicPr>
                      <p:cNvPr id="3" name="Object 2" hidden="1">
                        <a:extLst>
                          <a:ext uri="{FF2B5EF4-FFF2-40B4-BE49-F238E27FC236}">
                            <a16:creationId xmlns:a16="http://schemas.microsoft.com/office/drawing/2014/main" id="{C648A5D5-75B9-4F02-A4CB-B3C65A9BF2CE}"/>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58AAF75-30DC-408A-933A-149F2D14D18F}"/>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5"/>
            </p:custDataLst>
          </p:nvPr>
        </p:nvSpPr>
        <p:spPr>
          <a:xfrm>
            <a:off x="554736" y="556932"/>
            <a:ext cx="11082528" cy="384721"/>
          </a:xfrm>
        </p:spPr>
        <p:txBody>
          <a:bodyPr vert="horz">
            <a:spAutoFit/>
          </a:bodyPr>
          <a:lstStyle>
            <a:lvl1pPr rtl="0">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931AA88E-24E2-4493-A340-98EE8666A3B2}"/>
              </a:ext>
            </a:extLst>
          </p:cNvPr>
          <p:cNvSpPr>
            <a:spLocks noGrp="1"/>
          </p:cNvSpPr>
          <p:nvPr>
            <p:ph type="body" sz="quarter" idx="10" hasCustomPrompt="1"/>
            <p:custDataLst>
              <p:tags r:id="rId7"/>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14" name="Graphic 13">
            <a:extLst>
              <a:ext uri="{FF2B5EF4-FFF2-40B4-BE49-F238E27FC236}">
                <a16:creationId xmlns:a16="http://schemas.microsoft.com/office/drawing/2014/main" id="{ECCB5098-03C0-4738-925B-3B46081AE732}"/>
              </a:ext>
            </a:extLst>
          </p:cNvPr>
          <p:cNvPicPr>
            <a:picLocks noChangeAspect="1"/>
          </p:cNvPicPr>
          <p:nvPr userDrawn="1"/>
        </p:nvPicPr>
        <p:blipFill>
          <a:blip r:embed="rId11">
            <a:lum/>
            <a:extLst>
              <a:ext uri="{96DAC541-7B7A-43D3-8B79-37D633B846F1}">
                <asvg:svgBlip xmlns:asvg="http://schemas.microsoft.com/office/drawing/2016/SVG/main" r:embed="rId12"/>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5309003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220E9A7C-FB74-480B-8212-8CE5C1AF5D1B}"/>
              </a:ext>
            </a:extLst>
          </p:cNvPr>
          <p:cNvGraphicFramePr>
            <a:graphicFrameLocks noChangeAspect="1"/>
          </p:cNvGraphicFramePr>
          <p:nvPr userDrawn="1">
            <p:custDataLst>
              <p:tags r:id="rId2"/>
            </p:custDataLst>
            <p:extLst>
              <p:ext uri="{D42A27DB-BD31-4B8C-83A1-F6EECF244321}">
                <p14:modId xmlns:p14="http://schemas.microsoft.com/office/powerpoint/2010/main" val="26996402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8583" name="think-cell Slide" r:id="rId7" imgW="592" imgH="591" progId="TCLayout.ActiveDocument.1">
                  <p:embed/>
                </p:oleObj>
              </mc:Choice>
              <mc:Fallback>
                <p:oleObj name="think-cell Slide" r:id="rId7" imgW="592" imgH="591" progId="TCLayout.ActiveDocument.1">
                  <p:embed/>
                  <p:pic>
                    <p:nvPicPr>
                      <p:cNvPr id="2" name="Object 1" hidden="1">
                        <a:extLst>
                          <a:ext uri="{FF2B5EF4-FFF2-40B4-BE49-F238E27FC236}">
                            <a16:creationId xmlns:a16="http://schemas.microsoft.com/office/drawing/2014/main" id="{220E9A7C-FB74-480B-8212-8CE5C1AF5D1B}"/>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8" name="1. On-page tracker">
            <a:extLst>
              <a:ext uri="{FF2B5EF4-FFF2-40B4-BE49-F238E27FC236}">
                <a16:creationId xmlns:a16="http://schemas.microsoft.com/office/drawing/2014/main" id="{BD5E1493-E8EF-4031-B447-85DA0B418111}"/>
              </a:ext>
            </a:extLst>
          </p:cNvPr>
          <p:cNvSpPr>
            <a:spLocks noGrp="1"/>
          </p:cNvSpPr>
          <p:nvPr>
            <p:ph type="body" sz="quarter" idx="10" hasCustomPrompt="1"/>
            <p:custDataLst>
              <p:tags r:id="rId5"/>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cs typeface="+mn-cs"/>
              </a:defRPr>
            </a:lvl1pPr>
          </a:lstStyle>
          <a:p>
            <a:pPr lvl="0">
              <a:buNone/>
            </a:pPr>
            <a:r>
              <a:rPr lang="en-US"/>
              <a:t>Add tracker</a:t>
            </a:r>
          </a:p>
        </p:txBody>
      </p:sp>
      <p:pic>
        <p:nvPicPr>
          <p:cNvPr id="6" name="Graphic 5">
            <a:extLst>
              <a:ext uri="{FF2B5EF4-FFF2-40B4-BE49-F238E27FC236}">
                <a16:creationId xmlns:a16="http://schemas.microsoft.com/office/drawing/2014/main" id="{1C166C02-2E97-4226-9F01-88326758F090}"/>
              </a:ext>
            </a:extLst>
          </p:cNvPr>
          <p:cNvPicPr>
            <a:picLocks noChangeAspect="1"/>
          </p:cNvPicPr>
          <p:nvPr userDrawn="1"/>
        </p:nvPicPr>
        <p:blipFill>
          <a:blip r:embed="rId9">
            <a:lum/>
            <a:extLst>
              <a:ext uri="{96DAC541-7B7A-43D3-8B79-37D633B846F1}">
                <asvg:svgBlip xmlns:asvg="http://schemas.microsoft.com/office/drawing/2016/SVG/main" r:embed="rId10"/>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3879772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A954CCC1-5027-4384-BFF6-B54153C697A8}"/>
              </a:ext>
            </a:extLst>
          </p:cNvPr>
          <p:cNvGraphicFramePr>
            <a:graphicFrameLocks noChangeAspect="1"/>
          </p:cNvGraphicFramePr>
          <p:nvPr userDrawn="1">
            <p:custDataLst>
              <p:tags r:id="rId2"/>
            </p:custDataLst>
            <p:extLst>
              <p:ext uri="{D42A27DB-BD31-4B8C-83A1-F6EECF244321}">
                <p14:modId xmlns:p14="http://schemas.microsoft.com/office/powerpoint/2010/main" val="6689319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607" name="think-cell Slide" r:id="rId5" imgW="592" imgH="591" progId="TCLayout.ActiveDocument.1">
                  <p:embed/>
                </p:oleObj>
              </mc:Choice>
              <mc:Fallback>
                <p:oleObj name="think-cell Slide" r:id="rId5" imgW="592" imgH="591" progId="TCLayout.ActiveDocument.1">
                  <p:embed/>
                  <p:pic>
                    <p:nvPicPr>
                      <p:cNvPr id="2" name="Object 1" hidden="1">
                        <a:extLst>
                          <a:ext uri="{FF2B5EF4-FFF2-40B4-BE49-F238E27FC236}">
                            <a16:creationId xmlns:a16="http://schemas.microsoft.com/office/drawing/2014/main" id="{A954CCC1-5027-4384-BFF6-B54153C697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pic>
        <p:nvPicPr>
          <p:cNvPr id="5" name="Graphic 4">
            <a:extLst>
              <a:ext uri="{FF2B5EF4-FFF2-40B4-BE49-F238E27FC236}">
                <a16:creationId xmlns:a16="http://schemas.microsoft.com/office/drawing/2014/main" id="{7935E5F4-E0DF-44AB-A95E-11FD6DC06023}"/>
              </a:ext>
            </a:extLst>
          </p:cNvPr>
          <p:cNvPicPr>
            <a:picLocks noChangeAspect="1"/>
          </p:cNvPicPr>
          <p:nvPr userDrawn="1"/>
        </p:nvPicPr>
        <p:blipFill>
          <a:blip r:embed="rId7">
            <a:lum/>
            <a:extLst>
              <a:ext uri="{96DAC541-7B7A-43D3-8B79-37D633B846F1}">
                <asvg:svgBlip xmlns:asvg="http://schemas.microsoft.com/office/drawing/2016/SVG/main" r:embed="rId8"/>
              </a:ext>
            </a:extLst>
          </a:blip>
          <a:stretch>
            <a:fillRect/>
          </a:stretch>
        </p:blipFill>
        <p:spPr bwMode="ltGray">
          <a:xfrm>
            <a:off x="4113251" y="2993231"/>
            <a:ext cx="3965498" cy="871538"/>
          </a:xfrm>
          <a:prstGeom prst="rect">
            <a:avLst/>
          </a:prstGeom>
        </p:spPr>
      </p:pic>
    </p:spTree>
    <p:extLst>
      <p:ext uri="{BB962C8B-B14F-4D97-AF65-F5344CB8AC3E}">
        <p14:creationId xmlns:p14="http://schemas.microsoft.com/office/powerpoint/2010/main" val="14495533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2"/>
            </p:custDataLst>
            <p:extLst>
              <p:ext uri="{D42A27DB-BD31-4B8C-83A1-F6EECF244321}">
                <p14:modId xmlns:p14="http://schemas.microsoft.com/office/powerpoint/2010/main" val="144836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631"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4"/>
            </p:custDataLst>
          </p:nvPr>
        </p:nvSpPr>
        <p:spPr>
          <a:xfrm>
            <a:off x="554736" y="345611"/>
            <a:ext cx="11082528" cy="384721"/>
          </a:xfr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5"/>
            </p:custDataLst>
          </p:nvPr>
        </p:nvSpPr>
        <p:spPr>
          <a:xfrm>
            <a:off x="554736" y="933538"/>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7"/>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8"/>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spTree>
    <p:extLst>
      <p:ext uri="{BB962C8B-B14F-4D97-AF65-F5344CB8AC3E}">
        <p14:creationId xmlns:p14="http://schemas.microsoft.com/office/powerpoint/2010/main" val="21055563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F17EEF9-3DB9-4A02-BE2D-DE37DFD2B16E}"/>
              </a:ext>
            </a:extLst>
          </p:cNvPr>
          <p:cNvGraphicFramePr>
            <a:graphicFrameLocks noChangeAspect="1"/>
          </p:cNvGraphicFramePr>
          <p:nvPr userDrawn="1">
            <p:custDataLst>
              <p:tags r:id="rId2"/>
            </p:custDataLst>
            <p:extLst>
              <p:ext uri="{D42A27DB-BD31-4B8C-83A1-F6EECF244321}">
                <p14:modId xmlns:p14="http://schemas.microsoft.com/office/powerpoint/2010/main" val="37134734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655" name="think-cell Slide" r:id="rId11" imgW="592" imgH="591" progId="TCLayout.ActiveDocument.1">
                  <p:embed/>
                </p:oleObj>
              </mc:Choice>
              <mc:Fallback>
                <p:oleObj name="think-cell Slide" r:id="rId11" imgW="592" imgH="591" progId="TCLayout.ActiveDocument.1">
                  <p:embed/>
                  <p:pic>
                    <p:nvPicPr>
                      <p:cNvPr id="3" name="Object 2" hidden="1">
                        <a:extLst>
                          <a:ext uri="{FF2B5EF4-FFF2-40B4-BE49-F238E27FC236}">
                            <a16:creationId xmlns:a16="http://schemas.microsoft.com/office/drawing/2014/main" id="{CF17EEF9-3DB9-4A02-BE2D-DE37DFD2B16E}"/>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8F6D83EC-F243-46BA-8827-531E63D39DA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4"/>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2. Slide Title">
            <a:extLst>
              <a:ext uri="{FF2B5EF4-FFF2-40B4-BE49-F238E27FC236}">
                <a16:creationId xmlns:a16="http://schemas.microsoft.com/office/drawing/2014/main" id="{80B9914A-DB55-4BC1-945B-6BCB69651471}"/>
              </a:ext>
            </a:extLst>
          </p:cNvPr>
          <p:cNvSpPr>
            <a:spLocks noGrp="1"/>
          </p:cNvSpPr>
          <p:nvPr>
            <p:ph type="title"/>
            <p:custDataLst>
              <p:tags r:id="rId6"/>
            </p:custDataLst>
          </p:nvPr>
        </p:nvSpPr>
        <p:spPr>
          <a:xfrm>
            <a:off x="554736" y="345611"/>
            <a:ext cx="5065776" cy="384721"/>
          </a:xfrm>
        </p:spPr>
        <p:txBody>
          <a:bodyPr vert="horz" anchor="ctr" anchorCtr="0"/>
          <a:lstStyle>
            <a:lvl1pPr rtl="0">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DFAFB1F1-9351-4B71-8B28-70BD6B35E3B1}"/>
              </a:ext>
            </a:extLst>
          </p:cNvPr>
          <p:cNvSpPr>
            <a:spLocks noGrp="1"/>
          </p:cNvSpPr>
          <p:nvPr>
            <p:ph type="subTitle" idx="1"/>
            <p:custDataLst>
              <p:tags r:id="rId7"/>
            </p:custDataLst>
          </p:nvPr>
        </p:nvSpPr>
        <p:spPr>
          <a:xfrm>
            <a:off x="554736" y="933538"/>
            <a:ext cx="5065776" cy="246221"/>
          </a:xfrm>
          <a:prstGeom prst="rect">
            <a:avLst/>
          </a:prstGeom>
        </p:spPr>
        <p:txBody>
          <a:bodyPr wrap="square">
            <a:spAutoFit/>
          </a:bodyPr>
          <a:lstStyle>
            <a:lvl1pPr marL="0" indent="0" algn="l" rtl="0">
              <a:buNone/>
              <a:defRPr sz="1600" b="0"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A6404B0A-A2B8-4CC0-AACE-22B9A9D22DC4}"/>
              </a:ext>
            </a:extLst>
          </p:cNvPr>
          <p:cNvSpPr>
            <a:spLocks noGrp="1"/>
          </p:cNvSpPr>
          <p:nvPr>
            <p:ph type="body" sz="quarter" idx="10" hasCustomPrompt="1"/>
            <p:custDataLst>
              <p:tags r:id="rId9"/>
            </p:custDataLst>
          </p:nvPr>
        </p:nvSpPr>
        <p:spPr>
          <a:xfrm>
            <a:off x="554735" y="41597"/>
            <a:ext cx="3843338" cy="123111"/>
          </a:xfrm>
          <a:prstGeom prst="rect">
            <a:avLst/>
          </a:prstGeom>
          <a:ln w="6350">
            <a:noFill/>
            <a:miter lim="800000"/>
          </a:ln>
        </p:spPr>
        <p:txBody>
          <a:bodyPr vert="horz" wrap="square" lIns="0" tIns="0" rIns="0" bIns="0" rtlCol="0">
            <a:spAutoFit/>
          </a:bodyPr>
          <a:lstStyle>
            <a:lvl1pPr rtl="0">
              <a:defRPr lang="en-US" sz="800" b="0" dirty="0">
                <a:solidFill>
                  <a:schemeClr val="bg2"/>
                </a:solidFill>
                <a:cs typeface="+mn-cs"/>
              </a:defRPr>
            </a:lvl1pPr>
          </a:lstStyle>
          <a:p>
            <a:pPr lvl="0">
              <a:buNone/>
            </a:pPr>
            <a:r>
              <a:rPr lang="en-US"/>
              <a:t>Add tracker</a:t>
            </a:r>
          </a:p>
        </p:txBody>
      </p:sp>
      <p:pic>
        <p:nvPicPr>
          <p:cNvPr id="11" name="Graphic 10">
            <a:extLst>
              <a:ext uri="{FF2B5EF4-FFF2-40B4-BE49-F238E27FC236}">
                <a16:creationId xmlns:a16="http://schemas.microsoft.com/office/drawing/2014/main" id="{9EABFFC1-B9EA-4B31-906F-B6521A6C4EE1}"/>
              </a:ext>
            </a:extLst>
          </p:cNvPr>
          <p:cNvPicPr>
            <a:picLocks noChangeAspect="1"/>
          </p:cNvPicPr>
          <p:nvPr userDrawn="1"/>
        </p:nvPicPr>
        <p:blipFill>
          <a:blip r:embed="rId13">
            <a:lum bright="100000"/>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374290801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2"/>
            </p:custDataLst>
            <p:extLst>
              <p:ext uri="{D42A27DB-BD31-4B8C-83A1-F6EECF244321}">
                <p14:modId xmlns:p14="http://schemas.microsoft.com/office/powerpoint/2010/main" val="537326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2679"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05418DB-2F6D-4E1E-889F-DE7C7630E9DF}"/>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4"/>
            </p:custDataLst>
          </p:nvPr>
        </p:nvSpPr>
        <p:spPr bwMode="ltGray">
          <a:xfrm>
            <a:off x="0"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0" name="1. On-page tracker">
            <a:extLst>
              <a:ext uri="{FF2B5EF4-FFF2-40B4-BE49-F238E27FC236}">
                <a16:creationId xmlns:a16="http://schemas.microsoft.com/office/drawing/2014/main" id="{9768EECA-1A03-46B2-B9BB-3C455A3710A4}"/>
              </a:ext>
            </a:extLst>
          </p:cNvPr>
          <p:cNvSpPr>
            <a:spLocks noGrp="1"/>
          </p:cNvSpPr>
          <p:nvPr>
            <p:ph type="body" sz="quarter" idx="10" hasCustomPrompt="1"/>
            <p:custDataLst>
              <p:tags r:id="rId7"/>
            </p:custDataLst>
          </p:nvPr>
        </p:nvSpPr>
        <p:spPr>
          <a:xfrm>
            <a:off x="554735" y="41597"/>
            <a:ext cx="2514600" cy="123111"/>
          </a:xfrm>
          <a:prstGeom prst="rect">
            <a:avLst/>
          </a:prstGeom>
          <a:ln w="6350">
            <a:noFill/>
            <a:miter lim="800000"/>
          </a:ln>
        </p:spPr>
        <p:txBody>
          <a:bodyPr vert="horz" wrap="square" lIns="0" tIns="0" rIns="0" bIns="0" rtlCol="0">
            <a:noAutofit/>
          </a:bodyPr>
          <a:lstStyle>
            <a:lvl1pPr rtl="0">
              <a:defRPr lang="en-US" sz="800" b="0" dirty="0">
                <a:solidFill>
                  <a:schemeClr val="tx1"/>
                </a:solidFill>
                <a:cs typeface="+mn-cs"/>
              </a:defRPr>
            </a:lvl1pPr>
          </a:lstStyle>
          <a:p>
            <a:pPr lvl="0">
              <a:buNone/>
            </a:pPr>
            <a:r>
              <a:rPr lang="en-US"/>
              <a:t>Add tracker</a:t>
            </a:r>
          </a:p>
        </p:txBody>
      </p:sp>
      <p:sp>
        <p:nvSpPr>
          <p:cNvPr id="11" name="2. Slide Title">
            <a:extLst>
              <a:ext uri="{FF2B5EF4-FFF2-40B4-BE49-F238E27FC236}">
                <a16:creationId xmlns:a16="http://schemas.microsoft.com/office/drawing/2014/main" id="{201E918A-7ADD-4595-9E5C-36C3D305CA4A}"/>
              </a:ext>
            </a:extLst>
          </p:cNvPr>
          <p:cNvSpPr>
            <a:spLocks noGrp="1"/>
          </p:cNvSpPr>
          <p:nvPr>
            <p:ph type="title"/>
            <p:custDataLst>
              <p:tags r:id="rId8"/>
            </p:custDataLst>
          </p:nvPr>
        </p:nvSpPr>
        <p:spPr>
          <a:xfrm>
            <a:off x="554736" y="2744369"/>
            <a:ext cx="2514600" cy="769441"/>
          </a:xfrm>
        </p:spPr>
        <p:txBody>
          <a:bodyPr vert="horz" anchor="b">
            <a:noAutofit/>
          </a:bodyPr>
          <a:lstStyle>
            <a:lvl1pPr rtl="0">
              <a:defRPr>
                <a:solidFill>
                  <a:schemeClr val="tx1"/>
                </a:solidFill>
              </a:defRPr>
            </a:lvl1pPr>
          </a:lstStyle>
          <a:p>
            <a:r>
              <a:rPr lang="en-US"/>
              <a:t>Click to edit Master title</a:t>
            </a:r>
          </a:p>
        </p:txBody>
      </p:sp>
      <p:sp>
        <p:nvSpPr>
          <p:cNvPr id="12" name="3. Subtitle">
            <a:extLst>
              <a:ext uri="{FF2B5EF4-FFF2-40B4-BE49-F238E27FC236}">
                <a16:creationId xmlns:a16="http://schemas.microsoft.com/office/drawing/2014/main" id="{A0895B2F-2F72-4935-BC7F-BEA280D6C542}"/>
              </a:ext>
            </a:extLst>
          </p:cNvPr>
          <p:cNvSpPr>
            <a:spLocks noGrp="1"/>
          </p:cNvSpPr>
          <p:nvPr>
            <p:ph type="subTitle" idx="1"/>
            <p:custDataLst>
              <p:tags r:id="rId9"/>
            </p:custDataLst>
          </p:nvPr>
        </p:nvSpPr>
        <p:spPr>
          <a:xfrm>
            <a:off x="554736" y="3659644"/>
            <a:ext cx="2514600" cy="492443"/>
          </a:xfrm>
          <a:prstGeom prst="rect">
            <a:avLst/>
          </a:prstGeom>
        </p:spPr>
        <p:txBody>
          <a:bodyPr wrap="square">
            <a:spAutoFit/>
          </a:bodyPr>
          <a:lstStyle>
            <a:lvl1pPr marL="0" indent="0" algn="l" rtl="0">
              <a:buNone/>
              <a:defRPr sz="1600" b="0" baseline="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2ED065-559A-4FF2-B22A-E71850F2A7EC}"/>
              </a:ext>
            </a:extLst>
          </p:cNvPr>
          <p:cNvPicPr>
            <a:picLocks noChangeAspect="1"/>
          </p:cNvPicPr>
          <p:nvPr userDrawn="1"/>
        </p:nvPicPr>
        <p:blipFill>
          <a:blip r:embed="rId13">
            <a:lum/>
            <a:extLst>
              <a:ext uri="{96DAC541-7B7A-43D3-8B79-37D633B846F1}">
                <asvg:svgBlip xmlns:asvg="http://schemas.microsoft.com/office/drawing/2016/SVG/main" r:embed="rId14"/>
              </a:ext>
            </a:extLst>
          </a:blip>
          <a:stretch>
            <a:fillRect/>
          </a:stretch>
        </p:blipFill>
        <p:spPr bwMode="ltGray">
          <a:xfrm>
            <a:off x="10157063" y="6385178"/>
            <a:ext cx="1127390" cy="247778"/>
          </a:xfrm>
          <a:prstGeom prst="rect">
            <a:avLst/>
          </a:prstGeom>
        </p:spPr>
      </p:pic>
    </p:spTree>
    <p:extLst>
      <p:ext uri="{BB962C8B-B14F-4D97-AF65-F5344CB8AC3E}">
        <p14:creationId xmlns:p14="http://schemas.microsoft.com/office/powerpoint/2010/main" val="9240561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2"/>
            </p:custDataLst>
            <p:extLst>
              <p:ext uri="{D42A27DB-BD31-4B8C-83A1-F6EECF244321}">
                <p14:modId xmlns:p14="http://schemas.microsoft.com/office/powerpoint/2010/main" val="1448364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3703" name="think-cell Slide" r:id="rId10" imgW="413" imgH="416" progId="TCLayout.ActiveDocument.1">
                  <p:embed/>
                </p:oleObj>
              </mc:Choice>
              <mc:Fallback>
                <p:oleObj name="think-cell Slide" r:id="rId10"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ED3A330D-704F-4050-81F6-50A136E78604}"/>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3" name="2. Slide Title">
            <a:extLst>
              <a:ext uri="{FF2B5EF4-FFF2-40B4-BE49-F238E27FC236}">
                <a16:creationId xmlns:a16="http://schemas.microsoft.com/office/drawing/2014/main" id="{5C829ED6-90BF-4B02-AD53-C2B66EC5467C}"/>
              </a:ext>
            </a:extLst>
          </p:cNvPr>
          <p:cNvSpPr>
            <a:spLocks noGrp="1"/>
          </p:cNvSpPr>
          <p:nvPr>
            <p:ph type="title"/>
            <p:custDataLst>
              <p:tags r:id="rId4"/>
            </p:custDataLst>
          </p:nvPr>
        </p:nvSpPr>
        <p:spPr>
          <a:xfrm>
            <a:off x="554736" y="172212"/>
            <a:ext cx="11082528" cy="731520"/>
          </a:xfrm>
        </p:spPr>
        <p:txBody>
          <a:bodyPr vert="horz" wrap="square" lIns="0" tIns="0" rIns="0" bIns="0" rtlCol="0" anchor="ctr" anchorCtr="0">
            <a:noAutofit/>
          </a:bodyPr>
          <a:lstStyle>
            <a:lvl1pPr>
              <a:defRPr lang="en-US" dirty="0"/>
            </a:lvl1pPr>
          </a:lstStyle>
          <a:p>
            <a:pPr lvl="0"/>
            <a:r>
              <a:rPr lang="en-US"/>
              <a:t>Click to edit Master title style</a:t>
            </a:r>
          </a:p>
        </p:txBody>
      </p:sp>
      <p:sp>
        <p:nvSpPr>
          <p:cNvPr id="12" name="3. Subtitle">
            <a:extLst>
              <a:ext uri="{FF2B5EF4-FFF2-40B4-BE49-F238E27FC236}">
                <a16:creationId xmlns:a16="http://schemas.microsoft.com/office/drawing/2014/main" id="{0F8ABF34-9C24-45F4-B9AE-EDBE37FAC548}"/>
              </a:ext>
            </a:extLst>
          </p:cNvPr>
          <p:cNvSpPr>
            <a:spLocks noGrp="1"/>
          </p:cNvSpPr>
          <p:nvPr>
            <p:ph type="subTitle" idx="1"/>
            <p:custDataLst>
              <p:tags r:id="rId5"/>
            </p:custDataLst>
          </p:nvPr>
        </p:nvSpPr>
        <p:spPr>
          <a:xfrm>
            <a:off x="554736" y="1123777"/>
            <a:ext cx="11082528" cy="2462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b="0" baseline="0" dirty="0"/>
            </a:lvl1pPr>
          </a:lstStyle>
          <a:p>
            <a:pPr lvl="0">
              <a:buNone/>
            </a:pPr>
            <a:r>
              <a:rPr lang="en-US"/>
              <a:t>Click to edit Master subtitle style</a:t>
            </a: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6"/>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7"/>
            </p:custDataLst>
          </p:nvPr>
        </p:nvSpPr>
        <p:spPr>
          <a:xfrm>
            <a:off x="554735" y="6501669"/>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11" name="1. On-page tracker">
            <a:extLst>
              <a:ext uri="{FF2B5EF4-FFF2-40B4-BE49-F238E27FC236}">
                <a16:creationId xmlns:a16="http://schemas.microsoft.com/office/drawing/2014/main" id="{0364ABB4-AE33-4DE9-A20C-DBDBFEC0CA11}"/>
              </a:ext>
            </a:extLst>
          </p:cNvPr>
          <p:cNvSpPr>
            <a:spLocks noGrp="1"/>
          </p:cNvSpPr>
          <p:nvPr>
            <p:ph type="body" sz="quarter" idx="10" hasCustomPrompt="1"/>
            <p:custDataLst>
              <p:tags r:id="rId8"/>
            </p:custDataLst>
          </p:nvPr>
        </p:nvSpPr>
        <p:spPr>
          <a:xfrm>
            <a:off x="554735" y="41597"/>
            <a:ext cx="3843338" cy="123111"/>
          </a:xfrm>
          <a:prstGeom prst="rect">
            <a:avLst/>
          </a:prstGeom>
          <a:noFill/>
          <a:ln w="6350">
            <a:noFill/>
            <a:miter lim="800000"/>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a:defRPr lang="en-US" sz="800" b="0" dirty="0">
                <a:cs typeface="+mn-cs"/>
              </a:defRPr>
            </a:lvl1pPr>
          </a:lstStyle>
          <a:p>
            <a:pPr lvl="0">
              <a:buNone/>
            </a:pPr>
            <a:r>
              <a:rPr lang="en-US"/>
              <a:t>Add tracker</a:t>
            </a:r>
          </a:p>
        </p:txBody>
      </p:sp>
      <p:cxnSp>
        <p:nvCxnSpPr>
          <p:cNvPr id="10" name="Straight Connector 9">
            <a:extLst>
              <a:ext uri="{FF2B5EF4-FFF2-40B4-BE49-F238E27FC236}">
                <a16:creationId xmlns:a16="http://schemas.microsoft.com/office/drawing/2014/main" id="{627C3447-804A-4ADB-BA29-D1CD7BA98857}"/>
              </a:ext>
            </a:extLst>
          </p:cNvPr>
          <p:cNvCxnSpPr>
            <a:cxnSpLocks/>
          </p:cNvCxnSpPr>
          <p:nvPr userDrawn="1"/>
        </p:nvCxnSpPr>
        <p:spPr bwMode="ltGray">
          <a:xfrm>
            <a:off x="588604" y="1017327"/>
            <a:ext cx="3084394" cy="0"/>
          </a:xfrm>
          <a:prstGeom prst="line">
            <a:avLst/>
          </a:prstGeom>
          <a:ln w="165100"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01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tags" Target="../tags/tag16.xml"/><Relationship Id="rId39" Type="http://schemas.openxmlformats.org/officeDocument/2006/relationships/tags" Target="../tags/tag29.xml"/><Relationship Id="rId21" Type="http://schemas.openxmlformats.org/officeDocument/2006/relationships/slideLayout" Target="../slideLayouts/slideLayout36.xml"/><Relationship Id="rId34" Type="http://schemas.openxmlformats.org/officeDocument/2006/relationships/tags" Target="../tags/tag24.xml"/><Relationship Id="rId42" Type="http://schemas.openxmlformats.org/officeDocument/2006/relationships/tags" Target="../tags/tag32.xml"/><Relationship Id="rId47" Type="http://schemas.openxmlformats.org/officeDocument/2006/relationships/image" Target="../media/image4.svg"/><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tags" Target="../tags/tag19.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tags" Target="../tags/tag14.xml"/><Relationship Id="rId32" Type="http://schemas.openxmlformats.org/officeDocument/2006/relationships/tags" Target="../tags/tag22.xml"/><Relationship Id="rId37" Type="http://schemas.openxmlformats.org/officeDocument/2006/relationships/tags" Target="../tags/tag27.xml"/><Relationship Id="rId40" Type="http://schemas.openxmlformats.org/officeDocument/2006/relationships/tags" Target="../tags/tag30.xml"/><Relationship Id="rId45" Type="http://schemas.openxmlformats.org/officeDocument/2006/relationships/image" Target="../media/image1.emf"/><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vmlDrawing" Target="../drawings/vmlDrawing3.vml"/><Relationship Id="rId28" Type="http://schemas.openxmlformats.org/officeDocument/2006/relationships/tags" Target="../tags/tag18.xml"/><Relationship Id="rId36" Type="http://schemas.openxmlformats.org/officeDocument/2006/relationships/tags" Target="../tags/tag26.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tags" Target="../tags/tag21.xml"/><Relationship Id="rId44" Type="http://schemas.openxmlformats.org/officeDocument/2006/relationships/oleObject" Target="../embeddings/oleObject3.bin"/><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theme" Target="../theme/theme2.xml"/><Relationship Id="rId27" Type="http://schemas.openxmlformats.org/officeDocument/2006/relationships/tags" Target="../tags/tag17.xml"/><Relationship Id="rId30" Type="http://schemas.openxmlformats.org/officeDocument/2006/relationships/tags" Target="../tags/tag20.xml"/><Relationship Id="rId35" Type="http://schemas.openxmlformats.org/officeDocument/2006/relationships/tags" Target="../tags/tag25.xml"/><Relationship Id="rId43" Type="http://schemas.openxmlformats.org/officeDocument/2006/relationships/tags" Target="../tags/tag33.xml"/><Relationship Id="rId8" Type="http://schemas.openxmlformats.org/officeDocument/2006/relationships/slideLayout" Target="../slideLayouts/slideLayout23.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tags" Target="../tags/tag15.xml"/><Relationship Id="rId33" Type="http://schemas.openxmlformats.org/officeDocument/2006/relationships/tags" Target="../tags/tag23.xml"/><Relationship Id="rId38" Type="http://schemas.openxmlformats.org/officeDocument/2006/relationships/tags" Target="../tags/tag28.xml"/><Relationship Id="rId46" Type="http://schemas.openxmlformats.org/officeDocument/2006/relationships/image" Target="../media/image3.png"/><Relationship Id="rId20" Type="http://schemas.openxmlformats.org/officeDocument/2006/relationships/slideLayout" Target="../slideLayouts/slideLayout35.xml"/><Relationship Id="rId41" Type="http://schemas.openxmlformats.org/officeDocument/2006/relationships/tags" Target="../tags/tag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06102"/>
            <a:ext cx="10515600" cy="76130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967409"/>
            <a:ext cx="10515600" cy="52095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A66DFC8-27C6-4D33-AC17-4831216A6D2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4/8/2026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/25</a:t>
            </a:r>
          </a:p>
        </p:txBody>
      </p:sp>
      <p:graphicFrame>
        <p:nvGraphicFramePr>
          <p:cNvPr id="7" name="Table 6"/>
          <p:cNvGraphicFramePr>
            <a:graphicFrameLocks noGrp="1"/>
          </p:cNvGraphicFramePr>
          <p:nvPr userDrawn="1"/>
        </p:nvGraphicFramePr>
        <p:xfrm>
          <a:off x="-1524000" y="1371601"/>
          <a:ext cx="1057276" cy="5356658"/>
        </p:xfrm>
        <a:graphic>
          <a:graphicData uri="http://schemas.openxmlformats.org/drawingml/2006/table">
            <a:tbl>
              <a:tblPr firstRow="1" bandRow="1">
                <a:tableStyleId>{D7AC3CCA-C797-4891-BE02-D94E43425B78}</a:tableStyleId>
              </a:tblPr>
              <a:tblGrid>
                <a:gridCol w="653589">
                  <a:extLst>
                    <a:ext uri="{9D8B030D-6E8A-4147-A177-3AD203B41FA5}">
                      <a16:colId xmlns:a16="http://schemas.microsoft.com/office/drawing/2014/main" val="20000"/>
                    </a:ext>
                  </a:extLst>
                </a:gridCol>
                <a:gridCol w="403687">
                  <a:extLst>
                    <a:ext uri="{9D8B030D-6E8A-4147-A177-3AD203B41FA5}">
                      <a16:colId xmlns:a16="http://schemas.microsoft.com/office/drawing/2014/main" val="20001"/>
                    </a:ext>
                  </a:extLst>
                </a:gridCol>
              </a:tblGrid>
              <a:tr h="269815">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AU" sz="800" b="1">
                          <a:solidFill>
                            <a:schemeClr val="tx1"/>
                          </a:solidFill>
                        </a:rPr>
                        <a:t>This is only</a:t>
                      </a:r>
                      <a:r>
                        <a:rPr lang="en-AU" sz="800" b="1" baseline="0">
                          <a:solidFill>
                            <a:schemeClr val="tx1"/>
                          </a:solidFill>
                        </a:rPr>
                        <a:t> an aid. It will not print</a:t>
                      </a:r>
                      <a:endParaRPr lang="en-AU" sz="800" b="1">
                        <a:solidFill>
                          <a:schemeClr val="tx1"/>
                        </a:solidFill>
                      </a:endParaRPr>
                    </a:p>
                  </a:txBody>
                  <a:tcPr marL="33344" marR="33344" marT="32652" marB="32652" anchor="b">
                    <a:lnL w="12700" cmpd="sng">
                      <a:noFill/>
                    </a:lnL>
                    <a:lnR w="12700" cmpd="sng">
                      <a:noFill/>
                    </a:lnR>
                    <a:lnT w="19050" cap="flat" cmpd="sng" algn="ctr">
                      <a:no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a:solidFill>
                          <a:schemeClr val="tx2"/>
                        </a:solidFill>
                      </a:endParaRPr>
                    </a:p>
                  </a:txBody>
                  <a:tcPr marL="33344" marR="33344" marT="32652" marB="32652">
                    <a:lnL w="12700" cmpd="sng">
                      <a:noFill/>
                    </a:lnL>
                    <a:lnR w="12700" cmpd="sng">
                      <a:noFill/>
                    </a:lnR>
                    <a:lnT w="190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9593">
                <a:tc>
                  <a:txBody>
                    <a:bodyPr/>
                    <a:lstStyle/>
                    <a:p>
                      <a:r>
                        <a:rPr lang="en-AU" sz="700" b="1">
                          <a:solidFill>
                            <a:schemeClr val="tx2"/>
                          </a:solidFill>
                        </a:rPr>
                        <a:t>Dark Orange</a:t>
                      </a:r>
                    </a:p>
                    <a:p>
                      <a:r>
                        <a:rPr lang="en-AU" sz="700" b="0">
                          <a:solidFill>
                            <a:schemeClr val="tx2"/>
                          </a:solidFill>
                        </a:rPr>
                        <a:t>R     230</a:t>
                      </a:r>
                    </a:p>
                    <a:p>
                      <a:r>
                        <a:rPr lang="en-AU" sz="700" b="0">
                          <a:solidFill>
                            <a:schemeClr val="tx2"/>
                          </a:solidFill>
                        </a:rPr>
                        <a:t>G     112</a:t>
                      </a:r>
                    </a:p>
                    <a:p>
                      <a:r>
                        <a:rPr lang="en-AU" sz="700" b="0">
                          <a:solidFill>
                            <a:schemeClr val="tx2"/>
                          </a:solidFill>
                        </a:rPr>
                        <a:t>B</a:t>
                      </a:r>
                      <a:r>
                        <a:rPr lang="en-AU" sz="700" b="0" baseline="0">
                          <a:solidFill>
                            <a:schemeClr val="tx2"/>
                          </a:solidFill>
                        </a:rPr>
                        <a:t>     21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rgbClr val="E67015"/>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67015"/>
                    </a:solidFill>
                  </a:tcPr>
                </a:tc>
                <a:extLst>
                  <a:ext uri="{0D108BD9-81ED-4DB2-BD59-A6C34878D82A}">
                    <a16:rowId xmlns:a16="http://schemas.microsoft.com/office/drawing/2014/main" val="10001"/>
                  </a:ext>
                </a:extLst>
              </a:tr>
              <a:tr h="559593">
                <a:tc>
                  <a:txBody>
                    <a:bodyPr/>
                    <a:lstStyle/>
                    <a:p>
                      <a:r>
                        <a:rPr lang="en-AU" sz="700" b="1">
                          <a:solidFill>
                            <a:schemeClr val="tx2"/>
                          </a:solidFill>
                        </a:rPr>
                        <a:t>Mid Orange</a:t>
                      </a:r>
                    </a:p>
                    <a:p>
                      <a:r>
                        <a:rPr lang="en-AU" sz="700" b="0">
                          <a:solidFill>
                            <a:schemeClr val="tx2"/>
                          </a:solidFill>
                        </a:rPr>
                        <a:t>R     235</a:t>
                      </a:r>
                    </a:p>
                    <a:p>
                      <a:r>
                        <a:rPr lang="en-AU" sz="700" b="0">
                          <a:solidFill>
                            <a:schemeClr val="tx2"/>
                          </a:solidFill>
                        </a:rPr>
                        <a:t>G     137</a:t>
                      </a:r>
                    </a:p>
                    <a:p>
                      <a:r>
                        <a:rPr lang="en-AU" sz="700" b="0">
                          <a:solidFill>
                            <a:schemeClr val="tx2"/>
                          </a:solidFill>
                        </a:rPr>
                        <a:t>B</a:t>
                      </a:r>
                      <a:r>
                        <a:rPr lang="en-AU" sz="700" b="0" baseline="0">
                          <a:solidFill>
                            <a:schemeClr val="tx2"/>
                          </a:solidFill>
                        </a:rPr>
                        <a:t>     27</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B891B"/>
                    </a:solidFill>
                  </a:tcPr>
                </a:tc>
                <a:extLst>
                  <a:ext uri="{0D108BD9-81ED-4DB2-BD59-A6C34878D82A}">
                    <a16:rowId xmlns:a16="http://schemas.microsoft.com/office/drawing/2014/main" val="10002"/>
                  </a:ext>
                </a:extLst>
              </a:tr>
              <a:tr h="570770">
                <a:tc>
                  <a:txBody>
                    <a:bodyPr/>
                    <a:lstStyle/>
                    <a:p>
                      <a:r>
                        <a:rPr lang="en-AU" sz="700" b="1">
                          <a:solidFill>
                            <a:schemeClr val="tx2"/>
                          </a:solidFill>
                        </a:rPr>
                        <a:t>Light</a:t>
                      </a:r>
                      <a:r>
                        <a:rPr lang="en-AU" sz="700" b="1" baseline="0">
                          <a:solidFill>
                            <a:schemeClr val="tx2"/>
                          </a:solidFill>
                        </a:rPr>
                        <a:t> </a:t>
                      </a:r>
                      <a:r>
                        <a:rPr lang="en-AU" sz="700" b="1">
                          <a:solidFill>
                            <a:schemeClr val="tx2"/>
                          </a:solidFill>
                        </a:rPr>
                        <a:t>Orange</a:t>
                      </a:r>
                    </a:p>
                    <a:p>
                      <a:r>
                        <a:rPr lang="en-AU" sz="700" b="0">
                          <a:solidFill>
                            <a:schemeClr val="tx2"/>
                          </a:solidFill>
                        </a:rPr>
                        <a:t>R     243</a:t>
                      </a:r>
                    </a:p>
                    <a:p>
                      <a:pPr marL="268288" indent="-268288"/>
                      <a:r>
                        <a:rPr lang="en-AU" sz="700" b="0">
                          <a:solidFill>
                            <a:schemeClr val="tx2"/>
                          </a:solidFill>
                        </a:rPr>
                        <a:t>G     174</a:t>
                      </a:r>
                    </a:p>
                    <a:p>
                      <a:r>
                        <a:rPr lang="en-AU" sz="700" b="0">
                          <a:solidFill>
                            <a:schemeClr val="tx2"/>
                          </a:solidFill>
                        </a:rPr>
                        <a:t>B</a:t>
                      </a:r>
                      <a:r>
                        <a:rPr lang="en-AU" sz="700" b="0" baseline="0">
                          <a:solidFill>
                            <a:schemeClr val="tx2"/>
                          </a:solidFill>
                        </a:rPr>
                        <a:t>     0</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3AE00"/>
                    </a:solidFill>
                  </a:tcPr>
                </a:tc>
                <a:extLst>
                  <a:ext uri="{0D108BD9-81ED-4DB2-BD59-A6C34878D82A}">
                    <a16:rowId xmlns:a16="http://schemas.microsoft.com/office/drawing/2014/main" val="10003"/>
                  </a:ext>
                </a:extLst>
              </a:tr>
              <a:tr h="559593">
                <a:tc>
                  <a:txBody>
                    <a:bodyPr/>
                    <a:lstStyle/>
                    <a:p>
                      <a:r>
                        <a:rPr lang="en-AU" sz="700" b="1">
                          <a:solidFill>
                            <a:schemeClr val="tx2"/>
                          </a:solidFill>
                        </a:rPr>
                        <a:t>Black</a:t>
                      </a:r>
                    </a:p>
                    <a:p>
                      <a:r>
                        <a:rPr lang="en-AU" sz="700" b="0">
                          <a:solidFill>
                            <a:schemeClr val="tx2"/>
                          </a:solidFill>
                        </a:rPr>
                        <a:t>R</a:t>
                      </a:r>
                      <a:r>
                        <a:rPr lang="en-AU" sz="700" b="0" baseline="0">
                          <a:solidFill>
                            <a:schemeClr val="tx2"/>
                          </a:solidFill>
                        </a:rPr>
                        <a:t>     0</a:t>
                      </a:r>
                      <a:endParaRPr lang="en-AU" sz="700" b="0">
                        <a:solidFill>
                          <a:schemeClr val="tx2"/>
                        </a:solidFill>
                      </a:endParaRPr>
                    </a:p>
                    <a:p>
                      <a:r>
                        <a:rPr lang="en-AU" sz="700" b="0">
                          <a:solidFill>
                            <a:schemeClr val="tx2"/>
                          </a:solidFill>
                        </a:rPr>
                        <a:t>G     0</a:t>
                      </a:r>
                    </a:p>
                    <a:p>
                      <a:r>
                        <a:rPr lang="en-AU" sz="700" b="0">
                          <a:solidFill>
                            <a:schemeClr val="tx2"/>
                          </a:solidFill>
                        </a:rPr>
                        <a:t>B</a:t>
                      </a:r>
                      <a:r>
                        <a:rPr lang="en-AU" sz="700" b="0" baseline="0">
                          <a:solidFill>
                            <a:schemeClr val="tx2"/>
                          </a:solidFill>
                        </a:rPr>
                        <a:t>     0</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4"/>
                  </a:ext>
                </a:extLst>
              </a:tr>
              <a:tr h="559593">
                <a:tc>
                  <a:txBody>
                    <a:bodyPr/>
                    <a:lstStyle/>
                    <a:p>
                      <a:r>
                        <a:rPr lang="en-AU" sz="700" b="1">
                          <a:solidFill>
                            <a:schemeClr val="tx2"/>
                          </a:solidFill>
                        </a:rPr>
                        <a:t>Grey</a:t>
                      </a:r>
                    </a:p>
                    <a:p>
                      <a:r>
                        <a:rPr lang="en-AU" sz="700" b="0">
                          <a:solidFill>
                            <a:schemeClr val="tx2"/>
                          </a:solidFill>
                        </a:rPr>
                        <a:t>R     166</a:t>
                      </a:r>
                    </a:p>
                    <a:p>
                      <a:r>
                        <a:rPr lang="en-AU" sz="700" b="0">
                          <a:solidFill>
                            <a:schemeClr val="tx2"/>
                          </a:solidFill>
                        </a:rPr>
                        <a:t>G     166</a:t>
                      </a:r>
                    </a:p>
                    <a:p>
                      <a:r>
                        <a:rPr lang="en-AU" sz="700" b="0">
                          <a:solidFill>
                            <a:schemeClr val="tx2"/>
                          </a:solidFill>
                        </a:rPr>
                        <a:t>B</a:t>
                      </a:r>
                      <a:r>
                        <a:rPr lang="en-AU" sz="700" b="0" baseline="0">
                          <a:solidFill>
                            <a:schemeClr val="tx2"/>
                          </a:solidFill>
                        </a:rPr>
                        <a:t>     166</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A6A6A6"/>
                    </a:solidFill>
                  </a:tcPr>
                </a:tc>
                <a:extLst>
                  <a:ext uri="{0D108BD9-81ED-4DB2-BD59-A6C34878D82A}">
                    <a16:rowId xmlns:a16="http://schemas.microsoft.com/office/drawing/2014/main" val="10005"/>
                  </a:ext>
                </a:extLst>
              </a:tr>
              <a:tr h="559593">
                <a:tc>
                  <a:txBody>
                    <a:bodyPr/>
                    <a:lstStyle/>
                    <a:p>
                      <a:r>
                        <a:rPr lang="en-AU" sz="700" b="1">
                          <a:solidFill>
                            <a:schemeClr val="tx2"/>
                          </a:solidFill>
                        </a:rPr>
                        <a:t>Mid Grey</a:t>
                      </a:r>
                    </a:p>
                    <a:p>
                      <a:r>
                        <a:rPr lang="en-AU" sz="700" b="0">
                          <a:solidFill>
                            <a:schemeClr val="tx2"/>
                          </a:solidFill>
                        </a:rPr>
                        <a:t>R     191</a:t>
                      </a:r>
                    </a:p>
                    <a:p>
                      <a:r>
                        <a:rPr lang="en-AU" sz="700" b="0">
                          <a:solidFill>
                            <a:schemeClr val="tx2"/>
                          </a:solidFill>
                        </a:rPr>
                        <a:t>G     191</a:t>
                      </a:r>
                    </a:p>
                    <a:p>
                      <a:r>
                        <a:rPr lang="en-AU" sz="700" b="0">
                          <a:solidFill>
                            <a:schemeClr val="tx2"/>
                          </a:solidFill>
                        </a:rPr>
                        <a:t>B</a:t>
                      </a:r>
                      <a:r>
                        <a:rPr lang="en-AU" sz="700" b="0" baseline="0">
                          <a:solidFill>
                            <a:schemeClr val="tx2"/>
                          </a:solidFill>
                        </a:rPr>
                        <a:t>     191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BFBFBF"/>
                    </a:solidFill>
                  </a:tcPr>
                </a:tc>
                <a:extLst>
                  <a:ext uri="{0D108BD9-81ED-4DB2-BD59-A6C34878D82A}">
                    <a16:rowId xmlns:a16="http://schemas.microsoft.com/office/drawing/2014/main" val="10006"/>
                  </a:ext>
                </a:extLst>
              </a:tr>
              <a:tr h="559593">
                <a:tc>
                  <a:txBody>
                    <a:bodyPr/>
                    <a:lstStyle/>
                    <a:p>
                      <a:r>
                        <a:rPr lang="en-AU" sz="700" b="1">
                          <a:solidFill>
                            <a:schemeClr val="tx2"/>
                          </a:solidFill>
                        </a:rPr>
                        <a:t>Blue</a:t>
                      </a:r>
                    </a:p>
                    <a:p>
                      <a:r>
                        <a:rPr lang="en-AU" sz="700" b="0">
                          <a:solidFill>
                            <a:schemeClr val="tx2"/>
                          </a:solidFill>
                        </a:rPr>
                        <a:t>R     0</a:t>
                      </a:r>
                    </a:p>
                    <a:p>
                      <a:r>
                        <a:rPr lang="en-AU" sz="700" b="0">
                          <a:solidFill>
                            <a:schemeClr val="tx2"/>
                          </a:solidFill>
                        </a:rPr>
                        <a:t>G     81</a:t>
                      </a:r>
                    </a:p>
                    <a:p>
                      <a:r>
                        <a:rPr lang="en-AU" sz="700" b="0">
                          <a:solidFill>
                            <a:schemeClr val="tx2"/>
                          </a:solidFill>
                        </a:rPr>
                        <a:t>B</a:t>
                      </a:r>
                      <a:r>
                        <a:rPr lang="en-AU" sz="700" b="0" baseline="0">
                          <a:solidFill>
                            <a:schemeClr val="tx2"/>
                          </a:solidFill>
                        </a:rPr>
                        <a:t>     151</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5197"/>
                    </a:solidFill>
                  </a:tcPr>
                </a:tc>
                <a:extLst>
                  <a:ext uri="{0D108BD9-81ED-4DB2-BD59-A6C34878D82A}">
                    <a16:rowId xmlns:a16="http://schemas.microsoft.com/office/drawing/2014/main" val="10007"/>
                  </a:ext>
                </a:extLst>
              </a:tr>
              <a:tr h="559593">
                <a:tc>
                  <a:txBody>
                    <a:bodyPr/>
                    <a:lstStyle/>
                    <a:p>
                      <a:r>
                        <a:rPr lang="en-AU" sz="700" b="1">
                          <a:solidFill>
                            <a:schemeClr val="tx2"/>
                          </a:solidFill>
                        </a:rPr>
                        <a:t>Sky</a:t>
                      </a:r>
                      <a:r>
                        <a:rPr lang="en-AU" sz="700" b="1" baseline="0">
                          <a:solidFill>
                            <a:schemeClr val="tx2"/>
                          </a:solidFill>
                        </a:rPr>
                        <a:t> Blue</a:t>
                      </a:r>
                      <a:endParaRPr lang="en-AU" sz="700" b="1">
                        <a:solidFill>
                          <a:schemeClr val="tx2"/>
                        </a:solidFill>
                      </a:endParaRPr>
                    </a:p>
                    <a:p>
                      <a:r>
                        <a:rPr lang="en-AU" sz="700" b="0">
                          <a:solidFill>
                            <a:schemeClr val="tx2"/>
                          </a:solidFill>
                        </a:rPr>
                        <a:t>R     0</a:t>
                      </a:r>
                    </a:p>
                    <a:p>
                      <a:r>
                        <a:rPr lang="en-AU" sz="700" b="0">
                          <a:solidFill>
                            <a:schemeClr val="tx2"/>
                          </a:solidFill>
                        </a:rPr>
                        <a:t>G     174</a:t>
                      </a:r>
                    </a:p>
                    <a:p>
                      <a:r>
                        <a:rPr lang="en-AU" sz="700" b="0">
                          <a:solidFill>
                            <a:schemeClr val="tx2"/>
                          </a:solidFill>
                        </a:rPr>
                        <a:t>B</a:t>
                      </a:r>
                      <a:r>
                        <a:rPr lang="en-AU" sz="700" b="0" baseline="0">
                          <a:solidFill>
                            <a:schemeClr val="tx2"/>
                          </a:solidFill>
                        </a:rPr>
                        <a:t>     239</a:t>
                      </a: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AEEF"/>
                    </a:solidFill>
                  </a:tcPr>
                </a:tc>
                <a:extLst>
                  <a:ext uri="{0D108BD9-81ED-4DB2-BD59-A6C34878D82A}">
                    <a16:rowId xmlns:a16="http://schemas.microsoft.com/office/drawing/2014/main" val="10008"/>
                  </a:ext>
                </a:extLst>
              </a:tr>
              <a:tr h="559593">
                <a:tc gridSpan="2">
                  <a:txBody>
                    <a:bodyPr/>
                    <a:lstStyle/>
                    <a:p>
                      <a:pPr algn="ctr"/>
                      <a:endParaRPr lang="en-AU" sz="700" b="0">
                        <a:solidFill>
                          <a:schemeClr val="tx2"/>
                        </a:solidFill>
                      </a:endParaRPr>
                    </a:p>
                  </a:txBody>
                  <a:tcPr marL="33344" marR="33344" marT="32652" marB="32652">
                    <a:lnL w="12700" cmpd="sng">
                      <a:noFill/>
                    </a:lnL>
                    <a:lnR w="12700" cmpd="sng">
                      <a:noFill/>
                    </a:lnR>
                    <a:lnT w="3175" cap="flat" cmpd="sng" algn="ctr">
                      <a:solidFill>
                        <a:schemeClr val="bg1">
                          <a:lumMod val="50000"/>
                        </a:schemeClr>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AU" sz="700" b="0">
                        <a:solidFill>
                          <a:schemeClr val="tx2"/>
                        </a:solidFill>
                      </a:endParaRPr>
                    </a:p>
                  </a:txBody>
                  <a:tcPr marL="33344" marR="33344" marT="32652" marB="32652">
                    <a:lnL w="12700" cmpd="sng">
                      <a:noFill/>
                    </a:lnL>
                    <a:lnR w="12700" cmpd="sng">
                      <a:noFill/>
                    </a:lnR>
                    <a:lnT w="63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42596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97"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24"/>
            </p:custDataLst>
            <p:extLst>
              <p:ext uri="{D42A27DB-BD31-4B8C-83A1-F6EECF244321}">
                <p14:modId xmlns:p14="http://schemas.microsoft.com/office/powerpoint/2010/main" val="30107598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199" name="think-cell Slide" r:id="rId44" imgW="413" imgH="416" progId="TCLayout.ActiveDocument.1">
                  <p:embed/>
                </p:oleObj>
              </mc:Choice>
              <mc:Fallback>
                <p:oleObj name="think-cell Slide" r:id="rId44"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6"/>
            </p:custDataLst>
          </p:nvPr>
        </p:nvSpPr>
        <p:spPr>
          <a:xfrm>
            <a:off x="553972" y="6278400"/>
            <a:ext cx="7278624" cy="123111"/>
          </a:xfrm>
          <a:prstGeom prst="rect">
            <a:avLst/>
          </a:prstGeom>
          <a:noFill/>
          <a:ln/>
          <a:extLst>
            <a:ext uri="{909E8E84-426E-40DD-AFC4-6F175D3DCCD1}">
              <a14:hiddenFill xmlns:a14="http://schemas.microsoft.com/office/drawing/2010/main">
                <a:solidFill>
                  <a:srgbClr val="FFFFFF"/>
                </a:solidFill>
              </a14:hiddenFill>
            </a:ext>
          </a:extLst>
        </p:spPr>
        <p:txBody>
          <a:bodyPr wrap="square" lIns="0" tIns="0" rIns="0" bIns="0" rtlCol="0" anchor="b" anchorCtr="0">
            <a:sp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7"/>
            </p:custDataLst>
          </p:nvPr>
        </p:nvSpPr>
        <p:spPr>
          <a:xfrm>
            <a:off x="554736" y="345611"/>
            <a:ext cx="11082528" cy="38472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p>
            <a:pPr lvl="0"/>
            <a:r>
              <a:rPr lang="en-US"/>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23" b="0" i="0" u="none" strike="noStrike" kern="1200" cap="none" spc="0" normalizeH="0" baseline="0" noProof="0">
                <a:ln>
                  <a:noFill/>
                </a:ln>
                <a:solidFill>
                  <a:srgbClr val="000000"/>
                </a:solidFill>
                <a:effectLst/>
                <a:uLnTx/>
                <a:uFillTx/>
                <a:latin typeface="Arial"/>
                <a:ea typeface="+mn-ea"/>
                <a:cs typeface="+mn-cs"/>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450444" cy="123111"/>
          </a:xfrm>
          <a:prstGeom prst="rect">
            <a:avLst/>
          </a:prstGeom>
          <a:noFill/>
          <a:ln w="6350">
            <a:noFill/>
            <a:miter lim="800000"/>
          </a:ln>
        </p:spPr>
        <p:txBody>
          <a:bodyPr vert="horz" wrap="none" lIns="0" tIns="0" rIns="0" bIns="0" rtlCol="0">
            <a:spAutoFit/>
          </a:bodyPr>
          <a:lstStyle>
            <a:defPPr>
              <a:defRPr lang="en-US"/>
            </a:defPPr>
            <a:lvl1pPr lvl="0">
              <a:spcBef>
                <a:spcPts val="300"/>
              </a:spcBef>
              <a:spcAft>
                <a:spcPts val="300"/>
              </a:spcAft>
              <a:buNone/>
              <a:defRPr sz="800" b="1" cap="all" baseline="0"/>
            </a:lvl1p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all" spc="0" normalizeH="0" baseline="0" noProof="0">
                <a:ln>
                  <a:noFill/>
                </a:ln>
                <a:solidFill>
                  <a:srgbClr val="000000"/>
                </a:solidFill>
                <a:effectLst/>
                <a:uLnTx/>
                <a:uFillTx/>
                <a:latin typeface="Arial"/>
                <a:ea typeface="+mn-ea"/>
                <a:cs typeface="+mn-cs"/>
              </a:rPr>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8"/>
            </p:custDataLst>
          </p:nvPr>
        </p:nvSpPr>
        <p:spPr>
          <a:xfrm>
            <a:off x="5987738" y="2170800"/>
            <a:ext cx="3049253" cy="56938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Above Chart Exhibit Title</a:t>
            </a:r>
          </a:p>
          <a:p>
            <a:pPr marL="0" marR="0" lvl="0" indent="0" algn="l" defTabSz="914400" rtl="0" eaLnBrk="1" fontAlgn="auto" latinLnBrk="0" hangingPunct="1">
              <a:lnSpc>
                <a:spcPct val="100000"/>
              </a:lnSpc>
              <a:spcBef>
                <a:spcPts val="0"/>
              </a:spcBef>
              <a:spcAft>
                <a:spcPts val="600"/>
              </a:spcAft>
              <a:buClrTx/>
              <a:buSzTx/>
              <a:buFont typeface="Segoe UI" panose="020B0502040204020203" pitchFamily="34" charset="0"/>
              <a:buChar char="​"/>
              <a:tabLst/>
              <a:defRPr/>
            </a:pPr>
            <a:r>
              <a:rPr kumimoji="0" lang="en-US" sz="16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flipH="1">
            <a:off x="551524" y="2483241"/>
            <a:ext cx="2743200" cy="1384995"/>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9" name="Graphic 148">
            <a:extLst>
              <a:ext uri="{FF2B5EF4-FFF2-40B4-BE49-F238E27FC236}">
                <a16:creationId xmlns:a16="http://schemas.microsoft.com/office/drawing/2014/main" id="{DA13EA10-1EB8-4F91-8B20-D921FB21BC3F}"/>
              </a:ext>
            </a:extLst>
          </p:cNvPr>
          <p:cNvPicPr>
            <a:picLocks noChangeAspect="1"/>
          </p:cNvPicPr>
          <p:nvPr userDrawn="1"/>
        </p:nvPicPr>
        <p:blipFill>
          <a:blip r:embed="rId46">
            <a:lum/>
            <a:extLst>
              <a:ext uri="{96DAC541-7B7A-43D3-8B79-37D633B846F1}">
                <asvg:svgBlip xmlns:asvg="http://schemas.microsoft.com/office/drawing/2016/SVG/main" r:embed="rId47"/>
              </a:ext>
            </a:extLst>
          </a:blip>
          <a:stretch>
            <a:fillRect/>
          </a:stretch>
        </p:blipFill>
        <p:spPr bwMode="ltGray">
          <a:xfrm>
            <a:off x="10157063" y="6385178"/>
            <a:ext cx="1127390" cy="247778"/>
          </a:xfrm>
          <a:prstGeom prst="rect">
            <a:avLst/>
          </a:prstGeom>
        </p:spPr>
      </p:pic>
      <p:grpSp>
        <p:nvGrpSpPr>
          <p:cNvPr id="148" name="LegendLines" hidden="1">
            <a:extLst>
              <a:ext uri="{FF2B5EF4-FFF2-40B4-BE49-F238E27FC236}">
                <a16:creationId xmlns:a16="http://schemas.microsoft.com/office/drawing/2014/main" id="{151A64A7-188B-441F-8990-A3B78A3F7C39}"/>
              </a:ext>
            </a:extLst>
          </p:cNvPr>
          <p:cNvGrpSpPr/>
          <p:nvPr userDrawn="1"/>
        </p:nvGrpSpPr>
        <p:grpSpPr>
          <a:xfrm>
            <a:off x="10317304" y="3150223"/>
            <a:ext cx="1319960" cy="958286"/>
            <a:chOff x="10162879" y="3243772"/>
            <a:chExt cx="1319960" cy="958286"/>
          </a:xfrm>
        </p:grpSpPr>
        <p:sp>
          <p:nvSpPr>
            <p:cNvPr id="150" name="Legend1" hidden="1">
              <a:extLst>
                <a:ext uri="{FF2B5EF4-FFF2-40B4-BE49-F238E27FC236}">
                  <a16:creationId xmlns:a16="http://schemas.microsoft.com/office/drawing/2014/main" id="{525E5B8C-817E-408A-85F3-93831C28D3CD}"/>
                </a:ext>
              </a:extLst>
            </p:cNvPr>
            <p:cNvSpPr txBox="1"/>
            <p:nvPr/>
          </p:nvSpPr>
          <p:spPr>
            <a:xfrm>
              <a:off x="10886522" y="324377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1" name="Legend2" hidden="1">
              <a:extLst>
                <a:ext uri="{FF2B5EF4-FFF2-40B4-BE49-F238E27FC236}">
                  <a16:creationId xmlns:a16="http://schemas.microsoft.com/office/drawing/2014/main" id="{5AE811D7-48FA-4C68-8B2D-1E67FF428519}"/>
                </a:ext>
              </a:extLst>
            </p:cNvPr>
            <p:cNvSpPr txBox="1"/>
            <p:nvPr/>
          </p:nvSpPr>
          <p:spPr>
            <a:xfrm>
              <a:off x="10886522" y="3615193"/>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2" name="Legend3" hidden="1">
              <a:extLst>
                <a:ext uri="{FF2B5EF4-FFF2-40B4-BE49-F238E27FC236}">
                  <a16:creationId xmlns:a16="http://schemas.microsoft.com/office/drawing/2014/main" id="{7C939495-4AF5-4DD0-9A3B-3C62D90CB4D0}"/>
                </a:ext>
              </a:extLst>
            </p:cNvPr>
            <p:cNvSpPr txBox="1"/>
            <p:nvPr/>
          </p:nvSpPr>
          <p:spPr>
            <a:xfrm>
              <a:off x="10886522" y="398661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3" name="LineLegend3" hidden="1">
              <a:extLst>
                <a:ext uri="{FF2B5EF4-FFF2-40B4-BE49-F238E27FC236}">
                  <a16:creationId xmlns:a16="http://schemas.microsoft.com/office/drawing/2014/main" id="{DD1E267E-5AC2-4DF7-828B-173383A2B812}"/>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54" name="LineLegend2" hidden="1">
              <a:extLst>
                <a:ext uri="{FF2B5EF4-FFF2-40B4-BE49-F238E27FC236}">
                  <a16:creationId xmlns:a16="http://schemas.microsoft.com/office/drawing/2014/main" id="{BFD8FDCF-CB2F-449E-8A2C-BDC11A6EC1A5}"/>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55" name="LineLegend1" hidden="1">
              <a:extLst>
                <a:ext uri="{FF2B5EF4-FFF2-40B4-BE49-F238E27FC236}">
                  <a16:creationId xmlns:a16="http://schemas.microsoft.com/office/drawing/2014/main" id="{0CCAF319-5D89-44D9-BED6-1841FAC9BC6B}"/>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56" name="LegendMoons" hidden="1">
            <a:extLst>
              <a:ext uri="{FF2B5EF4-FFF2-40B4-BE49-F238E27FC236}">
                <a16:creationId xmlns:a16="http://schemas.microsoft.com/office/drawing/2014/main" id="{B1A443E4-61EA-4E0D-9AA1-08D8709F5C28}"/>
              </a:ext>
            </a:extLst>
          </p:cNvPr>
          <p:cNvGrpSpPr/>
          <p:nvPr userDrawn="1"/>
        </p:nvGrpSpPr>
        <p:grpSpPr>
          <a:xfrm>
            <a:off x="10688315" y="1145373"/>
            <a:ext cx="948949" cy="1731859"/>
            <a:chOff x="7723680" y="1702457"/>
            <a:chExt cx="948949" cy="1731859"/>
          </a:xfrm>
        </p:grpSpPr>
        <p:sp>
          <p:nvSpPr>
            <p:cNvPr id="157" name="Legend1" hidden="1">
              <a:extLst>
                <a:ext uri="{FF2B5EF4-FFF2-40B4-BE49-F238E27FC236}">
                  <a16:creationId xmlns:a16="http://schemas.microsoft.com/office/drawing/2014/main" id="{EF3A1971-B8E5-465C-905B-88E5A75A26F4}"/>
                </a:ext>
              </a:extLst>
            </p:cNvPr>
            <p:cNvSpPr txBox="1"/>
            <p:nvPr/>
          </p:nvSpPr>
          <p:spPr>
            <a:xfrm>
              <a:off x="8076312" y="1709816"/>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8" name="Legend2" hidden="1">
              <a:extLst>
                <a:ext uri="{FF2B5EF4-FFF2-40B4-BE49-F238E27FC236}">
                  <a16:creationId xmlns:a16="http://schemas.microsoft.com/office/drawing/2014/main" id="{2672B014-4602-41C9-B32B-F969F9224C0D}"/>
                </a:ext>
              </a:extLst>
            </p:cNvPr>
            <p:cNvSpPr txBox="1"/>
            <p:nvPr/>
          </p:nvSpPr>
          <p:spPr>
            <a:xfrm>
              <a:off x="8076312" y="2085275"/>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59" name="Legend3" hidden="1">
              <a:extLst>
                <a:ext uri="{FF2B5EF4-FFF2-40B4-BE49-F238E27FC236}">
                  <a16:creationId xmlns:a16="http://schemas.microsoft.com/office/drawing/2014/main" id="{FAD76577-9630-4748-B286-108D8BF2D538}"/>
                </a:ext>
              </a:extLst>
            </p:cNvPr>
            <p:cNvSpPr txBox="1"/>
            <p:nvPr/>
          </p:nvSpPr>
          <p:spPr>
            <a:xfrm>
              <a:off x="8076312" y="246073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60" name="Legend4" hidden="1">
              <a:extLst>
                <a:ext uri="{FF2B5EF4-FFF2-40B4-BE49-F238E27FC236}">
                  <a16:creationId xmlns:a16="http://schemas.microsoft.com/office/drawing/2014/main" id="{1E8C61B5-A033-4EAA-8E75-97D05E16AB9A}"/>
                </a:ext>
              </a:extLst>
            </p:cNvPr>
            <p:cNvSpPr txBox="1"/>
            <p:nvPr/>
          </p:nvSpPr>
          <p:spPr>
            <a:xfrm>
              <a:off x="8076312" y="2836193"/>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61" name="Legend5" hidden="1">
              <a:extLst>
                <a:ext uri="{FF2B5EF4-FFF2-40B4-BE49-F238E27FC236}">
                  <a16:creationId xmlns:a16="http://schemas.microsoft.com/office/drawing/2014/main" id="{8A6E5214-4AAE-420D-9508-2B1133DDDBAC}"/>
                </a:ext>
              </a:extLst>
            </p:cNvPr>
            <p:cNvSpPr txBox="1"/>
            <p:nvPr/>
          </p:nvSpPr>
          <p:spPr>
            <a:xfrm>
              <a:off x="8076312" y="321165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grpSp>
          <p:nvGrpSpPr>
            <p:cNvPr id="162" name="MoonLegend1" hidden="1">
              <a:extLst>
                <a:ext uri="{FF2B5EF4-FFF2-40B4-BE49-F238E27FC236}">
                  <a16:creationId xmlns:a16="http://schemas.microsoft.com/office/drawing/2014/main" id="{0AB2FB40-2072-4124-95AE-B468AEC1AE24}"/>
                </a:ext>
              </a:extLst>
            </p:cNvPr>
            <p:cNvGrpSpPr>
              <a:grpSpLocks noChangeAspect="1"/>
            </p:cNvGrpSpPr>
            <p:nvPr>
              <p:custDataLst>
                <p:tags r:id="rId29"/>
              </p:custDataLst>
            </p:nvPr>
          </p:nvGrpSpPr>
          <p:grpSpPr>
            <a:xfrm>
              <a:off x="7723680" y="1702457"/>
              <a:ext cx="228600" cy="228600"/>
              <a:chOff x="762000" y="1270000"/>
              <a:chExt cx="254000" cy="254000"/>
            </a:xfrm>
          </p:grpSpPr>
          <p:sp>
            <p:nvSpPr>
              <p:cNvPr id="185" name="Oval 184" hidden="1">
                <a:extLst>
                  <a:ext uri="{FF2B5EF4-FFF2-40B4-BE49-F238E27FC236}">
                    <a16:creationId xmlns:a16="http://schemas.microsoft.com/office/drawing/2014/main" id="{AD4555BA-2A5E-4FB2-B93A-85931AC7567E}"/>
                  </a:ext>
                </a:extLst>
              </p:cNvPr>
              <p:cNvSpPr/>
              <p:nvPr>
                <p:custDataLst>
                  <p:tags r:id="rId4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7" name="Arc 186" hidden="1">
                <a:extLst>
                  <a:ext uri="{FF2B5EF4-FFF2-40B4-BE49-F238E27FC236}">
                    <a16:creationId xmlns:a16="http://schemas.microsoft.com/office/drawing/2014/main" id="{171A04FB-FA2D-439C-8449-7B20B52723C1}"/>
                  </a:ext>
                </a:extLst>
              </p:cNvPr>
              <p:cNvSpPr/>
              <p:nvPr>
                <p:custDataLst>
                  <p:tags r:id="rId43"/>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3" name="MoonLegend2" hidden="1">
              <a:extLst>
                <a:ext uri="{FF2B5EF4-FFF2-40B4-BE49-F238E27FC236}">
                  <a16:creationId xmlns:a16="http://schemas.microsoft.com/office/drawing/2014/main" id="{29649F01-B818-4BDB-B5D0-97D18D0427A6}"/>
                </a:ext>
              </a:extLst>
            </p:cNvPr>
            <p:cNvGrpSpPr>
              <a:grpSpLocks noChangeAspect="1"/>
            </p:cNvGrpSpPr>
            <p:nvPr>
              <p:custDataLst>
                <p:tags r:id="rId30"/>
              </p:custDataLst>
            </p:nvPr>
          </p:nvGrpSpPr>
          <p:grpSpPr>
            <a:xfrm>
              <a:off x="7723680" y="2078270"/>
              <a:ext cx="228600" cy="228600"/>
              <a:chOff x="762000" y="1270000"/>
              <a:chExt cx="254000" cy="254000"/>
            </a:xfrm>
          </p:grpSpPr>
          <p:sp>
            <p:nvSpPr>
              <p:cNvPr id="183" name="Oval 182" hidden="1">
                <a:extLst>
                  <a:ext uri="{FF2B5EF4-FFF2-40B4-BE49-F238E27FC236}">
                    <a16:creationId xmlns:a16="http://schemas.microsoft.com/office/drawing/2014/main" id="{A5FC3E64-4C6E-4E36-BE83-C84EC9EE21DA}"/>
                  </a:ext>
                </a:extLst>
              </p:cNvPr>
              <p:cNvSpPr/>
              <p:nvPr>
                <p:custDataLst>
                  <p:tags r:id="rId4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4" name="Arc 183" hidden="1">
                <a:extLst>
                  <a:ext uri="{FF2B5EF4-FFF2-40B4-BE49-F238E27FC236}">
                    <a16:creationId xmlns:a16="http://schemas.microsoft.com/office/drawing/2014/main" id="{3BC45817-B3C3-4149-B8C5-589AC7D3E586}"/>
                  </a:ext>
                </a:extLst>
              </p:cNvPr>
              <p:cNvSpPr/>
              <p:nvPr>
                <p:custDataLst>
                  <p:tags r:id="rId41"/>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4" name="MoonLegend3" hidden="1">
              <a:extLst>
                <a:ext uri="{FF2B5EF4-FFF2-40B4-BE49-F238E27FC236}">
                  <a16:creationId xmlns:a16="http://schemas.microsoft.com/office/drawing/2014/main" id="{0F1E25D0-27E2-49C7-8683-0ED454CC371F}"/>
                </a:ext>
              </a:extLst>
            </p:cNvPr>
            <p:cNvGrpSpPr>
              <a:grpSpLocks noChangeAspect="1"/>
            </p:cNvGrpSpPr>
            <p:nvPr>
              <p:custDataLst>
                <p:tags r:id="rId31"/>
              </p:custDataLst>
            </p:nvPr>
          </p:nvGrpSpPr>
          <p:grpSpPr>
            <a:xfrm>
              <a:off x="7723680" y="2454085"/>
              <a:ext cx="228600" cy="228600"/>
              <a:chOff x="762000" y="1270000"/>
              <a:chExt cx="254000" cy="254000"/>
            </a:xfrm>
          </p:grpSpPr>
          <p:sp>
            <p:nvSpPr>
              <p:cNvPr id="181" name="Oval 180" hidden="1">
                <a:extLst>
                  <a:ext uri="{FF2B5EF4-FFF2-40B4-BE49-F238E27FC236}">
                    <a16:creationId xmlns:a16="http://schemas.microsoft.com/office/drawing/2014/main" id="{8D0FE53F-5379-4259-837E-BD8F45814F32}"/>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2" name="Arc 181" hidden="1">
                <a:extLst>
                  <a:ext uri="{FF2B5EF4-FFF2-40B4-BE49-F238E27FC236}">
                    <a16:creationId xmlns:a16="http://schemas.microsoft.com/office/drawing/2014/main" id="{301827BC-DA1C-4C9D-BA37-238CBC66CC7B}"/>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5" name="MoonLegend4" hidden="1">
              <a:extLst>
                <a:ext uri="{FF2B5EF4-FFF2-40B4-BE49-F238E27FC236}">
                  <a16:creationId xmlns:a16="http://schemas.microsoft.com/office/drawing/2014/main" id="{D9ABAF3C-785C-43DA-8DF2-14D78AF24227}"/>
                </a:ext>
              </a:extLst>
            </p:cNvPr>
            <p:cNvGrpSpPr>
              <a:grpSpLocks noChangeAspect="1"/>
            </p:cNvGrpSpPr>
            <p:nvPr>
              <p:custDataLst>
                <p:tags r:id="rId32"/>
              </p:custDataLst>
            </p:nvPr>
          </p:nvGrpSpPr>
          <p:grpSpPr>
            <a:xfrm>
              <a:off x="7723680" y="2829900"/>
              <a:ext cx="228600" cy="228600"/>
              <a:chOff x="762000" y="1270000"/>
              <a:chExt cx="254000" cy="254000"/>
            </a:xfrm>
          </p:grpSpPr>
          <p:sp>
            <p:nvSpPr>
              <p:cNvPr id="179" name="Oval 178" hidden="1">
                <a:extLst>
                  <a:ext uri="{FF2B5EF4-FFF2-40B4-BE49-F238E27FC236}">
                    <a16:creationId xmlns:a16="http://schemas.microsoft.com/office/drawing/2014/main" id="{ED28823B-2BA9-44E2-B13F-9912075A4022}"/>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80" name="Arc 179" hidden="1">
                <a:extLst>
                  <a:ext uri="{FF2B5EF4-FFF2-40B4-BE49-F238E27FC236}">
                    <a16:creationId xmlns:a16="http://schemas.microsoft.com/office/drawing/2014/main" id="{EE662F6B-A8F2-4A8B-8D12-4D9B3838D727}"/>
                  </a:ext>
                </a:extLst>
              </p:cNvPr>
              <p:cNvSpPr/>
              <p:nvPr>
                <p:custDataLst>
                  <p:tags r:id="rId37"/>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6" name="MoonLegend5" hidden="1">
              <a:extLst>
                <a:ext uri="{FF2B5EF4-FFF2-40B4-BE49-F238E27FC236}">
                  <a16:creationId xmlns:a16="http://schemas.microsoft.com/office/drawing/2014/main" id="{C4493A1D-8558-4689-BE0F-921ECBA867F8}"/>
                </a:ext>
              </a:extLst>
            </p:cNvPr>
            <p:cNvGrpSpPr>
              <a:grpSpLocks noChangeAspect="1"/>
            </p:cNvGrpSpPr>
            <p:nvPr>
              <p:custDataLst>
                <p:tags r:id="rId33"/>
              </p:custDataLst>
            </p:nvPr>
          </p:nvGrpSpPr>
          <p:grpSpPr>
            <a:xfrm>
              <a:off x="7723680" y="3205716"/>
              <a:ext cx="228600" cy="228600"/>
              <a:chOff x="762000" y="1270000"/>
              <a:chExt cx="254000" cy="254000"/>
            </a:xfrm>
          </p:grpSpPr>
          <p:sp>
            <p:nvSpPr>
              <p:cNvPr id="167" name="Oval 166" hidden="1">
                <a:extLst>
                  <a:ext uri="{FF2B5EF4-FFF2-40B4-BE49-F238E27FC236}">
                    <a16:creationId xmlns:a16="http://schemas.microsoft.com/office/drawing/2014/main" id="{27D34144-4F45-4651-A3F2-54C839312D12}"/>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68" name="Arc 167" hidden="1">
                <a:extLst>
                  <a:ext uri="{FF2B5EF4-FFF2-40B4-BE49-F238E27FC236}">
                    <a16:creationId xmlns:a16="http://schemas.microsoft.com/office/drawing/2014/main" id="{54C9C893-E6F1-4278-A24D-56F0136D2C4F}"/>
                  </a:ext>
                </a:extLst>
              </p:cNvPr>
              <p:cNvSpPr/>
              <p:nvPr>
                <p:custDataLst>
                  <p:tags r:id="rId35"/>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grpSp>
      </p:grpSp>
      <p:grpSp>
        <p:nvGrpSpPr>
          <p:cNvPr id="188" name="LegendBoxes" hidden="1">
            <a:extLst>
              <a:ext uri="{FF2B5EF4-FFF2-40B4-BE49-F238E27FC236}">
                <a16:creationId xmlns:a16="http://schemas.microsoft.com/office/drawing/2014/main" id="{08BB07AF-865F-408B-8050-9708629B5A63}"/>
              </a:ext>
            </a:extLst>
          </p:cNvPr>
          <p:cNvGrpSpPr/>
          <p:nvPr userDrawn="1"/>
        </p:nvGrpSpPr>
        <p:grpSpPr>
          <a:xfrm>
            <a:off x="10714801" y="4381500"/>
            <a:ext cx="922463" cy="1717282"/>
            <a:chOff x="10652400" y="4322824"/>
            <a:chExt cx="922463" cy="1717282"/>
          </a:xfrm>
        </p:grpSpPr>
        <p:sp>
          <p:nvSpPr>
            <p:cNvPr id="189" name="RectangleLegend1" hidden="1">
              <a:extLst>
                <a:ext uri="{FF2B5EF4-FFF2-40B4-BE49-F238E27FC236}">
                  <a16:creationId xmlns:a16="http://schemas.microsoft.com/office/drawing/2014/main" id="{AE448928-F520-4F1B-A755-7D3C0BFC8DE3}"/>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0" name="RectangleLegend2" hidden="1">
              <a:extLst>
                <a:ext uri="{FF2B5EF4-FFF2-40B4-BE49-F238E27FC236}">
                  <a16:creationId xmlns:a16="http://schemas.microsoft.com/office/drawing/2014/main" id="{BC2C92CC-8018-4188-9D80-284328C85804}"/>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1" name="RectangleLegend3" hidden="1">
              <a:extLst>
                <a:ext uri="{FF2B5EF4-FFF2-40B4-BE49-F238E27FC236}">
                  <a16:creationId xmlns:a16="http://schemas.microsoft.com/office/drawing/2014/main" id="{3DEE8081-2EEE-4779-9E43-25DCAEB638FB}"/>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2" name="RectangleLegend4" hidden="1">
              <a:extLst>
                <a:ext uri="{FF2B5EF4-FFF2-40B4-BE49-F238E27FC236}">
                  <a16:creationId xmlns:a16="http://schemas.microsoft.com/office/drawing/2014/main" id="{A2B05A2F-7FC4-4DD4-A2AD-3A0F5F0751F1}"/>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3" name="RectangleLegend5" hidden="1">
              <a:extLst>
                <a:ext uri="{FF2B5EF4-FFF2-40B4-BE49-F238E27FC236}">
                  <a16:creationId xmlns:a16="http://schemas.microsoft.com/office/drawing/2014/main" id="{B9BCDC0E-5930-4445-B860-461E8CF941CE}"/>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94" name="Legend1" hidden="1">
              <a:extLst>
                <a:ext uri="{FF2B5EF4-FFF2-40B4-BE49-F238E27FC236}">
                  <a16:creationId xmlns:a16="http://schemas.microsoft.com/office/drawing/2014/main" id="{2074072C-AB93-48AB-B96D-3158534069D2}"/>
                </a:ext>
              </a:extLst>
            </p:cNvPr>
            <p:cNvSpPr txBox="1"/>
            <p:nvPr/>
          </p:nvSpPr>
          <p:spPr>
            <a:xfrm>
              <a:off x="10978546" y="4322824"/>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5" name="Legend2" hidden="1">
              <a:extLst>
                <a:ext uri="{FF2B5EF4-FFF2-40B4-BE49-F238E27FC236}">
                  <a16:creationId xmlns:a16="http://schemas.microsoft.com/office/drawing/2014/main" id="{D3F42F3E-393B-4479-99D3-BB70BD315F02}"/>
                </a:ext>
              </a:extLst>
            </p:cNvPr>
            <p:cNvSpPr txBox="1"/>
            <p:nvPr/>
          </p:nvSpPr>
          <p:spPr>
            <a:xfrm>
              <a:off x="10978546" y="470232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6" name="Legend3" hidden="1">
              <a:extLst>
                <a:ext uri="{FF2B5EF4-FFF2-40B4-BE49-F238E27FC236}">
                  <a16:creationId xmlns:a16="http://schemas.microsoft.com/office/drawing/2014/main" id="{2F02967F-1CAA-403B-98B9-DAE3A0368EA1}"/>
                </a:ext>
              </a:extLst>
            </p:cNvPr>
            <p:cNvSpPr txBox="1"/>
            <p:nvPr/>
          </p:nvSpPr>
          <p:spPr>
            <a:xfrm>
              <a:off x="10978546" y="5081820"/>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197" name="Legend4" hidden="1">
              <a:extLst>
                <a:ext uri="{FF2B5EF4-FFF2-40B4-BE49-F238E27FC236}">
                  <a16:creationId xmlns:a16="http://schemas.microsoft.com/office/drawing/2014/main" id="{28911C8D-C078-4CA1-960E-75C7475662DF}"/>
                </a:ext>
              </a:extLst>
            </p:cNvPr>
            <p:cNvSpPr txBox="1"/>
            <p:nvPr/>
          </p:nvSpPr>
          <p:spPr>
            <a:xfrm>
              <a:off x="10978546" y="5453241"/>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sp>
          <p:nvSpPr>
            <p:cNvPr id="227" name="Legend5" hidden="1">
              <a:extLst>
                <a:ext uri="{FF2B5EF4-FFF2-40B4-BE49-F238E27FC236}">
                  <a16:creationId xmlns:a16="http://schemas.microsoft.com/office/drawing/2014/main" id="{CF4AB107-B697-452A-848D-1435C262EAE0}"/>
                </a:ext>
              </a:extLst>
            </p:cNvPr>
            <p:cNvSpPr txBox="1"/>
            <p:nvPr/>
          </p:nvSpPr>
          <p:spPr>
            <a:xfrm>
              <a:off x="10978545" y="5824662"/>
              <a:ext cx="596317" cy="215444"/>
            </a:xfrm>
            <a:prstGeom prst="rect">
              <a:avLst/>
            </a:prstGeom>
            <a:noFill/>
            <a:ln>
              <a:noFill/>
              <a:miter lim="800000"/>
            </a:ln>
          </p:spPr>
          <p:txBody>
            <a:bodyPr wrap="none" lIns="0" tIns="0" rIns="0" bIns="0" rtlCol="0" anchor="ctr" anchorCtr="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mn-cs"/>
                </a:rPr>
                <a:t>Legend</a:t>
              </a:r>
            </a:p>
          </p:txBody>
        </p:sp>
      </p:grpSp>
    </p:spTree>
    <p:extLst>
      <p:ext uri="{BB962C8B-B14F-4D97-AF65-F5344CB8AC3E}">
        <p14:creationId xmlns:p14="http://schemas.microsoft.com/office/powerpoint/2010/main" val="358854201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Lst>
  <p:txStyles>
    <p:titleStyle>
      <a:lvl1pPr algn="l" defTabSz="914400" rtl="0" eaLnBrk="1" latinLnBrk="0" hangingPunct="1">
        <a:lnSpc>
          <a:spcPct val="100000"/>
        </a:lnSpc>
        <a:spcBef>
          <a:spcPct val="0"/>
        </a:spcBef>
        <a:buNone/>
        <a:defRPr lang="en-US" sz="25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6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6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6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6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17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notesSlide" Target="../notesSlides/notesSlide3.xml"/><Relationship Id="rId7" Type="http://schemas.openxmlformats.org/officeDocument/2006/relationships/image" Target="../media/image17.png"/><Relationship Id="rId2" Type="http://schemas.openxmlformats.org/officeDocument/2006/relationships/slideLayout" Target="../slideLayouts/slideLayout13.xml"/><Relationship Id="rId1" Type="http://schemas.openxmlformats.org/officeDocument/2006/relationships/tags" Target="../tags/tag17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17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notesSlide" Target="../notesSlides/notesSlide5.xml"/><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slideLayout" Target="../slideLayouts/slideLayout13.xml"/><Relationship Id="rId16" Type="http://schemas.openxmlformats.org/officeDocument/2006/relationships/image" Target="../media/image31.png"/><Relationship Id="rId1" Type="http://schemas.openxmlformats.org/officeDocument/2006/relationships/tags" Target="../tags/tag173.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2.png"/><Relationship Id="rId9" Type="http://schemas.openxmlformats.org/officeDocument/2006/relationships/image" Target="../media/image24.png"/><Relationship Id="rId1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1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6.xml"/><Relationship Id="rId16" Type="http://schemas.openxmlformats.org/officeDocument/2006/relationships/image" Target="../media/image47.png"/><Relationship Id="rId1" Type="http://schemas.openxmlformats.org/officeDocument/2006/relationships/slideLayout" Target="../slideLayouts/slideLayout1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12.png"/><Relationship Id="rId7"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175.xml"/><Relationship Id="rId7" Type="http://schemas.openxmlformats.org/officeDocument/2006/relationships/image" Target="../media/image54.emf"/><Relationship Id="rId2" Type="http://schemas.openxmlformats.org/officeDocument/2006/relationships/tags" Target="../tags/tag174.xml"/><Relationship Id="rId1" Type="http://schemas.openxmlformats.org/officeDocument/2006/relationships/vmlDrawing" Target="../drawings/vmlDrawing25.vml"/><Relationship Id="rId6" Type="http://schemas.openxmlformats.org/officeDocument/2006/relationships/oleObject" Target="../embeddings/oleObject23.bin"/><Relationship Id="rId5" Type="http://schemas.openxmlformats.org/officeDocument/2006/relationships/notesSlide" Target="../notesSlides/notesSlide10.xml"/><Relationship Id="rId4"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hemeOverride" Target="../theme/themeOverride3.xml"/><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vmlDrawing" Target="../drawings/vmlDrawing26.vml"/><Relationship Id="rId6" Type="http://schemas.openxmlformats.org/officeDocument/2006/relationships/image" Target="../media/image66.emf"/><Relationship Id="rId5" Type="http://schemas.openxmlformats.org/officeDocument/2006/relationships/oleObject" Target="../embeddings/oleObject24.bin"/><Relationship Id="rId4"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4.xml"/><Relationship Id="rId4" Type="http://schemas.openxmlformats.org/officeDocument/2006/relationships/image" Target="../media/image10.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hemeOverride" Target="../theme/themeOverride5.xml"/><Relationship Id="rId4"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416760" y="2274307"/>
            <a:ext cx="11358479" cy="230938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4400" b="1" noProof="0" dirty="0">
                <a:solidFill>
                  <a:prstClr val="white"/>
                </a:solidFill>
                <a:latin typeface="Calibri" charset="0"/>
                <a:ea typeface="Calibri" charset="0"/>
                <a:cs typeface="Calibri" charset="0"/>
              </a:rPr>
              <a:t>ARCHITECTURE</a:t>
            </a:r>
          </a:p>
          <a:p>
            <a:pPr lvl="0">
              <a:defRPr/>
            </a:pPr>
            <a:br>
              <a:rPr kumimoji="0" lang="vi-VN" sz="4800" b="1" i="0" u="none" strike="noStrike" kern="1200" cap="none" spc="0" normalizeH="0" baseline="0" noProof="0" dirty="0">
                <a:ln>
                  <a:noFill/>
                </a:ln>
                <a:solidFill>
                  <a:prstClr val="white"/>
                </a:solidFill>
                <a:effectLst/>
                <a:uLnTx/>
                <a:uFillTx/>
                <a:latin typeface="Calibri" charset="0"/>
                <a:ea typeface="Calibri" charset="0"/>
                <a:cs typeface="Calibri" charset="0"/>
              </a:rPr>
            </a:br>
            <a:r>
              <a:rPr lang="en-US" sz="4800" b="1" dirty="0" err="1">
                <a:solidFill>
                  <a:prstClr val="white"/>
                </a:solidFill>
                <a:latin typeface="Calibri" charset="0"/>
                <a:ea typeface="Calibri" charset="0"/>
                <a:cs typeface="Calibri" charset="0"/>
              </a:rPr>
              <a:t>Giải</a:t>
            </a:r>
            <a:r>
              <a:rPr lang="en-US" sz="4800" b="1" dirty="0">
                <a:solidFill>
                  <a:prstClr val="white"/>
                </a:solidFill>
                <a:latin typeface="Calibri" charset="0"/>
                <a:ea typeface="Calibri" charset="0"/>
                <a:cs typeface="Calibri" charset="0"/>
              </a:rPr>
              <a:t> </a:t>
            </a:r>
            <a:r>
              <a:rPr lang="en-US" sz="4800" b="1" dirty="0" err="1">
                <a:solidFill>
                  <a:prstClr val="white"/>
                </a:solidFill>
                <a:latin typeface="Calibri" charset="0"/>
                <a:ea typeface="Calibri" charset="0"/>
                <a:cs typeface="Calibri" charset="0"/>
              </a:rPr>
              <a:t>pháp</a:t>
            </a:r>
            <a:r>
              <a:rPr lang="en-US" sz="4800" b="1" dirty="0">
                <a:solidFill>
                  <a:prstClr val="white"/>
                </a:solidFill>
                <a:latin typeface="Calibri" charset="0"/>
                <a:ea typeface="Calibri" charset="0"/>
                <a:cs typeface="Calibri" charset="0"/>
              </a:rPr>
              <a:t> </a:t>
            </a:r>
            <a:r>
              <a:rPr lang="vi-VN" sz="4800" b="1" dirty="0">
                <a:solidFill>
                  <a:prstClr val="white"/>
                </a:solidFill>
                <a:latin typeface="Calibri" charset="0"/>
                <a:ea typeface="Calibri" charset="0"/>
                <a:cs typeface="Calibri" charset="0"/>
              </a:rPr>
              <a:t>Data </a:t>
            </a:r>
            <a:r>
              <a:rPr lang="en-US" sz="4800" b="1" dirty="0">
                <a:solidFill>
                  <a:prstClr val="white"/>
                </a:solidFill>
                <a:latin typeface="Calibri" charset="0"/>
                <a:ea typeface="Calibri" charset="0"/>
                <a:cs typeface="Calibri" charset="0"/>
              </a:rPr>
              <a:t>Upload</a:t>
            </a:r>
            <a:r>
              <a:rPr lang="vi-VN" sz="4800" b="1" dirty="0">
                <a:solidFill>
                  <a:prstClr val="white"/>
                </a:solidFill>
                <a:latin typeface="Calibri" charset="0"/>
                <a:ea typeface="Calibri" charset="0"/>
                <a:cs typeface="Calibri" charset="0"/>
              </a:rPr>
              <a:t> Portal</a:t>
            </a:r>
            <a:endParaRPr kumimoji="0" lang="en-US" sz="4800" b="1" i="0" u="none" strike="noStrike" kern="1200" cap="none" spc="0" normalizeH="0" baseline="0" noProof="0" dirty="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Title Placeholder 7"/>
          <p:cNvSpPr txBox="1">
            <a:spLocks/>
          </p:cNvSpPr>
          <p:nvPr/>
        </p:nvSpPr>
        <p:spPr>
          <a:xfrm>
            <a:off x="508000" y="5413380"/>
            <a:ext cx="10515600" cy="1270142"/>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vi-VN" sz="2400" b="1" dirty="0">
                <a:solidFill>
                  <a:prstClr val="white"/>
                </a:solidFill>
                <a:latin typeface="Calibri"/>
                <a:ea typeface="Calibri"/>
                <a:cs typeface="Calibri"/>
              </a:rPr>
              <a:t>Mar</a:t>
            </a:r>
            <a:r>
              <a:rPr kumimoji="0" lang="en-US" sz="2400" b="1" i="0" u="none" strike="noStrike" kern="1200" cap="none" spc="0" normalizeH="0" baseline="0" noProof="0" dirty="0">
                <a:ln>
                  <a:noFill/>
                </a:ln>
                <a:solidFill>
                  <a:prstClr val="white"/>
                </a:solidFill>
                <a:effectLst/>
                <a:uLnTx/>
                <a:uFillTx/>
                <a:latin typeface="Calibri"/>
                <a:ea typeface="Calibri"/>
                <a:cs typeface="Calibri"/>
              </a:rPr>
              <a:t> </a:t>
            </a:r>
            <a:r>
              <a:rPr kumimoji="0" lang="vi-VN" sz="2400" b="1" i="0" u="none" strike="noStrike" kern="1200" cap="none" spc="0" normalizeH="0" baseline="0" noProof="0" dirty="0">
                <a:ln>
                  <a:noFill/>
                </a:ln>
                <a:solidFill>
                  <a:prstClr val="white"/>
                </a:solidFill>
                <a:effectLst/>
                <a:uLnTx/>
                <a:uFillTx/>
                <a:latin typeface="Calibri"/>
                <a:ea typeface="Calibri"/>
                <a:cs typeface="Calibri"/>
              </a:rPr>
              <a:t>20</a:t>
            </a:r>
            <a:r>
              <a:rPr kumimoji="0" lang="en-US" sz="2400" b="1" i="0" u="none" strike="noStrike" kern="1200" cap="none" spc="0" normalizeH="0" baseline="0" noProof="0" dirty="0">
                <a:ln>
                  <a:noFill/>
                </a:ln>
                <a:solidFill>
                  <a:prstClr val="white"/>
                </a:solidFill>
                <a:effectLst/>
                <a:uLnTx/>
                <a:uFillTx/>
                <a:latin typeface="Calibri"/>
                <a:ea typeface="Calibri"/>
                <a:cs typeface="Calibri"/>
              </a:rPr>
              <a:t>26</a:t>
            </a:r>
          </a:p>
        </p:txBody>
      </p:sp>
    </p:spTree>
    <p:extLst>
      <p:ext uri="{BB962C8B-B14F-4D97-AF65-F5344CB8AC3E}">
        <p14:creationId xmlns:p14="http://schemas.microsoft.com/office/powerpoint/2010/main" val="2507997171"/>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4083269" cy="6858000"/>
          </a:xfrm>
          <a:prstGeom prst="rect">
            <a:avLst/>
          </a:prstGeom>
          <a:gradFill>
            <a:gsLst>
              <a:gs pos="9000">
                <a:srgbClr val="EB212E"/>
              </a:gs>
              <a:gs pos="91000">
                <a:srgbClr val="F17030"/>
              </a:gs>
            </a:gsLst>
            <a:lin ang="27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a:t>AGENDA</a:t>
            </a:r>
          </a:p>
        </p:txBody>
      </p:sp>
      <p:sp>
        <p:nvSpPr>
          <p:cNvPr id="4" name="Slide Number Placeholder 3"/>
          <p:cNvSpPr>
            <a:spLocks noGrp="1"/>
          </p:cNvSpPr>
          <p:nvPr>
            <p:ph type="sldNum" sz="quarter" idx="4294967295"/>
          </p:nvPr>
        </p:nvSpPr>
        <p:spPr>
          <a:xfrm>
            <a:off x="10155238" y="6607626"/>
            <a:ext cx="2036762" cy="152400"/>
          </a:xfrm>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cxnSp>
        <p:nvCxnSpPr>
          <p:cNvPr id="5" name="Straight Connector 4"/>
          <p:cNvCxnSpPr/>
          <p:nvPr/>
        </p:nvCxnSpPr>
        <p:spPr>
          <a:xfrm>
            <a:off x="538851" y="729685"/>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
        <p:nvSpPr>
          <p:cNvPr id="6" name="Title Placeholder 7"/>
          <p:cNvSpPr txBox="1">
            <a:spLocks/>
          </p:cNvSpPr>
          <p:nvPr/>
        </p:nvSpPr>
        <p:spPr>
          <a:xfrm>
            <a:off x="4499221" y="222987"/>
            <a:ext cx="3339341" cy="1385957"/>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3200">
                <a:solidFill>
                  <a:srgbClr val="F04E23"/>
                </a:solidFill>
              </a:rPr>
              <a:t>Contents</a:t>
            </a:r>
            <a:endParaRPr lang="en-US" sz="3200">
              <a:solidFill>
                <a:srgbClr val="F04E23"/>
              </a:solidFill>
            </a:endParaRPr>
          </a:p>
        </p:txBody>
      </p:sp>
      <p:sp>
        <p:nvSpPr>
          <p:cNvPr id="7" name="Title Placeholder 7"/>
          <p:cNvSpPr txBox="1">
            <a:spLocks/>
          </p:cNvSpPr>
          <p:nvPr/>
        </p:nvSpPr>
        <p:spPr>
          <a:xfrm>
            <a:off x="5979603" y="2021793"/>
            <a:ext cx="5634126" cy="79843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dirty="0">
                <a:solidFill>
                  <a:schemeClr val="tx1"/>
                </a:solidFill>
                <a:cs typeface="Arial" panose="020B0604020202020204" pitchFamily="34" charset="0"/>
              </a:rPr>
              <a:t>Business Requirement</a:t>
            </a:r>
            <a:endParaRPr lang="en-US" sz="1500" dirty="0">
              <a:solidFill>
                <a:schemeClr val="tx1"/>
              </a:solidFill>
              <a:cs typeface="Arial" panose="020B0604020202020204" pitchFamily="34" charset="0"/>
            </a:endParaRPr>
          </a:p>
        </p:txBody>
      </p:sp>
      <p:sp>
        <p:nvSpPr>
          <p:cNvPr id="8" name="Title Placeholder 7"/>
          <p:cNvSpPr txBox="1">
            <a:spLocks/>
          </p:cNvSpPr>
          <p:nvPr/>
        </p:nvSpPr>
        <p:spPr>
          <a:xfrm>
            <a:off x="5979603" y="4105613"/>
            <a:ext cx="5793297" cy="73392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en-US" sz="2800">
                <a:solidFill>
                  <a:schemeClr val="tx1"/>
                </a:solidFill>
                <a:latin typeface="Calibri" panose="020F0502020204030204" pitchFamily="34" charset="0"/>
                <a:cs typeface="Calibri" panose="020F0502020204030204" pitchFamily="34" charset="0"/>
              </a:rPr>
              <a:t>Application Architecture</a:t>
            </a:r>
          </a:p>
        </p:txBody>
      </p:sp>
      <p:sp>
        <p:nvSpPr>
          <p:cNvPr id="12" name="Title Placeholder 7"/>
          <p:cNvSpPr txBox="1">
            <a:spLocks/>
          </p:cNvSpPr>
          <p:nvPr/>
        </p:nvSpPr>
        <p:spPr>
          <a:xfrm>
            <a:off x="4819261" y="2021793"/>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a:solidFill>
                  <a:srgbClr val="F04E23"/>
                </a:solidFill>
              </a:rPr>
              <a:t>01</a:t>
            </a:r>
            <a:endParaRPr lang="en-US" sz="5500">
              <a:solidFill>
                <a:srgbClr val="F04E23"/>
              </a:solidFill>
            </a:endParaRPr>
          </a:p>
        </p:txBody>
      </p:sp>
      <p:sp>
        <p:nvSpPr>
          <p:cNvPr id="13" name="Title Placeholder 7"/>
          <p:cNvSpPr txBox="1">
            <a:spLocks/>
          </p:cNvSpPr>
          <p:nvPr/>
        </p:nvSpPr>
        <p:spPr>
          <a:xfrm>
            <a:off x="4819260" y="4105613"/>
            <a:ext cx="1160343" cy="755868"/>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r>
              <a:rPr lang="vi-VN" sz="5500">
                <a:solidFill>
                  <a:srgbClr val="F04E23"/>
                </a:solidFill>
              </a:rPr>
              <a:t>02</a:t>
            </a:r>
            <a:endParaRPr lang="en-US" sz="5500">
              <a:solidFill>
                <a:srgbClr val="F04E23"/>
              </a:solidFill>
            </a:endParaRPr>
          </a:p>
        </p:txBody>
      </p:sp>
    </p:spTree>
    <p:extLst>
      <p:ext uri="{BB962C8B-B14F-4D97-AF65-F5344CB8AC3E}">
        <p14:creationId xmlns:p14="http://schemas.microsoft.com/office/powerpoint/2010/main" val="2417983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a:ln>
                  <a:noFill/>
                </a:ln>
                <a:solidFill>
                  <a:prstClr val="white"/>
                </a:solidFill>
                <a:effectLst/>
                <a:uLnTx/>
                <a:uFillTx/>
                <a:latin typeface="Calibri" charset="0"/>
                <a:cs typeface="Calibri" charset="0"/>
              </a:rPr>
              <a:t>0</a:t>
            </a:r>
            <a:r>
              <a:rPr lang="en-US" sz="27000" b="0">
                <a:solidFill>
                  <a:prstClr val="white"/>
                </a:solidFill>
              </a:rPr>
              <a:t>1</a:t>
            </a:r>
            <a:endParaRPr kumimoji="0" lang="en-US" sz="27000" b="0" i="0" u="none" strike="noStrike" kern="1200" cap="none" spc="0" normalizeH="0" baseline="0" noProof="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b="1" dirty="0">
                <a:solidFill>
                  <a:prstClr val="white"/>
                </a:solidFill>
                <a:latin typeface="Calibri" charset="0"/>
                <a:ea typeface="Calibri" charset="0"/>
                <a:cs typeface="Calibri" charset="0"/>
              </a:rPr>
              <a:t>Business requirement</a:t>
            </a:r>
          </a:p>
        </p:txBody>
      </p:sp>
      <p:sp>
        <p:nvSpPr>
          <p:cNvPr id="6" name="Title Placeholder 7"/>
          <p:cNvSpPr txBox="1">
            <a:spLocks/>
          </p:cNvSpPr>
          <p:nvPr/>
        </p:nvSpPr>
        <p:spPr>
          <a:xfrm>
            <a:off x="4544392" y="3223743"/>
            <a:ext cx="7205648"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lvl="0" algn="ctr">
              <a:lnSpc>
                <a:spcPct val="120000"/>
              </a:lnSpc>
              <a:defRPr/>
            </a:pPr>
            <a:r>
              <a:rPr lang="it-IT" sz="2300" dirty="0">
                <a:solidFill>
                  <a:srgbClr val="FFB81C"/>
                </a:solidFill>
              </a:rPr>
              <a:t>Data Upload Portal</a:t>
            </a: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069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42A0-5B49-43F6-C461-3D2F177BF1B6}"/>
            </a:ext>
          </a:extLst>
        </p:cNvPr>
        <p:cNvGrpSpPr/>
        <p:nvPr/>
      </p:nvGrpSpPr>
      <p:grpSpPr>
        <a:xfrm>
          <a:off x="0" y="0"/>
          <a:ext cx="0" cy="0"/>
          <a:chOff x="0" y="0"/>
          <a:chExt cx="0" cy="0"/>
        </a:xfrm>
      </p:grpSpPr>
      <p:pic>
        <p:nvPicPr>
          <p:cNvPr id="47" name="Google Shape;216;p17" descr="image.png">
            <a:extLst>
              <a:ext uri="{FF2B5EF4-FFF2-40B4-BE49-F238E27FC236}">
                <a16:creationId xmlns:a16="http://schemas.microsoft.com/office/drawing/2014/main" id="{FDE6509E-9278-3355-601F-740D8D3DB9B5}"/>
              </a:ext>
            </a:extLst>
          </p:cNvPr>
          <p:cNvPicPr preferRelativeResize="0"/>
          <p:nvPr/>
        </p:nvPicPr>
        <p:blipFill rotWithShape="1">
          <a:blip r:embed="rId4">
            <a:alphaModFix/>
          </a:blip>
          <a:srcRect/>
          <a:stretch/>
        </p:blipFill>
        <p:spPr>
          <a:xfrm>
            <a:off x="6161921" y="4822851"/>
            <a:ext cx="5452677" cy="1908149"/>
          </a:xfrm>
          <a:prstGeom prst="rect">
            <a:avLst/>
          </a:prstGeom>
          <a:noFill/>
          <a:ln>
            <a:noFill/>
          </a:ln>
        </p:spPr>
      </p:pic>
      <p:pic>
        <p:nvPicPr>
          <p:cNvPr id="8" name="Google Shape;216;p17" descr="image.png">
            <a:extLst>
              <a:ext uri="{FF2B5EF4-FFF2-40B4-BE49-F238E27FC236}">
                <a16:creationId xmlns:a16="http://schemas.microsoft.com/office/drawing/2014/main" id="{BFCA3362-085B-85DE-FCA4-93DBF1BC979E}"/>
              </a:ext>
            </a:extLst>
          </p:cNvPr>
          <p:cNvPicPr preferRelativeResize="0"/>
          <p:nvPr/>
        </p:nvPicPr>
        <p:blipFill rotWithShape="1">
          <a:blip r:embed="rId4">
            <a:alphaModFix/>
          </a:blip>
          <a:srcRect/>
          <a:stretch/>
        </p:blipFill>
        <p:spPr>
          <a:xfrm>
            <a:off x="6197443" y="3103906"/>
            <a:ext cx="2565721" cy="1246737"/>
          </a:xfrm>
          <a:prstGeom prst="rect">
            <a:avLst/>
          </a:prstGeom>
          <a:noFill/>
          <a:ln>
            <a:noFill/>
          </a:ln>
        </p:spPr>
      </p:pic>
      <p:pic>
        <p:nvPicPr>
          <p:cNvPr id="7" name="Google Shape;216;p17" descr="image.png">
            <a:extLst>
              <a:ext uri="{FF2B5EF4-FFF2-40B4-BE49-F238E27FC236}">
                <a16:creationId xmlns:a16="http://schemas.microsoft.com/office/drawing/2014/main" id="{FDE6509E-9278-3355-601F-740D8D3DB9B5}"/>
              </a:ext>
            </a:extLst>
          </p:cNvPr>
          <p:cNvPicPr preferRelativeResize="0"/>
          <p:nvPr/>
        </p:nvPicPr>
        <p:blipFill rotWithShape="1">
          <a:blip r:embed="rId4">
            <a:alphaModFix/>
          </a:blip>
          <a:srcRect/>
          <a:stretch/>
        </p:blipFill>
        <p:spPr>
          <a:xfrm>
            <a:off x="8875027" y="3103906"/>
            <a:ext cx="2565721" cy="1246737"/>
          </a:xfrm>
          <a:prstGeom prst="rect">
            <a:avLst/>
          </a:prstGeom>
          <a:noFill/>
          <a:ln>
            <a:noFill/>
          </a:ln>
        </p:spPr>
      </p:pic>
      <p:pic>
        <p:nvPicPr>
          <p:cNvPr id="6" name="Google Shape;216;p17" descr="image.png">
            <a:extLst>
              <a:ext uri="{FF2B5EF4-FFF2-40B4-BE49-F238E27FC236}">
                <a16:creationId xmlns:a16="http://schemas.microsoft.com/office/drawing/2014/main" id="{71638549-4813-999A-0B57-FA54E162C051}"/>
              </a:ext>
            </a:extLst>
          </p:cNvPr>
          <p:cNvPicPr preferRelativeResize="0"/>
          <p:nvPr/>
        </p:nvPicPr>
        <p:blipFill rotWithShape="1">
          <a:blip r:embed="rId4">
            <a:alphaModFix/>
          </a:blip>
          <a:srcRect/>
          <a:stretch/>
        </p:blipFill>
        <p:spPr>
          <a:xfrm>
            <a:off x="8917662" y="1656480"/>
            <a:ext cx="2565721" cy="1298570"/>
          </a:xfrm>
          <a:prstGeom prst="rect">
            <a:avLst/>
          </a:prstGeom>
          <a:noFill/>
          <a:ln>
            <a:noFill/>
          </a:ln>
        </p:spPr>
      </p:pic>
      <p:pic>
        <p:nvPicPr>
          <p:cNvPr id="4" name="Google Shape;216;p17" descr="image.png">
            <a:extLst>
              <a:ext uri="{FF2B5EF4-FFF2-40B4-BE49-F238E27FC236}">
                <a16:creationId xmlns:a16="http://schemas.microsoft.com/office/drawing/2014/main" id="{71391231-DBD9-3779-12CD-C9A6508392EC}"/>
              </a:ext>
            </a:extLst>
          </p:cNvPr>
          <p:cNvPicPr preferRelativeResize="0"/>
          <p:nvPr/>
        </p:nvPicPr>
        <p:blipFill rotWithShape="1">
          <a:blip r:embed="rId4">
            <a:alphaModFix/>
          </a:blip>
          <a:srcRect/>
          <a:stretch/>
        </p:blipFill>
        <p:spPr>
          <a:xfrm>
            <a:off x="6208329" y="1656481"/>
            <a:ext cx="2565721" cy="1279807"/>
          </a:xfrm>
          <a:prstGeom prst="rect">
            <a:avLst/>
          </a:prstGeom>
          <a:noFill/>
          <a:ln>
            <a:noFill/>
          </a:ln>
        </p:spPr>
      </p:pic>
      <p:sp>
        <p:nvSpPr>
          <p:cNvPr id="2" name="Rectangle 1">
            <a:extLst>
              <a:ext uri="{FF2B5EF4-FFF2-40B4-BE49-F238E27FC236}">
                <a16:creationId xmlns:a16="http://schemas.microsoft.com/office/drawing/2014/main" id="{0A51999E-C359-14DE-8F16-67771374C8C1}"/>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99;p14">
            <a:extLst>
              <a:ext uri="{FF2B5EF4-FFF2-40B4-BE49-F238E27FC236}">
                <a16:creationId xmlns:a16="http://schemas.microsoft.com/office/drawing/2014/main" id="{23871418-E715-A333-93CE-3074658BA08A}"/>
              </a:ext>
            </a:extLst>
          </p:cNvPr>
          <p:cNvSpPr txBox="1"/>
          <p:nvPr/>
        </p:nvSpPr>
        <p:spPr>
          <a:xfrm>
            <a:off x="5998703" y="1171668"/>
            <a:ext cx="5550693" cy="276999"/>
          </a:xfrm>
          <a:prstGeom prst="rect">
            <a:avLst/>
          </a:prstGeom>
          <a:noFill/>
          <a:ln>
            <a:noFill/>
          </a:ln>
        </p:spPr>
        <p:txBody>
          <a:bodyPr spcFirstLastPara="1" wrap="square" lIns="304800" tIns="0" rIns="0" bIns="0" anchor="t" anchorCtr="0">
            <a:spAutoFit/>
          </a:bodyPr>
          <a:lstStyle/>
          <a:p>
            <a:pPr marL="0" marR="0" lvl="0" indent="0" algn="l" rtl="0">
              <a:spcBef>
                <a:spcPts val="0"/>
              </a:spcBef>
              <a:spcAft>
                <a:spcPts val="0"/>
              </a:spcAft>
              <a:buNone/>
            </a:pPr>
            <a:r>
              <a:rPr lang="en-US" b="0" i="0" u="none" strike="noStrike" cap="none" dirty="0" err="1">
                <a:solidFill>
                  <a:srgbClr val="0F172A"/>
                </a:solidFill>
                <a:latin typeface="Roboto SemiBold"/>
                <a:ea typeface="Roboto SemiBold"/>
                <a:cs typeface="Roboto SemiBold"/>
                <a:sym typeface="Roboto SemiBold"/>
              </a:rPr>
              <a:t>Một</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số</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công</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cụ</a:t>
            </a:r>
            <a:r>
              <a:rPr lang="en-US" b="0" i="0" u="none" strike="noStrike" cap="none" dirty="0">
                <a:solidFill>
                  <a:srgbClr val="0F172A"/>
                </a:solidFill>
                <a:latin typeface="Roboto SemiBold"/>
                <a:ea typeface="Roboto SemiBold"/>
                <a:cs typeface="Roboto SemiBold"/>
                <a:sym typeface="Roboto SemiBold"/>
              </a:rPr>
              <a:t> upload </a:t>
            </a:r>
            <a:r>
              <a:rPr lang="en-US" b="0" i="0" u="none" strike="noStrike" cap="none" dirty="0" err="1">
                <a:solidFill>
                  <a:srgbClr val="0F172A"/>
                </a:solidFill>
                <a:latin typeface="Roboto SemiBold"/>
                <a:ea typeface="Roboto SemiBold"/>
                <a:cs typeface="Roboto SemiBold"/>
                <a:sym typeface="Roboto SemiBold"/>
              </a:rPr>
              <a:t>hiện</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có</a:t>
            </a:r>
            <a:r>
              <a:rPr lang="en-US" b="0" i="0" u="none" strike="noStrike" cap="none" dirty="0">
                <a:solidFill>
                  <a:srgbClr val="0F172A"/>
                </a:solidFill>
                <a:latin typeface="Roboto SemiBold"/>
                <a:ea typeface="Roboto SemiBold"/>
                <a:cs typeface="Roboto SemiBold"/>
                <a:sym typeface="Roboto SemiBold"/>
              </a:rPr>
              <a:t> </a:t>
            </a:r>
            <a:r>
              <a:rPr lang="en-US" b="0" i="0" u="none" strike="noStrike" cap="none" dirty="0" err="1">
                <a:solidFill>
                  <a:srgbClr val="0F172A"/>
                </a:solidFill>
                <a:latin typeface="Roboto SemiBold"/>
                <a:ea typeface="Roboto SemiBold"/>
                <a:cs typeface="Roboto SemiBold"/>
                <a:sym typeface="Roboto SemiBold"/>
              </a:rPr>
              <a:t>tại</a:t>
            </a:r>
            <a:r>
              <a:rPr lang="en-US" b="0" i="0" u="none" strike="noStrike" cap="none" dirty="0">
                <a:solidFill>
                  <a:srgbClr val="0F172A"/>
                </a:solidFill>
                <a:latin typeface="Roboto SemiBold"/>
                <a:ea typeface="Roboto SemiBold"/>
                <a:cs typeface="Roboto SemiBold"/>
                <a:sym typeface="Roboto SemiBold"/>
              </a:rPr>
              <a:t> TTDLL</a:t>
            </a:r>
            <a:endParaRPr dirty="0">
              <a:latin typeface="Roboto SemiBold"/>
            </a:endParaRPr>
          </a:p>
        </p:txBody>
      </p:sp>
      <p:pic>
        <p:nvPicPr>
          <p:cNvPr id="13" name="Google Shape;100;p14" descr="image.png">
            <a:extLst>
              <a:ext uri="{FF2B5EF4-FFF2-40B4-BE49-F238E27FC236}">
                <a16:creationId xmlns:a16="http://schemas.microsoft.com/office/drawing/2014/main" id="{A52354B4-5C56-07ED-7311-BAA062BEEEB9}"/>
              </a:ext>
            </a:extLst>
          </p:cNvPr>
          <p:cNvPicPr preferRelativeResize="0"/>
          <p:nvPr/>
        </p:nvPicPr>
        <p:blipFill rotWithShape="1">
          <a:blip r:embed="rId5">
            <a:alphaModFix/>
          </a:blip>
          <a:srcRect/>
          <a:stretch/>
        </p:blipFill>
        <p:spPr>
          <a:xfrm>
            <a:off x="6257480" y="4946494"/>
            <a:ext cx="209550" cy="209550"/>
          </a:xfrm>
          <a:prstGeom prst="rect">
            <a:avLst/>
          </a:prstGeom>
          <a:noFill/>
          <a:ln>
            <a:noFill/>
          </a:ln>
        </p:spPr>
      </p:pic>
      <p:sp>
        <p:nvSpPr>
          <p:cNvPr id="18" name="Google Shape;105;p14">
            <a:extLst>
              <a:ext uri="{FF2B5EF4-FFF2-40B4-BE49-F238E27FC236}">
                <a16:creationId xmlns:a16="http://schemas.microsoft.com/office/drawing/2014/main" id="{6E1345C3-44FB-3DF9-8E0B-9A58FFDF1C0F}"/>
              </a:ext>
            </a:extLst>
          </p:cNvPr>
          <p:cNvSpPr txBox="1"/>
          <p:nvPr/>
        </p:nvSpPr>
        <p:spPr>
          <a:xfrm>
            <a:off x="6299465" y="1772992"/>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Roboto"/>
                <a:cs typeface="Roboto"/>
                <a:sym typeface="Roboto"/>
              </a:rPr>
              <a:t>Hệ</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thống</a:t>
            </a:r>
            <a:r>
              <a:rPr lang="en-US" sz="1200" b="1" i="0" u="none" strike="noStrike" cap="none" dirty="0">
                <a:solidFill>
                  <a:srgbClr val="0F172A"/>
                </a:solidFill>
                <a:latin typeface="Roboto"/>
                <a:ea typeface="Roboto"/>
                <a:cs typeface="Roboto"/>
                <a:sym typeface="Roboto"/>
              </a:rPr>
              <a:t> Data </a:t>
            </a:r>
            <a:r>
              <a:rPr lang="en-US" sz="1200" b="1" i="0" u="none" strike="noStrike" cap="none" dirty="0" err="1">
                <a:solidFill>
                  <a:srgbClr val="0F172A"/>
                </a:solidFill>
                <a:latin typeface="Roboto"/>
                <a:ea typeface="Roboto"/>
                <a:cs typeface="Roboto"/>
                <a:sym typeface="Roboto"/>
              </a:rPr>
              <a:t>Gov</a:t>
            </a:r>
            <a:endParaRPr dirty="0"/>
          </a:p>
        </p:txBody>
      </p:sp>
      <p:sp>
        <p:nvSpPr>
          <p:cNvPr id="19" name="Google Shape;106;p14">
            <a:extLst>
              <a:ext uri="{FF2B5EF4-FFF2-40B4-BE49-F238E27FC236}">
                <a16:creationId xmlns:a16="http://schemas.microsoft.com/office/drawing/2014/main" id="{56836AD2-4714-90AF-2EB4-C178EAAAE969}"/>
              </a:ext>
            </a:extLst>
          </p:cNvPr>
          <p:cNvSpPr txBox="1"/>
          <p:nvPr/>
        </p:nvSpPr>
        <p:spPr>
          <a:xfrm>
            <a:off x="6299465" y="2073435"/>
            <a:ext cx="2483417" cy="775597"/>
          </a:xfrm>
          <a:prstGeom prst="rect">
            <a:avLst/>
          </a:prstGeom>
          <a:noFill/>
          <a:ln>
            <a:noFill/>
          </a:ln>
        </p:spPr>
        <p:txBody>
          <a:bodyPr spcFirstLastPara="1" wrap="square" lIns="0" tIns="0" rIns="0" bIns="0" anchor="t" anchorCtr="0">
            <a:spAutoFit/>
          </a:bodyPr>
          <a:lstStyle/>
          <a:p>
            <a:pPr marL="171450" marR="0" lvl="0" indent="-171450" algn="l" rtl="0">
              <a:lnSpc>
                <a:spcPct val="140000"/>
              </a:lnSpc>
              <a:spcBef>
                <a:spcPts val="0"/>
              </a:spcBef>
              <a:spcAft>
                <a:spcPts val="0"/>
              </a:spcAft>
              <a:buFont typeface="Arial" panose="020B0604020202020204" pitchFamily="34" charset="0"/>
              <a:buChar char="•"/>
            </a:pPr>
            <a:r>
              <a:rPr lang="en-US" sz="1200" b="0" i="0" u="none" strike="noStrike" cap="none" dirty="0">
                <a:solidFill>
                  <a:srgbClr val="64748B"/>
                </a:solidFill>
                <a:latin typeface="Open Sans"/>
                <a:ea typeface="Open Sans"/>
                <a:cs typeface="Open Sans"/>
                <a:sym typeface="Open Sans"/>
              </a:rPr>
              <a:t>Upload </a:t>
            </a:r>
            <a:r>
              <a:rPr lang="en-US" sz="1200" b="0" i="0" u="none" strike="noStrike" cap="none" dirty="0" err="1">
                <a:solidFill>
                  <a:srgbClr val="64748B"/>
                </a:solidFill>
                <a:latin typeface="Open Sans"/>
                <a:ea typeface="Open Sans"/>
                <a:cs typeface="Open Sans"/>
                <a:sym typeface="Open Sans"/>
              </a:rPr>
              <a:t>dữ</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liệu</a:t>
            </a:r>
            <a:r>
              <a:rPr lang="en-US" sz="1200" b="0" i="0" u="none" strike="noStrike" cap="none" dirty="0">
                <a:solidFill>
                  <a:srgbClr val="64748B"/>
                </a:solidFill>
                <a:latin typeface="Open Sans"/>
                <a:ea typeface="Open Sans"/>
                <a:cs typeface="Open Sans"/>
                <a:sym typeface="Open Sans"/>
              </a:rPr>
              <a:t> excel </a:t>
            </a:r>
            <a:r>
              <a:rPr lang="en-US" sz="1200" b="0" i="0" u="none" strike="noStrike" cap="none" dirty="0" err="1">
                <a:solidFill>
                  <a:srgbClr val="64748B"/>
                </a:solidFill>
                <a:latin typeface="Open Sans"/>
                <a:ea typeface="Open Sans"/>
                <a:cs typeface="Open Sans"/>
                <a:sym typeface="Open Sans"/>
              </a:rPr>
              <a:t>lên</a:t>
            </a:r>
            <a:r>
              <a:rPr lang="en-US" sz="1200" b="0" i="0" u="none" strike="noStrike" cap="none" dirty="0">
                <a:solidFill>
                  <a:srgbClr val="64748B"/>
                </a:solidFill>
                <a:latin typeface="Open Sans"/>
                <a:ea typeface="Open Sans"/>
                <a:cs typeface="Open Sans"/>
                <a:sym typeface="Open Sans"/>
              </a:rPr>
              <a:t> LDZ. </a:t>
            </a:r>
            <a:r>
              <a:rPr lang="en-US" sz="1200" b="0" i="0" u="none" strike="noStrike" cap="none" dirty="0" err="1">
                <a:solidFill>
                  <a:srgbClr val="64748B"/>
                </a:solidFill>
                <a:latin typeface="Open Sans"/>
                <a:ea typeface="Open Sans"/>
                <a:cs typeface="Open Sans"/>
                <a:sym typeface="Open Sans"/>
              </a:rPr>
              <a:t>Chỉ</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xử</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lý</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được</a:t>
            </a:r>
            <a:r>
              <a:rPr lang="en-US" sz="1200" b="0" i="0" u="none" strike="noStrike" cap="none" dirty="0">
                <a:solidFill>
                  <a:srgbClr val="64748B"/>
                </a:solidFill>
                <a:latin typeface="Open Sans"/>
                <a:ea typeface="Open Sans"/>
                <a:cs typeface="Open Sans"/>
                <a:sym typeface="Open Sans"/>
              </a:rPr>
              <a:t> file Excel </a:t>
            </a:r>
            <a:r>
              <a:rPr lang="en-US" sz="1200" b="0" i="0" u="none" strike="noStrike" cap="none" dirty="0" err="1">
                <a:solidFill>
                  <a:srgbClr val="64748B"/>
                </a:solidFill>
                <a:latin typeface="Open Sans"/>
                <a:ea typeface="Open Sans"/>
                <a:cs typeface="Open Sans"/>
                <a:sym typeface="Open Sans"/>
              </a:rPr>
              <a:t>và</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hạn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chế</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số</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lượng</a:t>
            </a:r>
            <a:r>
              <a:rPr lang="en-US" sz="1200" dirty="0">
                <a:solidFill>
                  <a:srgbClr val="64748B"/>
                </a:solidFill>
                <a:latin typeface="Open Sans"/>
                <a:ea typeface="Open Sans"/>
                <a:cs typeface="Open Sans"/>
                <a:sym typeface="Open Sans"/>
              </a:rPr>
              <a:t> 100,000</a:t>
            </a:r>
            <a:r>
              <a:rPr lang="en-US" sz="1200" b="0" i="0" u="none" strike="noStrike" cap="none" dirty="0">
                <a:solidFill>
                  <a:srgbClr val="64748B"/>
                </a:solidFill>
                <a:latin typeface="Open Sans"/>
                <a:ea typeface="Open Sans"/>
                <a:cs typeface="Open Sans"/>
                <a:sym typeface="Open Sans"/>
              </a:rPr>
              <a:t>.bản </a:t>
            </a:r>
            <a:r>
              <a:rPr lang="en-US" sz="1200" b="0" i="0" u="none" strike="noStrike" cap="none" dirty="0" err="1">
                <a:solidFill>
                  <a:srgbClr val="64748B"/>
                </a:solidFill>
                <a:latin typeface="Open Sans"/>
                <a:ea typeface="Open Sans"/>
                <a:cs typeface="Open Sans"/>
                <a:sym typeface="Open Sans"/>
              </a:rPr>
              <a:t>ghi</a:t>
            </a:r>
            <a:endParaRPr sz="1200" dirty="0"/>
          </a:p>
        </p:txBody>
      </p:sp>
      <p:sp>
        <p:nvSpPr>
          <p:cNvPr id="21" name="Google Shape;108;p14">
            <a:extLst>
              <a:ext uri="{FF2B5EF4-FFF2-40B4-BE49-F238E27FC236}">
                <a16:creationId xmlns:a16="http://schemas.microsoft.com/office/drawing/2014/main" id="{D8FBE04D-16BF-0770-CEBD-4EEDDA10B7AA}"/>
              </a:ext>
            </a:extLst>
          </p:cNvPr>
          <p:cNvSpPr txBox="1"/>
          <p:nvPr/>
        </p:nvSpPr>
        <p:spPr>
          <a:xfrm>
            <a:off x="9025640" y="1765405"/>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MA Tool - BDM</a:t>
            </a:r>
            <a:endParaRPr dirty="0"/>
          </a:p>
        </p:txBody>
      </p:sp>
      <p:sp>
        <p:nvSpPr>
          <p:cNvPr id="22" name="Google Shape;109;p14">
            <a:extLst>
              <a:ext uri="{FF2B5EF4-FFF2-40B4-BE49-F238E27FC236}">
                <a16:creationId xmlns:a16="http://schemas.microsoft.com/office/drawing/2014/main" id="{AF6DF6DB-0604-834D-43BD-492F88DA2F6B}"/>
              </a:ext>
            </a:extLst>
          </p:cNvPr>
          <p:cNvSpPr txBox="1"/>
          <p:nvPr/>
        </p:nvSpPr>
        <p:spPr>
          <a:xfrm>
            <a:off x="9025640" y="2045152"/>
            <a:ext cx="2883862" cy="775597"/>
          </a:xfrm>
          <a:prstGeom prst="rect">
            <a:avLst/>
          </a:prstGeom>
          <a:noFill/>
          <a:ln>
            <a:noFill/>
          </a:ln>
        </p:spPr>
        <p:txBody>
          <a:bodyPr spcFirstLastPara="1" wrap="square" lIns="0" tIns="0" rIns="0" bIns="0" anchor="t" anchorCtr="0">
            <a:spAutoFit/>
          </a:bodyPr>
          <a:lstStyle/>
          <a:p>
            <a:pPr marL="171450" marR="0" lvl="0" indent="-171450" algn="l" rtl="0">
              <a:lnSpc>
                <a:spcPct val="140000"/>
              </a:lnSpc>
              <a:spcBef>
                <a:spcPts val="0"/>
              </a:spcBef>
              <a:spcAft>
                <a:spcPts val="0"/>
              </a:spcAft>
              <a:buFont typeface="Arial" panose="020B0604020202020204" pitchFamily="34" charset="0"/>
              <a:buChar char="•"/>
            </a:pPr>
            <a:r>
              <a:rPr lang="en-US" sz="1200" b="0" i="0" u="none" strike="noStrike" cap="none" dirty="0">
                <a:solidFill>
                  <a:srgbClr val="64748B"/>
                </a:solidFill>
                <a:latin typeface="Open Sans"/>
                <a:ea typeface="Open Sans"/>
                <a:cs typeface="Open Sans"/>
                <a:sym typeface="Open Sans"/>
              </a:rPr>
              <a:t>Upload file Excel </a:t>
            </a:r>
            <a:r>
              <a:rPr lang="en-US" sz="1200" b="0" i="0" u="none" strike="noStrike" cap="none" dirty="0" err="1">
                <a:solidFill>
                  <a:srgbClr val="64748B"/>
                </a:solidFill>
                <a:latin typeface="Open Sans"/>
                <a:ea typeface="Open Sans"/>
                <a:cs typeface="Open Sans"/>
                <a:sym typeface="Open Sans"/>
              </a:rPr>
              <a:t>lên</a:t>
            </a:r>
            <a:r>
              <a:rPr lang="en-US" sz="1200" b="0" i="0" u="none" strike="noStrike" cap="none" dirty="0">
                <a:solidFill>
                  <a:srgbClr val="64748B"/>
                </a:solidFill>
                <a:latin typeface="Open Sans"/>
                <a:ea typeface="Open Sans"/>
                <a:cs typeface="Open Sans"/>
                <a:sym typeface="Open Sans"/>
              </a:rPr>
              <a:t> BDM </a:t>
            </a:r>
            <a:r>
              <a:rPr lang="en-US" sz="1200" b="0" i="0" u="none" strike="noStrike" cap="none" dirty="0" err="1">
                <a:solidFill>
                  <a:srgbClr val="64748B"/>
                </a:solidFill>
                <a:latin typeface="Open Sans"/>
                <a:ea typeface="Open Sans"/>
                <a:cs typeface="Open Sans"/>
                <a:sym typeface="Open Sans"/>
              </a:rPr>
              <a:t>theo</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cơ</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chế</a:t>
            </a:r>
            <a:r>
              <a:rPr lang="en-US" sz="1200" b="0" i="0" u="none" strike="noStrike" cap="none" dirty="0">
                <a:solidFill>
                  <a:srgbClr val="64748B"/>
                </a:solidFill>
                <a:latin typeface="Open Sans"/>
                <a:ea typeface="Open Sans"/>
                <a:cs typeface="Open Sans"/>
                <a:sym typeface="Open Sans"/>
              </a:rPr>
              <a:t> SCD1 </a:t>
            </a:r>
            <a:r>
              <a:rPr lang="en-US" sz="1200" b="0" i="0" u="none" strike="noStrike" cap="none" dirty="0" err="1">
                <a:solidFill>
                  <a:srgbClr val="64748B"/>
                </a:solidFill>
                <a:latin typeface="Open Sans"/>
                <a:ea typeface="Open Sans"/>
                <a:cs typeface="Open Sans"/>
                <a:sym typeface="Open Sans"/>
              </a:rPr>
              <a:t>và</a:t>
            </a:r>
            <a:r>
              <a:rPr lang="en-US" sz="1200" b="0" i="0" u="none" strike="noStrike" cap="none" dirty="0">
                <a:solidFill>
                  <a:srgbClr val="64748B"/>
                </a:solidFill>
                <a:latin typeface="Open Sans"/>
                <a:ea typeface="Open Sans"/>
                <a:cs typeface="Open Sans"/>
                <a:sym typeface="Open Sans"/>
              </a:rPr>
              <a:t> SCD2, </a:t>
            </a:r>
            <a:r>
              <a:rPr lang="en-US" sz="1200" b="0" i="0" u="none" strike="noStrike" cap="none" dirty="0" err="1">
                <a:solidFill>
                  <a:srgbClr val="64748B"/>
                </a:solidFill>
                <a:latin typeface="Open Sans"/>
                <a:ea typeface="Open Sans"/>
                <a:cs typeface="Open Sans"/>
                <a:sym typeface="Open Sans"/>
              </a:rPr>
              <a:t>có</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chức</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năng</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phân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quyền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nhập</a:t>
            </a:r>
            <a:r>
              <a:rPr lang="en-US" sz="1200" b="0" i="0" u="none" strike="noStrike" cap="none" dirty="0">
                <a:solidFill>
                  <a:srgbClr val="64748B"/>
                </a:solidFill>
                <a:latin typeface="Open Sans"/>
                <a:ea typeface="Open Sans"/>
                <a:cs typeface="Open Sans"/>
                <a:sym typeface="Open Sans"/>
              </a:rPr>
              <a:t>/</a:t>
            </a:r>
            <a:r>
              <a:rPr lang="vi-VN" sz="1200" b="0" i="0" u="none" strike="noStrike" cap="none" dirty="0">
                <a:solidFill>
                  <a:srgbClr val="64748B"/>
                </a:solidFill>
                <a:latin typeface="Open Sans"/>
                <a:ea typeface="Open Sans"/>
                <a:cs typeface="Open Sans"/>
                <a:sym typeface="Open Sans"/>
              </a:rPr>
              <a:t>duyệt.</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ghi</a:t>
            </a:r>
            <a:r>
              <a:rPr lang="en-US" sz="1200" b="0" i="0" u="none" strike="noStrike" cap="none" dirty="0">
                <a:solidFill>
                  <a:srgbClr val="64748B"/>
                </a:solidFill>
                <a:latin typeface="Open Sans"/>
                <a:ea typeface="Open Sans"/>
                <a:cs typeface="Open Sans"/>
                <a:sym typeface="Open Sans"/>
              </a:rPr>
              <a:t> log audit</a:t>
            </a:r>
            <a:endParaRPr sz="1200" dirty="0"/>
          </a:p>
        </p:txBody>
      </p:sp>
      <p:sp>
        <p:nvSpPr>
          <p:cNvPr id="24" name="Google Shape;111;p14">
            <a:extLst>
              <a:ext uri="{FF2B5EF4-FFF2-40B4-BE49-F238E27FC236}">
                <a16:creationId xmlns:a16="http://schemas.microsoft.com/office/drawing/2014/main" id="{C2118EC1-07D9-E356-C67D-A201CF9D4A44}"/>
              </a:ext>
            </a:extLst>
          </p:cNvPr>
          <p:cNvSpPr txBox="1"/>
          <p:nvPr/>
        </p:nvSpPr>
        <p:spPr>
          <a:xfrm>
            <a:off x="6338050" y="3144102"/>
            <a:ext cx="2388976"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a:solidFill>
                  <a:srgbClr val="0F172A"/>
                </a:solidFill>
                <a:latin typeface="Roboto"/>
                <a:sym typeface="Roboto"/>
              </a:rPr>
              <a:t>EDP upload</a:t>
            </a:r>
            <a:endParaRPr dirty="0"/>
          </a:p>
        </p:txBody>
      </p:sp>
      <p:sp>
        <p:nvSpPr>
          <p:cNvPr id="25" name="Google Shape;112;p14">
            <a:extLst>
              <a:ext uri="{FF2B5EF4-FFF2-40B4-BE49-F238E27FC236}">
                <a16:creationId xmlns:a16="http://schemas.microsoft.com/office/drawing/2014/main" id="{52B256EC-4E68-65BD-B8E3-29D429D1D850}"/>
              </a:ext>
            </a:extLst>
          </p:cNvPr>
          <p:cNvSpPr txBox="1"/>
          <p:nvPr/>
        </p:nvSpPr>
        <p:spPr>
          <a:xfrm>
            <a:off x="6245083" y="3400959"/>
            <a:ext cx="2656296" cy="1292662"/>
          </a:xfrm>
          <a:prstGeom prst="rect">
            <a:avLst/>
          </a:prstGeom>
          <a:noFill/>
          <a:ln>
            <a:noFill/>
          </a:ln>
        </p:spPr>
        <p:txBody>
          <a:bodyPr spcFirstLastPara="1" wrap="square" lIns="0" tIns="0" rIns="0" bIns="0" anchor="t" anchorCtr="0">
            <a:spAutoFit/>
          </a:bodyPr>
          <a:lstStyle/>
          <a:p>
            <a:pPr marL="171450" marR="0" lvl="0" indent="-171450" algn="l" rtl="0">
              <a:lnSpc>
                <a:spcPct val="140000"/>
              </a:lnSpc>
              <a:spcBef>
                <a:spcPts val="0"/>
              </a:spcBef>
              <a:spcAft>
                <a:spcPts val="0"/>
              </a:spcAft>
              <a:buFont typeface="Arial" panose="020B0604020202020204" pitchFamily="34" charset="0"/>
              <a:buChar char="•"/>
            </a:pPr>
            <a:r>
              <a:rPr lang="en-US" sz="1200" b="0" i="0" u="none" strike="noStrike" cap="none" dirty="0">
                <a:solidFill>
                  <a:srgbClr val="64748B"/>
                </a:solidFill>
                <a:latin typeface="Open Sans"/>
                <a:ea typeface="Open Sans"/>
                <a:cs typeface="Open Sans"/>
                <a:sym typeface="Open Sans"/>
              </a:rPr>
              <a:t>Upload </a:t>
            </a:r>
            <a:r>
              <a:rPr lang="en-US" sz="1200" b="0" i="0" u="none" strike="noStrike" cap="none" dirty="0" err="1">
                <a:solidFill>
                  <a:srgbClr val="64748B"/>
                </a:solidFill>
                <a:latin typeface="Open Sans"/>
                <a:ea typeface="Open Sans"/>
                <a:cs typeface="Open Sans"/>
                <a:sym typeface="Open Sans"/>
              </a:rPr>
              <a:t>nhiều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định</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dạng</a:t>
            </a:r>
            <a:r>
              <a:rPr lang="en-US" sz="1200" b="0" i="0" u="none" strike="noStrike" cap="none" dirty="0">
                <a:solidFill>
                  <a:srgbClr val="64748B"/>
                </a:solidFill>
                <a:latin typeface="Open Sans"/>
                <a:ea typeface="Open Sans"/>
                <a:cs typeface="Open Sans"/>
                <a:sym typeface="Open Sans"/>
              </a:rPr>
              <a:t> file: </a:t>
            </a:r>
            <a:r>
              <a:rPr lang="en-US" sz="1200" b="0" i="0" u="none" strike="noStrike" cap="none" dirty="0" err="1">
                <a:solidFill>
                  <a:srgbClr val="64748B"/>
                </a:solidFill>
                <a:latin typeface="Open Sans"/>
                <a:ea typeface="Open Sans"/>
                <a:cs typeface="Open Sans"/>
                <a:sym typeface="Open Sans"/>
              </a:rPr>
              <a:t>cấu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trúc</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bán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cấu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trúc</a:t>
            </a:r>
            <a:r>
              <a:rPr lang="en-US" sz="1200" dirty="0">
                <a:solidFill>
                  <a:srgbClr val="64748B"/>
                </a:solidFill>
                <a:latin typeface="Open Sans"/>
                <a:ea typeface="Open Sans"/>
                <a:cs typeface="Open Sans"/>
                <a:sym typeface="Open Sans"/>
              </a:rPr>
              <a:t>, phi </a:t>
            </a:r>
            <a:r>
              <a:rPr lang="en-US" sz="1200" dirty="0" err="1">
                <a:solidFill>
                  <a:srgbClr val="64748B"/>
                </a:solidFill>
                <a:latin typeface="Open Sans"/>
                <a:ea typeface="Open Sans"/>
                <a:cs typeface="Open Sans"/>
                <a:sym typeface="Open Sans"/>
              </a:rPr>
              <a:t>cấu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trúc</a:t>
            </a:r>
            <a:r>
              <a:rPr lang="en-US" sz="1200" dirty="0">
                <a:solidFill>
                  <a:srgbClr val="64748B"/>
                </a:solidFill>
                <a:latin typeface="Open Sans"/>
                <a:ea typeface="Open Sans"/>
                <a:cs typeface="Open Sans"/>
                <a:sym typeface="Open Sans"/>
              </a:rPr>
              <a:t>. dung </a:t>
            </a:r>
            <a:r>
              <a:rPr lang="en-US" sz="1200" dirty="0" err="1">
                <a:solidFill>
                  <a:srgbClr val="64748B"/>
                </a:solidFill>
                <a:latin typeface="Open Sans"/>
                <a:ea typeface="Open Sans"/>
                <a:cs typeface="Open Sans"/>
                <a:sym typeface="Open Sans"/>
              </a:rPr>
              <a:t>lượng</a:t>
            </a:r>
            <a:r>
              <a:rPr lang="en-US" sz="1200" dirty="0">
                <a:solidFill>
                  <a:srgbClr val="64748B"/>
                </a:solidFill>
                <a:latin typeface="Open Sans"/>
                <a:ea typeface="Open Sans"/>
                <a:cs typeface="Open Sans"/>
                <a:sym typeface="Open Sans"/>
              </a:rPr>
              <a:t> file </a:t>
            </a:r>
            <a:r>
              <a:rPr lang="en-US" sz="1200" dirty="0" err="1">
                <a:solidFill>
                  <a:srgbClr val="64748B"/>
                </a:solidFill>
                <a:latin typeface="Open Sans"/>
                <a:ea typeface="Open Sans"/>
                <a:cs typeface="Open Sans"/>
                <a:sym typeface="Open Sans"/>
              </a:rPr>
              <a:t>lớn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Hạn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chế</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về</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cơ</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chế</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phân</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quyền</a:t>
            </a:r>
            <a:r>
              <a:rPr lang="en-US" sz="1200" dirty="0">
                <a:solidFill>
                  <a:srgbClr val="64748B"/>
                </a:solidFill>
                <a:latin typeface="Open Sans"/>
                <a:ea typeface="Open Sans"/>
                <a:cs typeface="Open Sans"/>
                <a:sym typeface="Open Sans"/>
              </a:rPr>
              <a:t>, audit log, preview </a:t>
            </a:r>
            <a:r>
              <a:rPr lang="en-US" sz="1200" dirty="0" err="1">
                <a:solidFill>
                  <a:srgbClr val="64748B"/>
                </a:solidFill>
                <a:latin typeface="Open Sans"/>
                <a:ea typeface="Open Sans"/>
                <a:cs typeface="Open Sans"/>
                <a:sym typeface="Open Sans"/>
              </a:rPr>
              <a:t>dữ</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liệu</a:t>
            </a:r>
            <a:endParaRPr sz="1200" dirty="0"/>
          </a:p>
        </p:txBody>
      </p:sp>
      <p:sp>
        <p:nvSpPr>
          <p:cNvPr id="27" name="Google Shape;114;p14">
            <a:extLst>
              <a:ext uri="{FF2B5EF4-FFF2-40B4-BE49-F238E27FC236}">
                <a16:creationId xmlns:a16="http://schemas.microsoft.com/office/drawing/2014/main" id="{4696EB71-C76D-8DC7-EC1B-7977F61D1B00}"/>
              </a:ext>
            </a:extLst>
          </p:cNvPr>
          <p:cNvSpPr txBox="1"/>
          <p:nvPr/>
        </p:nvSpPr>
        <p:spPr>
          <a:xfrm>
            <a:off x="9061777" y="3255256"/>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CSDL </a:t>
            </a:r>
            <a:r>
              <a:rPr lang="en-US" sz="1200" b="1" i="0" u="none" strike="noStrike" cap="none" dirty="0" err="1">
                <a:solidFill>
                  <a:srgbClr val="0F172A"/>
                </a:solidFill>
                <a:latin typeface="Roboto"/>
                <a:ea typeface="Roboto"/>
                <a:cs typeface="Roboto"/>
                <a:sym typeface="Roboto"/>
              </a:rPr>
              <a:t>Hành</a:t>
            </a:r>
            <a:r>
              <a:rPr lang="en-US" sz="1200" b="1" i="0" u="none" strike="noStrike" cap="none" dirty="0">
                <a:solidFill>
                  <a:srgbClr val="0F172A"/>
                </a:solidFill>
                <a:latin typeface="Roboto"/>
                <a:ea typeface="Roboto"/>
                <a:cs typeface="Roboto"/>
                <a:sym typeface="Roboto"/>
              </a:rPr>
              <a:t> vi</a:t>
            </a:r>
            <a:endParaRPr dirty="0"/>
          </a:p>
        </p:txBody>
      </p:sp>
      <p:sp>
        <p:nvSpPr>
          <p:cNvPr id="28" name="Google Shape;115;p14">
            <a:extLst>
              <a:ext uri="{FF2B5EF4-FFF2-40B4-BE49-F238E27FC236}">
                <a16:creationId xmlns:a16="http://schemas.microsoft.com/office/drawing/2014/main" id="{2A5B245E-3B09-2789-0C9B-2AED3021EA54}"/>
              </a:ext>
            </a:extLst>
          </p:cNvPr>
          <p:cNvSpPr txBox="1"/>
          <p:nvPr/>
        </p:nvSpPr>
        <p:spPr>
          <a:xfrm>
            <a:off x="9013242" y="3512519"/>
            <a:ext cx="2601356" cy="775597"/>
          </a:xfrm>
          <a:prstGeom prst="rect">
            <a:avLst/>
          </a:prstGeom>
          <a:noFill/>
          <a:ln>
            <a:noFill/>
          </a:ln>
        </p:spPr>
        <p:txBody>
          <a:bodyPr spcFirstLastPara="1" wrap="square" lIns="0" tIns="0" rIns="0" bIns="0" anchor="t" anchorCtr="0">
            <a:spAutoFit/>
          </a:bodyPr>
          <a:lstStyle/>
          <a:p>
            <a:pPr marL="171450" marR="0" lvl="0" indent="-171450" algn="l" rtl="0">
              <a:lnSpc>
                <a:spcPct val="140000"/>
              </a:lnSpc>
              <a:spcBef>
                <a:spcPts val="0"/>
              </a:spcBef>
              <a:spcAft>
                <a:spcPts val="0"/>
              </a:spcAft>
              <a:buFont typeface="Arial" panose="020B0604020202020204" pitchFamily="34" charset="0"/>
              <a:buChar char="•"/>
            </a:pPr>
            <a:r>
              <a:rPr lang="en-US" sz="1200" b="0" i="0" u="none" strike="noStrike" cap="none" dirty="0">
                <a:solidFill>
                  <a:srgbClr val="64748B"/>
                </a:solidFill>
                <a:latin typeface="Open Sans"/>
                <a:ea typeface="Open Sans"/>
                <a:cs typeface="Open Sans"/>
                <a:sym typeface="Open Sans"/>
              </a:rPr>
              <a:t>Upload file Excel </a:t>
            </a:r>
            <a:r>
              <a:rPr lang="en-US" sz="1200" b="0" i="0" u="none" strike="noStrike" cap="none" dirty="0" err="1">
                <a:solidFill>
                  <a:srgbClr val="64748B"/>
                </a:solidFill>
                <a:latin typeface="Open Sans"/>
                <a:ea typeface="Open Sans"/>
                <a:cs typeface="Open Sans"/>
                <a:sym typeface="Open Sans"/>
              </a:rPr>
              <a:t>các</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chỉ</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tiêu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tính</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toán</a:t>
            </a:r>
            <a:r>
              <a:rPr lang="en-US" sz="1200" b="0" i="0" u="none" strike="noStrike" cap="none" dirty="0">
                <a:solidFill>
                  <a:srgbClr val="64748B"/>
                </a:solidFill>
                <a:latin typeface="Open Sans"/>
                <a:ea typeface="Open Sans"/>
                <a:cs typeface="Open Sans"/>
                <a:sym typeface="Open Sans"/>
              </a:rPr>
              <a:t> manual </a:t>
            </a:r>
            <a:r>
              <a:rPr lang="en-US" sz="1200" b="0" i="0" u="none" strike="noStrike" cap="none" dirty="0" err="1">
                <a:solidFill>
                  <a:srgbClr val="64748B"/>
                </a:solidFill>
                <a:latin typeface="Open Sans"/>
                <a:ea typeface="Open Sans"/>
                <a:cs typeface="Open Sans"/>
                <a:sym typeface="Open Sans"/>
              </a:rPr>
              <a:t>từ</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máy</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trạm</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vào</a:t>
            </a:r>
            <a:r>
              <a:rPr lang="en-US" sz="1200" b="0" i="0" u="none" strike="noStrike" cap="none" dirty="0">
                <a:solidFill>
                  <a:srgbClr val="64748B"/>
                </a:solidFill>
                <a:latin typeface="Open Sans"/>
                <a:ea typeface="Open Sans"/>
                <a:cs typeface="Open Sans"/>
                <a:sym typeface="Open Sans"/>
              </a:rPr>
              <a:t> CSDL </a:t>
            </a:r>
            <a:r>
              <a:rPr lang="en-US" sz="1200" b="0" i="0" u="none" strike="noStrike" cap="none" dirty="0" err="1">
                <a:solidFill>
                  <a:srgbClr val="64748B"/>
                </a:solidFill>
                <a:latin typeface="Open Sans"/>
                <a:ea typeface="Open Sans"/>
                <a:cs typeface="Open Sans"/>
                <a:sym typeface="Open Sans"/>
              </a:rPr>
              <a:t>Hành</a:t>
            </a:r>
            <a:r>
              <a:rPr lang="en-US" sz="1200" b="0" i="0" u="none" strike="noStrike" cap="none" dirty="0">
                <a:solidFill>
                  <a:srgbClr val="64748B"/>
                </a:solidFill>
                <a:latin typeface="Open Sans"/>
                <a:ea typeface="Open Sans"/>
                <a:cs typeface="Open Sans"/>
                <a:sym typeface="Open Sans"/>
              </a:rPr>
              <a:t> vi</a:t>
            </a:r>
            <a:endParaRPr sz="1200" dirty="0"/>
          </a:p>
        </p:txBody>
      </p:sp>
      <p:pic>
        <p:nvPicPr>
          <p:cNvPr id="38" name="Picture 37" descr="C:\Users\vietda2\AppData\Local\Microsoft\Windows\INetCache\Content.MSO\F192A015.tmp"/>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6199" y="3112447"/>
            <a:ext cx="5311324" cy="1482725"/>
          </a:xfrm>
          <a:prstGeom prst="rect">
            <a:avLst/>
          </a:prstGeom>
          <a:noFill/>
          <a:ln>
            <a:noFill/>
          </a:ln>
        </p:spPr>
      </p:pic>
      <p:sp>
        <p:nvSpPr>
          <p:cNvPr id="39" name="Google Shape;303;p20">
            <a:extLst>
              <a:ext uri="{FF2B5EF4-FFF2-40B4-BE49-F238E27FC236}">
                <a16:creationId xmlns:a16="http://schemas.microsoft.com/office/drawing/2014/main" id="{8F3E4539-A31E-4C63-ACC7-6DC1A3BF8749}"/>
              </a:ext>
            </a:extLst>
          </p:cNvPr>
          <p:cNvSpPr txBox="1"/>
          <p:nvPr/>
        </p:nvSpPr>
        <p:spPr>
          <a:xfrm>
            <a:off x="670603" y="1146243"/>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dirty="0" err="1">
                <a:latin typeface="Roboto SemiBold"/>
                <a:sym typeface="Roboto SemiBold"/>
              </a:rPr>
              <a:t>Nội</a:t>
            </a:r>
            <a:r>
              <a:rPr lang="en-US" dirty="0">
                <a:latin typeface="Roboto SemiBold"/>
                <a:sym typeface="Roboto SemiBold"/>
              </a:rPr>
              <a:t> dung Tech-debt:</a:t>
            </a:r>
            <a:endParaRPr dirty="0"/>
          </a:p>
        </p:txBody>
      </p:sp>
      <p:sp>
        <p:nvSpPr>
          <p:cNvPr id="40" name="Google Shape;304;p20">
            <a:extLst>
              <a:ext uri="{FF2B5EF4-FFF2-40B4-BE49-F238E27FC236}">
                <a16:creationId xmlns:a16="http://schemas.microsoft.com/office/drawing/2014/main" id="{424237B8-B274-4EF2-B229-599BF89C5B89}"/>
              </a:ext>
            </a:extLst>
          </p:cNvPr>
          <p:cNvSpPr txBox="1"/>
          <p:nvPr/>
        </p:nvSpPr>
        <p:spPr>
          <a:xfrm>
            <a:off x="670603" y="1553790"/>
            <a:ext cx="5328100" cy="1181862"/>
          </a:xfrm>
          <a:prstGeom prst="rect">
            <a:avLst/>
          </a:prstGeom>
          <a:noFill/>
          <a:ln>
            <a:noFill/>
          </a:ln>
        </p:spPr>
        <p:txBody>
          <a:bodyPr spcFirstLastPara="1" wrap="square" lIns="0" tIns="0" rIns="0" bIns="0" anchor="t" anchorCtr="0">
            <a:spAutoFit/>
          </a:bodyPr>
          <a:lstStyle/>
          <a:p>
            <a:pPr marL="171450" lvl="0" indent="-171450">
              <a:lnSpc>
                <a:spcPct val="160000"/>
              </a:lnSpc>
              <a:buFont typeface="Arial" panose="020B0604020202020204" pitchFamily="34" charset="0"/>
              <a:buChar char="•"/>
            </a:pPr>
            <a:r>
              <a:rPr lang="en-US" sz="1200" dirty="0" err="1">
                <a:solidFill>
                  <a:srgbClr val="4A5568"/>
                </a:solidFill>
                <a:latin typeface="Open Sans"/>
                <a:ea typeface="Open Sans"/>
                <a:cs typeface="Open Sans"/>
                <a:sym typeface="Open Sans"/>
              </a:rPr>
              <a:t>Người</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dùng</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đang</a:t>
            </a:r>
            <a:r>
              <a:rPr lang="en-US" sz="1200" b="0" i="0" u="none" strike="noStrike" cap="none" dirty="0">
                <a:solidFill>
                  <a:srgbClr val="4A5568"/>
                </a:solidFill>
                <a:latin typeface="Open Sans"/>
                <a:ea typeface="Open Sans"/>
                <a:cs typeface="Open Sans"/>
                <a:sym typeface="Open Sans"/>
              </a:rPr>
              <a:t> upload file </a:t>
            </a:r>
            <a:r>
              <a:rPr lang="en-US" sz="1200" b="0" i="0" u="none" strike="noStrike" cap="none" dirty="0" err="1">
                <a:solidFill>
                  <a:srgbClr val="4A5568"/>
                </a:solidFill>
                <a:latin typeface="Open Sans"/>
                <a:ea typeface="Open Sans"/>
                <a:cs typeface="Open Sans"/>
                <a:sym typeface="Open Sans"/>
              </a:rPr>
              <a:t>thông</a:t>
            </a:r>
            <a:r>
              <a:rPr lang="en-US" sz="1200" b="0" i="0" u="none" strike="noStrike" cap="none" dirty="0">
                <a:solidFill>
                  <a:srgbClr val="4A5568"/>
                </a:solidFill>
                <a:latin typeface="Open Sans"/>
                <a:ea typeface="Open Sans"/>
                <a:cs typeface="Open Sans"/>
                <a:sym typeface="Open Sans"/>
              </a:rPr>
              <a:t> tin </a:t>
            </a:r>
            <a:r>
              <a:rPr lang="en-US" sz="1200" b="0" i="0" u="none" strike="noStrike" cap="none" dirty="0" err="1">
                <a:solidFill>
                  <a:srgbClr val="4A5568"/>
                </a:solidFill>
                <a:latin typeface="Open Sans"/>
                <a:ea typeface="Open Sans"/>
                <a:cs typeface="Open Sans"/>
                <a:sym typeface="Open Sans"/>
              </a:rPr>
              <a:t>người</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nộp</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thuế</a:t>
            </a:r>
            <a:r>
              <a:rPr lang="en-US" sz="1200" b="0" i="0" u="none" strike="noStrike" cap="none" dirty="0">
                <a:solidFill>
                  <a:srgbClr val="4A5568"/>
                </a:solidFill>
                <a:latin typeface="Open Sans"/>
                <a:ea typeface="Open Sans"/>
                <a:cs typeface="Open Sans"/>
                <a:sym typeface="Open Sans"/>
              </a:rPr>
              <a:t> qua </a:t>
            </a:r>
            <a:r>
              <a:rPr lang="en-US" sz="1200" b="0" i="0" u="none" strike="noStrike" cap="none" dirty="0" err="1">
                <a:solidFill>
                  <a:srgbClr val="4A5568"/>
                </a:solidFill>
                <a:latin typeface="Open Sans"/>
                <a:ea typeface="Open Sans"/>
                <a:cs typeface="Open Sans"/>
                <a:sym typeface="Open Sans"/>
              </a:rPr>
              <a:t>hệ</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thống</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Jupyter</a:t>
            </a:r>
            <a:r>
              <a:rPr lang="en-US" sz="1200" dirty="0">
                <a:solidFill>
                  <a:srgbClr val="4A5568"/>
                </a:solidFill>
                <a:latin typeface="Open Sans"/>
                <a:ea typeface="Open Sans"/>
                <a:cs typeface="Open Sans"/>
                <a:sym typeface="Open Sans"/>
              </a:rPr>
              <a:t>.</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Dữ</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liệu</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này</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được</a:t>
            </a:r>
            <a:r>
              <a:rPr lang="en-US" sz="1200" b="0" i="0" u="none" strike="noStrike" cap="none" dirty="0">
                <a:solidFill>
                  <a:srgbClr val="4A5568"/>
                </a:solidFill>
                <a:latin typeface="Open Sans"/>
                <a:ea typeface="Open Sans"/>
                <a:cs typeface="Open Sans"/>
                <a:sym typeface="Open Sans"/>
              </a:rPr>
              <a:t> ETL </a:t>
            </a:r>
            <a:r>
              <a:rPr lang="en-US" sz="1200" b="0" i="0" u="none" strike="noStrike" cap="none" dirty="0" err="1">
                <a:solidFill>
                  <a:srgbClr val="4A5568"/>
                </a:solidFill>
                <a:latin typeface="Open Sans"/>
                <a:ea typeface="Open Sans"/>
                <a:cs typeface="Open Sans"/>
                <a:sym typeface="Open Sans"/>
              </a:rPr>
              <a:t>về</a:t>
            </a:r>
            <a:r>
              <a:rPr lang="en-US" sz="1200" b="0" i="0" u="none" strike="noStrike" cap="none" dirty="0">
                <a:solidFill>
                  <a:srgbClr val="4A5568"/>
                </a:solidFill>
                <a:latin typeface="Open Sans"/>
                <a:ea typeface="Open Sans"/>
                <a:cs typeface="Open Sans"/>
                <a:sym typeface="Open Sans"/>
              </a:rPr>
              <a:t> LDZ </a:t>
            </a:r>
            <a:r>
              <a:rPr lang="en-US" sz="1200" b="0" i="0" u="none" strike="noStrike" cap="none" dirty="0" err="1">
                <a:solidFill>
                  <a:srgbClr val="4A5568"/>
                </a:solidFill>
                <a:latin typeface="Open Sans"/>
                <a:ea typeface="Open Sans"/>
                <a:cs typeface="Open Sans"/>
                <a:sym typeface="Open Sans"/>
              </a:rPr>
              <a:t>và</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thực</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hiện</a:t>
            </a:r>
            <a:r>
              <a:rPr lang="en-US" sz="1200" b="0" i="0" u="none" strike="noStrike" cap="none" dirty="0">
                <a:solidFill>
                  <a:srgbClr val="4A5568"/>
                </a:solidFill>
                <a:latin typeface="Open Sans"/>
                <a:ea typeface="Open Sans"/>
                <a:cs typeface="Open Sans"/>
                <a:sym typeface="Open Sans"/>
              </a:rPr>
              <a:t> map </a:t>
            </a:r>
            <a:r>
              <a:rPr lang="en-US" sz="1200" b="0" i="0" u="none" strike="noStrike" cap="none" dirty="0" err="1">
                <a:solidFill>
                  <a:srgbClr val="4A5568"/>
                </a:solidFill>
                <a:latin typeface="Open Sans"/>
                <a:ea typeface="Open Sans"/>
                <a:cs typeface="Open Sans"/>
                <a:sym typeface="Open Sans"/>
              </a:rPr>
              <a:t>với</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dữ</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liệu</a:t>
            </a:r>
            <a:r>
              <a:rPr lang="en-US" sz="1200" b="0" i="0" u="none" strike="noStrike" cap="none" dirty="0">
                <a:solidFill>
                  <a:srgbClr val="4A5568"/>
                </a:solidFill>
                <a:latin typeface="Open Sans"/>
                <a:ea typeface="Open Sans"/>
                <a:cs typeface="Open Sans"/>
                <a:sym typeface="Open Sans"/>
              </a:rPr>
              <a:t> MSB. File </a:t>
            </a:r>
            <a:r>
              <a:rPr lang="en-US" sz="1200" b="0" i="0" u="none" strike="noStrike" cap="none" dirty="0" err="1">
                <a:solidFill>
                  <a:srgbClr val="4A5568"/>
                </a:solidFill>
                <a:latin typeface="Open Sans"/>
                <a:ea typeface="Open Sans"/>
                <a:cs typeface="Open Sans"/>
                <a:sym typeface="Open Sans"/>
              </a:rPr>
              <a:t>kết</a:t>
            </a:r>
            <a:r>
              <a:rPr lang="en-US" sz="1200" b="0" i="0" u="none" strike="noStrike" cap="none" dirty="0">
                <a:solidFill>
                  <a:srgbClr val="4A5568"/>
                </a:solidFill>
                <a:latin typeface="Open Sans"/>
                <a:ea typeface="Open Sans"/>
                <a:cs typeface="Open Sans"/>
                <a:sym typeface="Open Sans"/>
              </a:rPr>
              <a:t> </a:t>
            </a:r>
            <a:r>
              <a:rPr lang="en-US" sz="1200" b="0" i="0" u="none" strike="noStrike" cap="none" dirty="0" err="1">
                <a:solidFill>
                  <a:srgbClr val="4A5568"/>
                </a:solidFill>
                <a:latin typeface="Open Sans"/>
                <a:ea typeface="Open Sans"/>
                <a:cs typeface="Open Sans"/>
                <a:sym typeface="Open Sans"/>
              </a:rPr>
              <a:t>quả</a:t>
            </a:r>
            <a:r>
              <a:rPr lang="en-US" sz="1200" b="0" i="0" u="none" strike="noStrike" cap="none"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trả</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về</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cho</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người</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dùng</a:t>
            </a:r>
            <a:r>
              <a:rPr lang="en-US" sz="1200" dirty="0">
                <a:solidFill>
                  <a:srgbClr val="4A5568"/>
                </a:solidFill>
                <a:latin typeface="Open Sans"/>
                <a:ea typeface="Open Sans"/>
                <a:cs typeface="Open Sans"/>
                <a:sym typeface="Open Sans"/>
              </a:rPr>
              <a:t> qua </a:t>
            </a:r>
            <a:r>
              <a:rPr lang="en-US" sz="1200" dirty="0" err="1">
                <a:solidFill>
                  <a:srgbClr val="4A5568"/>
                </a:solidFill>
                <a:latin typeface="Open Sans"/>
                <a:ea typeface="Open Sans"/>
                <a:cs typeface="Open Sans"/>
                <a:sym typeface="Open Sans"/>
              </a:rPr>
              <a:t>hệ</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thống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Jupyter</a:t>
            </a:r>
            <a:r>
              <a:rPr lang="en-US" sz="1200" dirty="0">
                <a:solidFill>
                  <a:srgbClr val="4A5568"/>
                </a:solidFill>
                <a:latin typeface="Open Sans"/>
                <a:ea typeface="Open Sans"/>
                <a:cs typeface="Open Sans"/>
                <a:sym typeface="Open Sans"/>
              </a:rPr>
              <a:t>. </a:t>
            </a:r>
          </a:p>
          <a:p>
            <a:pPr marL="0" marR="0" lvl="0" indent="0" algn="l" rtl="0">
              <a:lnSpc>
                <a:spcPct val="160000"/>
              </a:lnSpc>
              <a:spcBef>
                <a:spcPts val="0"/>
              </a:spcBef>
              <a:spcAft>
                <a:spcPts val="0"/>
              </a:spcAft>
              <a:buNone/>
            </a:pPr>
            <a:endParaRPr sz="1200" dirty="0"/>
          </a:p>
        </p:txBody>
      </p:sp>
      <p:sp>
        <p:nvSpPr>
          <p:cNvPr id="41" name="Google Shape;304;p20">
            <a:extLst>
              <a:ext uri="{FF2B5EF4-FFF2-40B4-BE49-F238E27FC236}">
                <a16:creationId xmlns:a16="http://schemas.microsoft.com/office/drawing/2014/main" id="{424237B8-B274-4EF2-B229-599BF89C5B89}"/>
              </a:ext>
            </a:extLst>
          </p:cNvPr>
          <p:cNvSpPr txBox="1"/>
          <p:nvPr/>
        </p:nvSpPr>
        <p:spPr>
          <a:xfrm>
            <a:off x="670602" y="2512975"/>
            <a:ext cx="5275505" cy="886397"/>
          </a:xfrm>
          <a:prstGeom prst="rect">
            <a:avLst/>
          </a:prstGeom>
          <a:noFill/>
          <a:ln>
            <a:noFill/>
          </a:ln>
        </p:spPr>
        <p:txBody>
          <a:bodyPr spcFirstLastPara="1" wrap="square" lIns="0" tIns="0" rIns="0" bIns="0" anchor="t" anchorCtr="0">
            <a:spAutoFit/>
          </a:bodyPr>
          <a:lstStyle/>
          <a:p>
            <a:pPr marL="171450" lvl="0" indent="-171450">
              <a:lnSpc>
                <a:spcPct val="160000"/>
              </a:lnSpc>
              <a:buFont typeface="Arial" panose="020B0604020202020204" pitchFamily="34" charset="0"/>
              <a:buChar char="•"/>
            </a:pPr>
            <a:r>
              <a:rPr lang="en-US" sz="1200" dirty="0" err="1">
                <a:solidFill>
                  <a:srgbClr val="4A5568"/>
                </a:solidFill>
                <a:latin typeface="Open Sans"/>
                <a:ea typeface="Open Sans"/>
                <a:cs typeface="Open Sans"/>
                <a:sym typeface="Open Sans"/>
              </a:rPr>
              <a:t>Thiết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kế</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này</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không</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tuân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thủ</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quy</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hoạch</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kiến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trúc</a:t>
            </a:r>
            <a:r>
              <a:rPr lang="en-US" sz="1200" dirty="0">
                <a:solidFill>
                  <a:srgbClr val="4A5568"/>
                </a:solidFill>
                <a:latin typeface="Open Sans"/>
                <a:ea typeface="Open Sans"/>
                <a:cs typeface="Open Sans"/>
                <a:sym typeface="Open Sans"/>
              </a:rPr>
              <a:t> “TTNT </a:t>
            </a:r>
            <a:r>
              <a:rPr lang="en-US" sz="1200" dirty="0" err="1">
                <a:solidFill>
                  <a:srgbClr val="4A5568"/>
                </a:solidFill>
                <a:latin typeface="Open Sans"/>
                <a:ea typeface="Open Sans"/>
                <a:cs typeface="Open Sans"/>
                <a:sym typeface="Open Sans"/>
              </a:rPr>
              <a:t>phát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triển</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tính</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năng</a:t>
            </a:r>
            <a:r>
              <a:rPr lang="en-US" sz="1200" dirty="0">
                <a:solidFill>
                  <a:srgbClr val="4A5568"/>
                </a:solidFill>
                <a:latin typeface="Open Sans"/>
                <a:ea typeface="Open Sans"/>
                <a:cs typeface="Open Sans"/>
                <a:sym typeface="Open Sans"/>
              </a:rPr>
              <a:t> import/export file </a:t>
            </a:r>
            <a:r>
              <a:rPr lang="en-US" sz="1200" dirty="0" err="1">
                <a:solidFill>
                  <a:srgbClr val="4A5568"/>
                </a:solidFill>
                <a:latin typeface="Open Sans"/>
                <a:ea typeface="Open Sans"/>
                <a:cs typeface="Open Sans"/>
                <a:sym typeface="Open Sans"/>
              </a:rPr>
              <a:t>dữ</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liệu</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thuế</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chỉ</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phục</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vụ</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đối</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soát</a:t>
            </a:r>
            <a:r>
              <a:rPr lang="en-US" sz="1200" dirty="0">
                <a:solidFill>
                  <a:srgbClr val="4A5568"/>
                </a:solidFill>
                <a:latin typeface="Open Sans"/>
                <a:ea typeface="Open Sans"/>
                <a:cs typeface="Open Sans"/>
                <a:sym typeface="Open Sans"/>
              </a:rPr>
              <a:t> </a:t>
            </a:r>
            <a:r>
              <a:rPr lang="en-US" sz="1200" dirty="0" err="1">
                <a:solidFill>
                  <a:srgbClr val="4A5568"/>
                </a:solidFill>
                <a:latin typeface="Open Sans"/>
                <a:ea typeface="Open Sans"/>
                <a:cs typeface="Open Sans"/>
                <a:sym typeface="Open Sans"/>
              </a:rPr>
              <a:t>trên</a:t>
            </a:r>
            <a:r>
              <a:rPr lang="en-US" sz="1200" dirty="0">
                <a:solidFill>
                  <a:srgbClr val="4A5568"/>
                </a:solidFill>
                <a:latin typeface="Open Sans"/>
                <a:ea typeface="Open Sans"/>
                <a:cs typeface="Open Sans"/>
                <a:sym typeface="Open Sans"/>
              </a:rPr>
              <a:t> Jupiter Reconcile”</a:t>
            </a:r>
          </a:p>
          <a:p>
            <a:pPr marL="0" marR="0" lvl="0" indent="0" algn="l" rtl="0">
              <a:lnSpc>
                <a:spcPct val="160000"/>
              </a:lnSpc>
              <a:spcBef>
                <a:spcPts val="0"/>
              </a:spcBef>
              <a:spcAft>
                <a:spcPts val="0"/>
              </a:spcAft>
              <a:buNone/>
            </a:pPr>
            <a:endParaRPr sz="1200" dirty="0"/>
          </a:p>
        </p:txBody>
      </p:sp>
      <p:sp>
        <p:nvSpPr>
          <p:cNvPr id="44" name="Google Shape;111;p14">
            <a:extLst>
              <a:ext uri="{FF2B5EF4-FFF2-40B4-BE49-F238E27FC236}">
                <a16:creationId xmlns:a16="http://schemas.microsoft.com/office/drawing/2014/main" id="{C2118EC1-07D9-E356-C67D-A201CF9D4A44}"/>
              </a:ext>
            </a:extLst>
          </p:cNvPr>
          <p:cNvSpPr txBox="1"/>
          <p:nvPr/>
        </p:nvSpPr>
        <p:spPr>
          <a:xfrm>
            <a:off x="6585737" y="4945463"/>
            <a:ext cx="4855011"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err="1">
                <a:solidFill>
                  <a:srgbClr val="0F172A"/>
                </a:solidFill>
                <a:latin typeface="Roboto"/>
                <a:sym typeface="Roboto"/>
              </a:rPr>
              <a:t>Một</a:t>
            </a:r>
            <a:r>
              <a:rPr lang="en-US" sz="1200" b="1" dirty="0">
                <a:solidFill>
                  <a:srgbClr val="0F172A"/>
                </a:solidFill>
                <a:latin typeface="Roboto"/>
                <a:sym typeface="Roboto"/>
              </a:rPr>
              <a:t> </a:t>
            </a:r>
            <a:r>
              <a:rPr lang="en-US" sz="1200" b="1" dirty="0" err="1">
                <a:solidFill>
                  <a:srgbClr val="0F172A"/>
                </a:solidFill>
                <a:latin typeface="Roboto"/>
                <a:sym typeface="Roboto"/>
              </a:rPr>
              <a:t>số</a:t>
            </a:r>
            <a:r>
              <a:rPr lang="en-US" sz="1200" b="1" dirty="0">
                <a:solidFill>
                  <a:srgbClr val="0F172A"/>
                </a:solidFill>
                <a:latin typeface="Roboto"/>
                <a:sym typeface="Roboto"/>
              </a:rPr>
              <a:t> </a:t>
            </a:r>
            <a:r>
              <a:rPr lang="en-US" sz="1200" b="1" dirty="0" err="1">
                <a:solidFill>
                  <a:srgbClr val="0F172A"/>
                </a:solidFill>
                <a:latin typeface="Roboto"/>
                <a:sym typeface="Roboto"/>
              </a:rPr>
              <a:t>hạn</a:t>
            </a:r>
            <a:r>
              <a:rPr lang="en-US" sz="1200" b="1" dirty="0">
                <a:solidFill>
                  <a:srgbClr val="0F172A"/>
                </a:solidFill>
                <a:latin typeface="Roboto"/>
                <a:sym typeface="Roboto"/>
              </a:rPr>
              <a:t> </a:t>
            </a:r>
            <a:r>
              <a:rPr lang="en-US" sz="1200" b="1" dirty="0" err="1">
                <a:solidFill>
                  <a:srgbClr val="0F172A"/>
                </a:solidFill>
                <a:latin typeface="Roboto"/>
                <a:sym typeface="Roboto"/>
              </a:rPr>
              <a:t>chế</a:t>
            </a:r>
            <a:r>
              <a:rPr lang="en-US" sz="1200" b="1" dirty="0">
                <a:solidFill>
                  <a:srgbClr val="0F172A"/>
                </a:solidFill>
                <a:latin typeface="Roboto"/>
                <a:sym typeface="Roboto"/>
              </a:rPr>
              <a:t> </a:t>
            </a:r>
            <a:r>
              <a:rPr lang="en-US" sz="1200" b="1" dirty="0" err="1">
                <a:solidFill>
                  <a:srgbClr val="0F172A"/>
                </a:solidFill>
                <a:latin typeface="Roboto"/>
                <a:sym typeface="Roboto"/>
              </a:rPr>
              <a:t>chung</a:t>
            </a:r>
            <a:r>
              <a:rPr lang="en-US" sz="1200" b="1" dirty="0">
                <a:solidFill>
                  <a:srgbClr val="0F172A"/>
                </a:solidFill>
                <a:latin typeface="Roboto"/>
                <a:sym typeface="Roboto"/>
              </a:rPr>
              <a:t> </a:t>
            </a:r>
            <a:r>
              <a:rPr lang="en-US" sz="1200" b="1" dirty="0" err="1">
                <a:solidFill>
                  <a:srgbClr val="0F172A"/>
                </a:solidFill>
                <a:latin typeface="Roboto"/>
                <a:sym typeface="Roboto"/>
              </a:rPr>
              <a:t>của</a:t>
            </a:r>
            <a:r>
              <a:rPr lang="en-US" sz="1200" b="1" dirty="0">
                <a:solidFill>
                  <a:srgbClr val="0F172A"/>
                </a:solidFill>
                <a:latin typeface="Roboto"/>
                <a:sym typeface="Roboto"/>
              </a:rPr>
              <a:t> </a:t>
            </a:r>
            <a:r>
              <a:rPr lang="en-US" sz="1200" b="1" dirty="0" err="1">
                <a:solidFill>
                  <a:srgbClr val="0F172A"/>
                </a:solidFill>
                <a:latin typeface="Roboto"/>
                <a:sym typeface="Roboto"/>
              </a:rPr>
              <a:t>các</a:t>
            </a:r>
            <a:r>
              <a:rPr lang="en-US" sz="1200" b="1" dirty="0">
                <a:solidFill>
                  <a:srgbClr val="0F172A"/>
                </a:solidFill>
                <a:latin typeface="Roboto"/>
                <a:sym typeface="Roboto"/>
              </a:rPr>
              <a:t> </a:t>
            </a:r>
            <a:r>
              <a:rPr lang="en-US" sz="1200" b="1" dirty="0" err="1">
                <a:solidFill>
                  <a:srgbClr val="0F172A"/>
                </a:solidFill>
                <a:latin typeface="Roboto"/>
                <a:sym typeface="Roboto"/>
              </a:rPr>
              <a:t>công</a:t>
            </a:r>
            <a:r>
              <a:rPr lang="en-US" sz="1200" b="1" dirty="0">
                <a:solidFill>
                  <a:srgbClr val="0F172A"/>
                </a:solidFill>
                <a:latin typeface="Roboto"/>
                <a:sym typeface="Roboto"/>
              </a:rPr>
              <a:t> </a:t>
            </a:r>
            <a:r>
              <a:rPr lang="en-US" sz="1200" b="1" dirty="0" err="1">
                <a:solidFill>
                  <a:srgbClr val="0F172A"/>
                </a:solidFill>
                <a:latin typeface="Roboto"/>
                <a:sym typeface="Roboto"/>
              </a:rPr>
              <a:t>cụ</a:t>
            </a:r>
            <a:r>
              <a:rPr lang="en-US" sz="1200" b="1" dirty="0">
                <a:solidFill>
                  <a:srgbClr val="0F172A"/>
                </a:solidFill>
                <a:latin typeface="Roboto"/>
                <a:sym typeface="Roboto"/>
              </a:rPr>
              <a:t> Upload </a:t>
            </a:r>
            <a:r>
              <a:rPr lang="en-US" sz="1200" b="1" dirty="0" err="1">
                <a:solidFill>
                  <a:srgbClr val="0F172A"/>
                </a:solidFill>
                <a:latin typeface="Roboto"/>
                <a:sym typeface="Roboto"/>
              </a:rPr>
              <a:t>hiện</a:t>
            </a:r>
            <a:r>
              <a:rPr lang="en-US" sz="1200" b="1" dirty="0">
                <a:solidFill>
                  <a:srgbClr val="0F172A"/>
                </a:solidFill>
                <a:latin typeface="Roboto"/>
                <a:sym typeface="Roboto"/>
              </a:rPr>
              <a:t> </a:t>
            </a:r>
            <a:r>
              <a:rPr lang="en-US" sz="1200" b="1" dirty="0" err="1">
                <a:solidFill>
                  <a:srgbClr val="0F172A"/>
                </a:solidFill>
                <a:latin typeface="Roboto"/>
                <a:sym typeface="Roboto"/>
              </a:rPr>
              <a:t>tại</a:t>
            </a:r>
            <a:endParaRPr dirty="0"/>
          </a:p>
        </p:txBody>
      </p:sp>
      <p:sp>
        <p:nvSpPr>
          <p:cNvPr id="46" name="Google Shape;812;p104">
            <a:extLst>
              <a:ext uri="{FF2B5EF4-FFF2-40B4-BE49-F238E27FC236}">
                <a16:creationId xmlns:a16="http://schemas.microsoft.com/office/drawing/2014/main" id="{E1B6FCBD-1765-43E8-B102-BA1BA819DEA5}"/>
              </a:ext>
            </a:extLst>
          </p:cNvPr>
          <p:cNvSpPr txBox="1"/>
          <p:nvPr/>
        </p:nvSpPr>
        <p:spPr>
          <a:xfrm>
            <a:off x="6208329" y="5467400"/>
            <a:ext cx="5306100" cy="1538267"/>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Arial" panose="020B0604020202020204" pitchFamily="34" charset="0"/>
              <a:buChar char="•"/>
            </a:pPr>
            <a:r>
              <a:rPr lang="en-US" sz="1200" dirty="0" err="1">
                <a:solidFill>
                  <a:srgbClr val="64748B"/>
                </a:solidFill>
                <a:latin typeface="Open Sans"/>
                <a:ea typeface="Open Sans"/>
                <a:cs typeface="Open Sans"/>
              </a:rPr>
              <a:t>Chỉ</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hỗ</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trợ</a:t>
            </a:r>
            <a:r>
              <a:rPr lang="en-US" sz="1200" dirty="0">
                <a:solidFill>
                  <a:srgbClr val="64748B"/>
                </a:solidFill>
                <a:latin typeface="Open Sans"/>
                <a:ea typeface="Open Sans"/>
                <a:cs typeface="Open Sans"/>
              </a:rPr>
              <a:t> file Excel, </a:t>
            </a:r>
            <a:r>
              <a:rPr lang="en-US" sz="1200" dirty="0" err="1">
                <a:solidFill>
                  <a:srgbClr val="64748B"/>
                </a:solidFill>
                <a:latin typeface="Open Sans"/>
                <a:ea typeface="Open Sans"/>
                <a:cs typeface="Open Sans"/>
              </a:rPr>
              <a:t>hạn</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chế</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về</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số</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lượng</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bản</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ghi</a:t>
            </a:r>
            <a:r>
              <a:rPr lang="en-US" sz="1200" dirty="0">
                <a:solidFill>
                  <a:srgbClr val="64748B"/>
                </a:solidFill>
                <a:latin typeface="Open Sans"/>
                <a:ea typeface="Open Sans"/>
                <a:cs typeface="Open Sans"/>
              </a:rPr>
              <a:t>, dung </a:t>
            </a:r>
            <a:r>
              <a:rPr lang="en-US" sz="1200" dirty="0" err="1">
                <a:solidFill>
                  <a:srgbClr val="64748B"/>
                </a:solidFill>
                <a:latin typeface="Open Sans"/>
                <a:ea typeface="Open Sans"/>
                <a:cs typeface="Open Sans"/>
              </a:rPr>
              <a:t>lượng</a:t>
            </a:r>
            <a:endParaRPr lang="vi-VN" sz="1200" dirty="0">
              <a:solidFill>
                <a:srgbClr val="64748B"/>
              </a:solidFill>
              <a:latin typeface="Open Sans"/>
              <a:ea typeface="Open Sans"/>
              <a:cs typeface="Open Sans"/>
            </a:endParaRPr>
          </a:p>
          <a:p>
            <a:pPr marL="285750" indent="-285750" algn="just">
              <a:spcAft>
                <a:spcPts val="600"/>
              </a:spcAft>
              <a:buFont typeface="Arial" panose="020B0604020202020204" pitchFamily="34" charset="0"/>
              <a:buChar char="•"/>
            </a:pPr>
            <a:r>
              <a:rPr lang="en-US" sz="1200" dirty="0" err="1">
                <a:solidFill>
                  <a:srgbClr val="64748B"/>
                </a:solidFill>
                <a:latin typeface="Open Sans"/>
                <a:ea typeface="Open Sans"/>
                <a:cs typeface="Open Sans"/>
              </a:rPr>
              <a:t>Chưa</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có</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cơ</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chế</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kiểm</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tra</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chất</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lượng</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dữ</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liệu</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cho</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phép</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người</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dùng</a:t>
            </a:r>
            <a:r>
              <a:rPr lang="en-US" sz="1200" dirty="0">
                <a:solidFill>
                  <a:srgbClr val="64748B"/>
                </a:solidFill>
                <a:latin typeface="Open Sans"/>
                <a:ea typeface="Open Sans"/>
                <a:cs typeface="Open Sans"/>
              </a:rPr>
              <a:t> overview </a:t>
            </a:r>
            <a:r>
              <a:rPr lang="en-US" sz="1200" dirty="0" err="1">
                <a:solidFill>
                  <a:srgbClr val="64748B"/>
                </a:solidFill>
                <a:latin typeface="Open Sans"/>
                <a:ea typeface="Open Sans"/>
                <a:cs typeface="Open Sans"/>
              </a:rPr>
              <a:t>và</a:t>
            </a:r>
            <a:r>
              <a:rPr lang="en-US" sz="1200" dirty="0">
                <a:solidFill>
                  <a:srgbClr val="64748B"/>
                </a:solidFill>
                <a:latin typeface="Open Sans"/>
                <a:ea typeface="Open Sans"/>
                <a:cs typeface="Open Sans"/>
              </a:rPr>
              <a:t> preview </a:t>
            </a:r>
            <a:r>
              <a:rPr lang="en-US" sz="1200" dirty="0" err="1">
                <a:solidFill>
                  <a:srgbClr val="64748B"/>
                </a:solidFill>
                <a:latin typeface="Open Sans"/>
                <a:ea typeface="Open Sans"/>
                <a:cs typeface="Open Sans"/>
              </a:rPr>
              <a:t>dữ</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liệu</a:t>
            </a:r>
            <a:endParaRPr lang="vi-VN" sz="1200" dirty="0">
              <a:solidFill>
                <a:srgbClr val="64748B"/>
              </a:solidFill>
              <a:latin typeface="Open Sans"/>
              <a:ea typeface="Open Sans"/>
              <a:cs typeface="Open Sans"/>
            </a:endParaRPr>
          </a:p>
          <a:p>
            <a:pPr marL="285750" indent="-285750" algn="just">
              <a:spcAft>
                <a:spcPts val="600"/>
              </a:spcAft>
              <a:buFont typeface="Arial" panose="020B0604020202020204" pitchFamily="34" charset="0"/>
              <a:buChar char="•"/>
            </a:pPr>
            <a:r>
              <a:rPr lang="en-US" sz="1200" dirty="0">
                <a:solidFill>
                  <a:srgbClr val="64748B"/>
                </a:solidFill>
                <a:latin typeface="Open Sans"/>
                <a:ea typeface="Open Sans"/>
                <a:cs typeface="Open Sans"/>
              </a:rPr>
              <a:t>Upload qua EDP: </a:t>
            </a:r>
            <a:r>
              <a:rPr lang="vi-VN" sz="1200" dirty="0">
                <a:solidFill>
                  <a:srgbClr val="64748B"/>
                </a:solidFill>
                <a:latin typeface="Open Sans"/>
                <a:ea typeface="Open Sans"/>
                <a:cs typeface="Open Sans"/>
              </a:rPr>
              <a:t>thuần kỹ thuật, chưa có quy trình nghiệp vụ upload</a:t>
            </a:r>
          </a:p>
          <a:p>
            <a:pPr marL="285750" indent="-285750" algn="just">
              <a:spcAft>
                <a:spcPts val="600"/>
              </a:spcAft>
              <a:buFont typeface="Arial" panose="020B0604020202020204" pitchFamily="34" charset="0"/>
              <a:buChar char="•"/>
            </a:pPr>
            <a:r>
              <a:rPr lang="en-US" sz="1200" dirty="0" err="1">
                <a:solidFill>
                  <a:srgbClr val="64748B"/>
                </a:solidFill>
                <a:latin typeface="Open Sans"/>
                <a:ea typeface="Open Sans"/>
                <a:cs typeface="Open Sans"/>
              </a:rPr>
              <a:t>Chưa</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hỗ</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trợ</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cơ</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chế</a:t>
            </a:r>
            <a:r>
              <a:rPr lang="en-US" sz="1200" dirty="0">
                <a:solidFill>
                  <a:srgbClr val="64748B"/>
                </a:solidFill>
                <a:latin typeface="Open Sans"/>
                <a:ea typeface="Open Sans"/>
                <a:cs typeface="Open Sans"/>
              </a:rPr>
              <a:t> </a:t>
            </a:r>
            <a:r>
              <a:rPr lang="en-US" sz="1200" dirty="0" err="1">
                <a:solidFill>
                  <a:srgbClr val="64748B"/>
                </a:solidFill>
                <a:latin typeface="Open Sans"/>
                <a:ea typeface="Open Sans"/>
                <a:cs typeface="Open Sans"/>
              </a:rPr>
              <a:t>nhập</a:t>
            </a:r>
            <a:r>
              <a:rPr lang="en-US" sz="1200" dirty="0">
                <a:solidFill>
                  <a:srgbClr val="64748B"/>
                </a:solidFill>
                <a:latin typeface="Open Sans"/>
                <a:ea typeface="Open Sans"/>
                <a:cs typeface="Open Sans"/>
              </a:rPr>
              <a:t>/</a:t>
            </a:r>
            <a:r>
              <a:rPr lang="en-US" sz="1200" dirty="0" err="1">
                <a:solidFill>
                  <a:srgbClr val="64748B"/>
                </a:solidFill>
                <a:latin typeface="Open Sans"/>
                <a:ea typeface="Open Sans"/>
                <a:cs typeface="Open Sans"/>
              </a:rPr>
              <a:t>duyệt</a:t>
            </a:r>
            <a:endParaRPr lang="vi-VN" sz="1200" dirty="0">
              <a:solidFill>
                <a:srgbClr val="64748B"/>
              </a:solidFill>
              <a:latin typeface="Open Sans"/>
              <a:ea typeface="Open Sans"/>
              <a:cs typeface="Open Sans"/>
            </a:endParaRPr>
          </a:p>
        </p:txBody>
      </p:sp>
      <p:sp>
        <p:nvSpPr>
          <p:cNvPr id="48"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620657" y="313244"/>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vi-VN" sz="3200" dirty="0">
                <a:solidFill>
                  <a:srgbClr val="F04E23"/>
                </a:solidFill>
                <a:latin typeface="Calibri" panose="020F0502020204030204" pitchFamily="34" charset="0"/>
                <a:ea typeface="Calibri" charset="0"/>
                <a:cs typeface="Calibri" panose="020F0502020204030204" pitchFamily="34" charset="0"/>
              </a:rPr>
              <a:t>Phân tích yêu cầu – Hiện trạng hệ thống</a:t>
            </a:r>
            <a:endParaRPr lang="en-US" sz="4000" dirty="0">
              <a:solidFill>
                <a:srgbClr val="F04E23"/>
              </a:solidFill>
              <a:latin typeface="Calibri" panose="020F0502020204030204" pitchFamily="34" charset="0"/>
              <a:ea typeface="Calibri" charset="0"/>
              <a:cs typeface="Calibri" panose="020F0502020204030204" pitchFamily="34" charset="0"/>
            </a:endParaRPr>
          </a:p>
        </p:txBody>
      </p:sp>
      <p:sp>
        <p:nvSpPr>
          <p:cNvPr id="26" name="Google Shape;304;p20">
            <a:extLst>
              <a:ext uri="{FF2B5EF4-FFF2-40B4-BE49-F238E27FC236}">
                <a16:creationId xmlns:a16="http://schemas.microsoft.com/office/drawing/2014/main" id="{424237B8-B274-4EF2-B229-599BF89C5B89}"/>
              </a:ext>
            </a:extLst>
          </p:cNvPr>
          <p:cNvSpPr txBox="1"/>
          <p:nvPr/>
        </p:nvSpPr>
        <p:spPr>
          <a:xfrm>
            <a:off x="596198" y="4971967"/>
            <a:ext cx="5465553" cy="886397"/>
          </a:xfrm>
          <a:prstGeom prst="rect">
            <a:avLst/>
          </a:prstGeom>
          <a:noFill/>
          <a:ln>
            <a:noFill/>
          </a:ln>
        </p:spPr>
        <p:txBody>
          <a:bodyPr spcFirstLastPara="1" wrap="square" lIns="0" tIns="0" rIns="0" bIns="0" anchor="t" anchorCtr="0">
            <a:spAutoFit/>
          </a:bodyPr>
          <a:lstStyle/>
          <a:p>
            <a:pPr marL="171450" lvl="0" indent="-171450">
              <a:lnSpc>
                <a:spcPct val="160000"/>
              </a:lnSpc>
              <a:buFont typeface="Arial" panose="020B0604020202020204" pitchFamily="34" charset="0"/>
              <a:buChar char="•"/>
            </a:pPr>
            <a:r>
              <a:rPr lang="en-US" sz="1200" dirty="0" err="1">
                <a:solidFill>
                  <a:srgbClr val="4A5568"/>
                </a:solidFill>
                <a:latin typeface="Open Sans"/>
                <a:sym typeface="Open Sans"/>
              </a:rPr>
              <a:t>Tại</a:t>
            </a:r>
            <a:r>
              <a:rPr lang="en-US" sz="1200" dirty="0">
                <a:solidFill>
                  <a:srgbClr val="4A5568"/>
                </a:solidFill>
                <a:latin typeface="Open Sans"/>
                <a:sym typeface="Open Sans"/>
              </a:rPr>
              <a:t> MSB, </a:t>
            </a:r>
            <a:r>
              <a:rPr lang="en-US" sz="1200" dirty="0" err="1">
                <a:solidFill>
                  <a:srgbClr val="4A5568"/>
                </a:solidFill>
                <a:latin typeface="Open Sans"/>
                <a:sym typeface="Open Sans"/>
              </a:rPr>
              <a:t>nguồn</a:t>
            </a:r>
            <a:r>
              <a:rPr lang="en-US" sz="1200" dirty="0">
                <a:solidFill>
                  <a:srgbClr val="4A5568"/>
                </a:solidFill>
                <a:latin typeface="Open Sans"/>
                <a:sym typeface="Open Sans"/>
              </a:rPr>
              <a:t> </a:t>
            </a:r>
            <a:r>
              <a:rPr lang="en-US" sz="1200" dirty="0" err="1">
                <a:solidFill>
                  <a:srgbClr val="4A5568"/>
                </a:solidFill>
                <a:latin typeface="Open Sans"/>
                <a:sym typeface="Open Sans"/>
              </a:rPr>
              <a:t>dữ</a:t>
            </a:r>
            <a:r>
              <a:rPr lang="en-US" sz="1200" dirty="0">
                <a:solidFill>
                  <a:srgbClr val="4A5568"/>
                </a:solidFill>
                <a:latin typeface="Open Sans"/>
                <a:sym typeface="Open Sans"/>
              </a:rPr>
              <a:t> </a:t>
            </a:r>
            <a:r>
              <a:rPr lang="en-US" sz="1200" dirty="0" err="1">
                <a:solidFill>
                  <a:srgbClr val="4A5568"/>
                </a:solidFill>
                <a:latin typeface="Open Sans"/>
                <a:sym typeface="Open Sans"/>
              </a:rPr>
              <a:t>liệu</a:t>
            </a:r>
            <a:r>
              <a:rPr lang="en-US" sz="1200" dirty="0">
                <a:solidFill>
                  <a:srgbClr val="4A5568"/>
                </a:solidFill>
                <a:latin typeface="Open Sans"/>
                <a:sym typeface="Open Sans"/>
              </a:rPr>
              <a:t> NV </a:t>
            </a:r>
            <a:r>
              <a:rPr lang="en-US" sz="1200" dirty="0" err="1">
                <a:solidFill>
                  <a:srgbClr val="4A5568"/>
                </a:solidFill>
                <a:latin typeface="Open Sans"/>
                <a:sym typeface="Open Sans"/>
              </a:rPr>
              <a:t>thu</a:t>
            </a:r>
            <a:r>
              <a:rPr lang="en-US" sz="1200" dirty="0">
                <a:solidFill>
                  <a:srgbClr val="4A5568"/>
                </a:solidFill>
                <a:latin typeface="Open Sans"/>
                <a:sym typeface="Open Sans"/>
              </a:rPr>
              <a:t> </a:t>
            </a:r>
            <a:r>
              <a:rPr lang="en-US" sz="1200" dirty="0" err="1">
                <a:solidFill>
                  <a:srgbClr val="4A5568"/>
                </a:solidFill>
                <a:latin typeface="Open Sans"/>
                <a:sym typeface="Open Sans"/>
              </a:rPr>
              <a:t>thập</a:t>
            </a:r>
            <a:r>
              <a:rPr lang="en-US" sz="1200" dirty="0">
                <a:solidFill>
                  <a:srgbClr val="4A5568"/>
                </a:solidFill>
                <a:latin typeface="Open Sans"/>
                <a:sym typeface="Open Sans"/>
              </a:rPr>
              <a:t> </a:t>
            </a:r>
            <a:r>
              <a:rPr lang="en-US" sz="1200" dirty="0" err="1">
                <a:solidFill>
                  <a:srgbClr val="4A5568"/>
                </a:solidFill>
                <a:latin typeface="Open Sans"/>
                <a:sym typeface="Open Sans"/>
              </a:rPr>
              <a:t>từ</a:t>
            </a:r>
            <a:r>
              <a:rPr lang="en-US" sz="1200" dirty="0">
                <a:solidFill>
                  <a:srgbClr val="4A5568"/>
                </a:solidFill>
                <a:latin typeface="Open Sans"/>
                <a:sym typeface="Open Sans"/>
              </a:rPr>
              <a:t> </a:t>
            </a:r>
            <a:r>
              <a:rPr lang="en-US" sz="1200" dirty="0" err="1">
                <a:solidFill>
                  <a:srgbClr val="4A5568"/>
                </a:solidFill>
                <a:latin typeface="Open Sans"/>
                <a:sym typeface="Open Sans"/>
              </a:rPr>
              <a:t>bên</a:t>
            </a:r>
            <a:r>
              <a:rPr lang="en-US" sz="1200" dirty="0">
                <a:solidFill>
                  <a:srgbClr val="4A5568"/>
                </a:solidFill>
                <a:latin typeface="Open Sans"/>
                <a:sym typeface="Open Sans"/>
              </a:rPr>
              <a:t> </a:t>
            </a:r>
            <a:r>
              <a:rPr lang="en-US" sz="1200" dirty="0" err="1">
                <a:solidFill>
                  <a:srgbClr val="4A5568"/>
                </a:solidFill>
                <a:latin typeface="Open Sans"/>
                <a:sym typeface="Open Sans"/>
              </a:rPr>
              <a:t>ngoài</a:t>
            </a:r>
            <a:r>
              <a:rPr lang="en-US" sz="1200" dirty="0">
                <a:solidFill>
                  <a:srgbClr val="4A5568"/>
                </a:solidFill>
                <a:latin typeface="Open Sans"/>
                <a:sym typeface="Open Sans"/>
              </a:rPr>
              <a:t> </a:t>
            </a:r>
            <a:r>
              <a:rPr lang="en-US" sz="1200" dirty="0" err="1">
                <a:solidFill>
                  <a:srgbClr val="4A5568"/>
                </a:solidFill>
                <a:latin typeface="Open Sans"/>
                <a:sym typeface="Open Sans"/>
              </a:rPr>
              <a:t>là</a:t>
            </a:r>
            <a:r>
              <a:rPr lang="en-US" sz="1200" dirty="0">
                <a:solidFill>
                  <a:srgbClr val="4A5568"/>
                </a:solidFill>
                <a:latin typeface="Open Sans"/>
                <a:sym typeface="Open Sans"/>
              </a:rPr>
              <a:t> </a:t>
            </a:r>
            <a:r>
              <a:rPr lang="en-US" sz="1200" dirty="0" err="1">
                <a:solidFill>
                  <a:srgbClr val="4A5568"/>
                </a:solidFill>
                <a:latin typeface="Open Sans"/>
                <a:sym typeface="Open Sans"/>
              </a:rPr>
              <a:t>rất</a:t>
            </a:r>
            <a:r>
              <a:rPr lang="en-US" sz="1200" dirty="0">
                <a:solidFill>
                  <a:srgbClr val="4A5568"/>
                </a:solidFill>
                <a:latin typeface="Open Sans"/>
                <a:sym typeface="Open Sans"/>
              </a:rPr>
              <a:t> </a:t>
            </a:r>
            <a:r>
              <a:rPr lang="en-US" sz="1200" dirty="0" err="1">
                <a:solidFill>
                  <a:srgbClr val="4A5568"/>
                </a:solidFill>
                <a:latin typeface="Open Sans"/>
                <a:sym typeface="Open Sans"/>
              </a:rPr>
              <a:t>nhiều</a:t>
            </a:r>
            <a:r>
              <a:rPr lang="en-US" sz="1200" dirty="0">
                <a:solidFill>
                  <a:srgbClr val="4A5568"/>
                </a:solidFill>
                <a:latin typeface="Open Sans"/>
                <a:sym typeface="Open Sans"/>
              </a:rPr>
              <a:t>: </a:t>
            </a:r>
            <a:r>
              <a:rPr lang="en-US" sz="1200" dirty="0" err="1">
                <a:solidFill>
                  <a:srgbClr val="4A5568"/>
                </a:solidFill>
                <a:latin typeface="Open Sans"/>
                <a:sym typeface="Open Sans"/>
              </a:rPr>
              <a:t>như</a:t>
            </a:r>
            <a:r>
              <a:rPr lang="en-US" sz="1200" dirty="0">
                <a:solidFill>
                  <a:srgbClr val="4A5568"/>
                </a:solidFill>
                <a:latin typeface="Open Sans"/>
                <a:sym typeface="Open Sans"/>
              </a:rPr>
              <a:t> </a:t>
            </a:r>
            <a:r>
              <a:rPr lang="en-US" sz="1200" dirty="0" err="1">
                <a:solidFill>
                  <a:srgbClr val="4A5568"/>
                </a:solidFill>
                <a:latin typeface="Open Sans"/>
                <a:sym typeface="Open Sans"/>
              </a:rPr>
              <a:t>dữ</a:t>
            </a:r>
            <a:r>
              <a:rPr lang="en-US" sz="1200" dirty="0">
                <a:solidFill>
                  <a:srgbClr val="4A5568"/>
                </a:solidFill>
                <a:latin typeface="Open Sans"/>
                <a:sym typeface="Open Sans"/>
              </a:rPr>
              <a:t> </a:t>
            </a:r>
            <a:r>
              <a:rPr lang="en-US" sz="1200" dirty="0" err="1">
                <a:solidFill>
                  <a:srgbClr val="4A5568"/>
                </a:solidFill>
                <a:latin typeface="Open Sans"/>
                <a:sym typeface="Open Sans"/>
              </a:rPr>
              <a:t>liệu</a:t>
            </a:r>
            <a:r>
              <a:rPr lang="en-US" sz="1200" dirty="0">
                <a:solidFill>
                  <a:srgbClr val="4A5568"/>
                </a:solidFill>
                <a:latin typeface="Open Sans"/>
                <a:sym typeface="Open Sans"/>
              </a:rPr>
              <a:t> </a:t>
            </a:r>
            <a:r>
              <a:rPr lang="en-US" sz="1200" dirty="0" err="1">
                <a:solidFill>
                  <a:srgbClr val="4A5568"/>
                </a:solidFill>
                <a:latin typeface="Open Sans"/>
                <a:sym typeface="Open Sans"/>
              </a:rPr>
              <a:t>vĩ</a:t>
            </a:r>
            <a:r>
              <a:rPr lang="en-US" sz="1200" dirty="0">
                <a:solidFill>
                  <a:srgbClr val="4A5568"/>
                </a:solidFill>
                <a:latin typeface="Open Sans"/>
                <a:sym typeface="Open Sans"/>
              </a:rPr>
              <a:t> </a:t>
            </a:r>
            <a:r>
              <a:rPr lang="en-US" sz="1200" dirty="0" err="1">
                <a:solidFill>
                  <a:srgbClr val="4A5568"/>
                </a:solidFill>
                <a:latin typeface="Open Sans"/>
                <a:sym typeface="Open Sans"/>
              </a:rPr>
              <a:t>mô</a:t>
            </a:r>
            <a:r>
              <a:rPr lang="en-US" sz="1200" dirty="0">
                <a:solidFill>
                  <a:srgbClr val="4A5568"/>
                </a:solidFill>
                <a:latin typeface="Open Sans"/>
                <a:sym typeface="Open Sans"/>
              </a:rPr>
              <a:t> </a:t>
            </a:r>
            <a:r>
              <a:rPr lang="en-US" sz="1200" dirty="0" err="1">
                <a:solidFill>
                  <a:srgbClr val="4A5568"/>
                </a:solidFill>
                <a:latin typeface="Open Sans"/>
                <a:sym typeface="Open Sans"/>
              </a:rPr>
              <a:t>nhà</a:t>
            </a:r>
            <a:r>
              <a:rPr lang="en-US" sz="1200" dirty="0">
                <a:solidFill>
                  <a:srgbClr val="4A5568"/>
                </a:solidFill>
                <a:latin typeface="Open Sans"/>
                <a:sym typeface="Open Sans"/>
              </a:rPr>
              <a:t> </a:t>
            </a:r>
            <a:r>
              <a:rPr lang="en-US" sz="1200" dirty="0" err="1">
                <a:solidFill>
                  <a:srgbClr val="4A5568"/>
                </a:solidFill>
                <a:latin typeface="Open Sans"/>
                <a:sym typeface="Open Sans"/>
              </a:rPr>
              <a:t>nước</a:t>
            </a:r>
            <a:r>
              <a:rPr lang="en-US" sz="1200" dirty="0">
                <a:solidFill>
                  <a:srgbClr val="4A5568"/>
                </a:solidFill>
                <a:latin typeface="Open Sans"/>
                <a:sym typeface="Open Sans"/>
              </a:rPr>
              <a:t>, </a:t>
            </a:r>
            <a:r>
              <a:rPr lang="en-US" sz="1200" dirty="0" err="1">
                <a:solidFill>
                  <a:srgbClr val="4A5568"/>
                </a:solidFill>
                <a:latin typeface="Open Sans"/>
                <a:sym typeface="Open Sans"/>
              </a:rPr>
              <a:t>dữ</a:t>
            </a:r>
            <a:r>
              <a:rPr lang="en-US" sz="1200" dirty="0">
                <a:solidFill>
                  <a:srgbClr val="4A5568"/>
                </a:solidFill>
                <a:latin typeface="Open Sans"/>
                <a:sym typeface="Open Sans"/>
              </a:rPr>
              <a:t> </a:t>
            </a:r>
            <a:r>
              <a:rPr lang="en-US" sz="1200" dirty="0" err="1">
                <a:solidFill>
                  <a:srgbClr val="4A5568"/>
                </a:solidFill>
                <a:latin typeface="Open Sans"/>
                <a:sym typeface="Open Sans"/>
              </a:rPr>
              <a:t>liệu</a:t>
            </a:r>
            <a:r>
              <a:rPr lang="en-US" sz="1200" dirty="0">
                <a:solidFill>
                  <a:srgbClr val="4A5568"/>
                </a:solidFill>
                <a:latin typeface="Open Sans"/>
                <a:sym typeface="Open Sans"/>
              </a:rPr>
              <a:t> </a:t>
            </a:r>
            <a:r>
              <a:rPr lang="en-US" sz="1200" dirty="0" err="1">
                <a:solidFill>
                  <a:srgbClr val="4A5568"/>
                </a:solidFill>
                <a:latin typeface="Open Sans"/>
                <a:sym typeface="Open Sans"/>
              </a:rPr>
              <a:t>thuế</a:t>
            </a:r>
            <a:r>
              <a:rPr lang="en-US" sz="1200" dirty="0">
                <a:solidFill>
                  <a:srgbClr val="4A5568"/>
                </a:solidFill>
                <a:latin typeface="Open Sans"/>
                <a:sym typeface="Open Sans"/>
              </a:rPr>
              <a:t>, </a:t>
            </a:r>
            <a:r>
              <a:rPr lang="en-US" sz="1200" dirty="0" err="1">
                <a:solidFill>
                  <a:srgbClr val="4A5568"/>
                </a:solidFill>
                <a:latin typeface="Open Sans"/>
                <a:sym typeface="Open Sans"/>
              </a:rPr>
              <a:t>xuất</a:t>
            </a:r>
            <a:r>
              <a:rPr lang="en-US" sz="1200" dirty="0">
                <a:solidFill>
                  <a:srgbClr val="4A5568"/>
                </a:solidFill>
                <a:latin typeface="Open Sans"/>
                <a:sym typeface="Open Sans"/>
              </a:rPr>
              <a:t> </a:t>
            </a:r>
            <a:r>
              <a:rPr lang="en-US" sz="1200" dirty="0" err="1">
                <a:solidFill>
                  <a:srgbClr val="4A5568"/>
                </a:solidFill>
                <a:latin typeface="Open Sans"/>
                <a:sym typeface="Open Sans"/>
              </a:rPr>
              <a:t>nhập</a:t>
            </a:r>
            <a:r>
              <a:rPr lang="en-US" sz="1200" dirty="0">
                <a:solidFill>
                  <a:srgbClr val="4A5568"/>
                </a:solidFill>
                <a:latin typeface="Open Sans"/>
                <a:sym typeface="Open Sans"/>
              </a:rPr>
              <a:t> </a:t>
            </a:r>
            <a:r>
              <a:rPr lang="en-US" sz="1200" dirty="0" err="1">
                <a:solidFill>
                  <a:srgbClr val="4A5568"/>
                </a:solidFill>
                <a:latin typeface="Open Sans"/>
                <a:sym typeface="Open Sans"/>
              </a:rPr>
              <a:t>khẩu</a:t>
            </a:r>
            <a:r>
              <a:rPr lang="en-US" sz="1200" dirty="0">
                <a:solidFill>
                  <a:srgbClr val="4A5568"/>
                </a:solidFill>
                <a:latin typeface="Open Sans"/>
                <a:sym typeface="Open Sans"/>
              </a:rPr>
              <a:t> … </a:t>
            </a:r>
            <a:r>
              <a:rPr lang="en-US" sz="1200" dirty="0" err="1">
                <a:solidFill>
                  <a:srgbClr val="4A5568"/>
                </a:solidFill>
                <a:latin typeface="Open Sans"/>
                <a:sym typeface="Open Sans"/>
              </a:rPr>
              <a:t>một</a:t>
            </a:r>
            <a:r>
              <a:rPr lang="en-US" sz="1200" dirty="0">
                <a:solidFill>
                  <a:srgbClr val="4A5568"/>
                </a:solidFill>
                <a:latin typeface="Open Sans"/>
                <a:sym typeface="Open Sans"/>
              </a:rPr>
              <a:t> </a:t>
            </a:r>
            <a:r>
              <a:rPr lang="en-US" sz="1200" dirty="0" err="1">
                <a:solidFill>
                  <a:srgbClr val="4A5568"/>
                </a:solidFill>
                <a:latin typeface="Open Sans"/>
                <a:sym typeface="Open Sans"/>
              </a:rPr>
              <a:t>số</a:t>
            </a:r>
            <a:r>
              <a:rPr lang="en-US" sz="1200" dirty="0">
                <a:solidFill>
                  <a:srgbClr val="4A5568"/>
                </a:solidFill>
                <a:latin typeface="Open Sans"/>
                <a:sym typeface="Open Sans"/>
              </a:rPr>
              <a:t> </a:t>
            </a:r>
            <a:r>
              <a:rPr lang="en-US" sz="1200" dirty="0" err="1">
                <a:solidFill>
                  <a:srgbClr val="4A5568"/>
                </a:solidFill>
                <a:latin typeface="Open Sans"/>
                <a:sym typeface="Open Sans"/>
              </a:rPr>
              <a:t>loại</a:t>
            </a:r>
            <a:r>
              <a:rPr lang="en-US" sz="1200" dirty="0">
                <a:solidFill>
                  <a:srgbClr val="4A5568"/>
                </a:solidFill>
                <a:latin typeface="Open Sans"/>
                <a:sym typeface="Open Sans"/>
              </a:rPr>
              <a:t> </a:t>
            </a:r>
            <a:r>
              <a:rPr lang="en-US" sz="1200" dirty="0" err="1">
                <a:solidFill>
                  <a:srgbClr val="4A5568"/>
                </a:solidFill>
                <a:latin typeface="Open Sans"/>
                <a:sym typeface="Open Sans"/>
              </a:rPr>
              <a:t>dữ</a:t>
            </a:r>
            <a:r>
              <a:rPr lang="en-US" sz="1200" dirty="0">
                <a:solidFill>
                  <a:srgbClr val="4A5568"/>
                </a:solidFill>
                <a:latin typeface="Open Sans"/>
                <a:sym typeface="Open Sans"/>
              </a:rPr>
              <a:t> </a:t>
            </a:r>
            <a:r>
              <a:rPr lang="en-US" sz="1200" dirty="0" err="1">
                <a:solidFill>
                  <a:srgbClr val="4A5568"/>
                </a:solidFill>
                <a:latin typeface="Open Sans"/>
                <a:sym typeface="Open Sans"/>
              </a:rPr>
              <a:t>liệu</a:t>
            </a:r>
            <a:r>
              <a:rPr lang="en-US" sz="1200" dirty="0">
                <a:solidFill>
                  <a:srgbClr val="4A5568"/>
                </a:solidFill>
                <a:latin typeface="Open Sans"/>
                <a:sym typeface="Open Sans"/>
              </a:rPr>
              <a:t> </a:t>
            </a:r>
            <a:r>
              <a:rPr lang="en-US" sz="1200" dirty="0" err="1">
                <a:solidFill>
                  <a:srgbClr val="4A5568"/>
                </a:solidFill>
                <a:latin typeface="Open Sans"/>
                <a:sym typeface="Open Sans"/>
              </a:rPr>
              <a:t>có</a:t>
            </a:r>
            <a:r>
              <a:rPr lang="en-US" sz="1200" dirty="0">
                <a:solidFill>
                  <a:srgbClr val="4A5568"/>
                </a:solidFill>
                <a:latin typeface="Open Sans"/>
                <a:sym typeface="Open Sans"/>
              </a:rPr>
              <a:t> dung </a:t>
            </a:r>
            <a:r>
              <a:rPr lang="en-US" sz="1200" dirty="0" err="1">
                <a:solidFill>
                  <a:srgbClr val="4A5568"/>
                </a:solidFill>
                <a:latin typeface="Open Sans"/>
                <a:sym typeface="Open Sans"/>
              </a:rPr>
              <a:t>lượng</a:t>
            </a:r>
            <a:r>
              <a:rPr lang="en-US" sz="1200" dirty="0">
                <a:solidFill>
                  <a:srgbClr val="4A5568"/>
                </a:solidFill>
                <a:latin typeface="Open Sans"/>
                <a:sym typeface="Open Sans"/>
              </a:rPr>
              <a:t> </a:t>
            </a:r>
            <a:r>
              <a:rPr lang="en-US" sz="1200" dirty="0" err="1">
                <a:solidFill>
                  <a:srgbClr val="4A5568"/>
                </a:solidFill>
                <a:latin typeface="Open Sans"/>
                <a:sym typeface="Open Sans"/>
              </a:rPr>
              <a:t>lớn</a:t>
            </a:r>
            <a:r>
              <a:rPr lang="en-US" sz="1200" dirty="0">
                <a:solidFill>
                  <a:srgbClr val="4A5568"/>
                </a:solidFill>
                <a:latin typeface="Open Sans"/>
                <a:sym typeface="Open Sans"/>
              </a:rPr>
              <a:t> ~ 300MB/files </a:t>
            </a:r>
            <a:r>
              <a:rPr lang="en-US" sz="1200" dirty="0" err="1">
                <a:solidFill>
                  <a:srgbClr val="4A5568"/>
                </a:solidFill>
                <a:latin typeface="Open Sans"/>
                <a:sym typeface="Open Sans"/>
              </a:rPr>
              <a:t>gây</a:t>
            </a:r>
            <a:r>
              <a:rPr lang="en-US" sz="1200" dirty="0">
                <a:solidFill>
                  <a:srgbClr val="4A5568"/>
                </a:solidFill>
                <a:latin typeface="Open Sans"/>
                <a:sym typeface="Open Sans"/>
              </a:rPr>
              <a:t> </a:t>
            </a:r>
            <a:r>
              <a:rPr lang="en-US" sz="1200" dirty="0" err="1">
                <a:solidFill>
                  <a:srgbClr val="4A5568"/>
                </a:solidFill>
                <a:latin typeface="Open Sans"/>
                <a:sym typeface="Open Sans"/>
              </a:rPr>
              <a:t>khó</a:t>
            </a:r>
            <a:r>
              <a:rPr lang="en-US" sz="1200" dirty="0">
                <a:solidFill>
                  <a:srgbClr val="4A5568"/>
                </a:solidFill>
                <a:latin typeface="Open Sans"/>
                <a:sym typeface="Open Sans"/>
              </a:rPr>
              <a:t> </a:t>
            </a:r>
            <a:r>
              <a:rPr lang="en-US" sz="1200" dirty="0" err="1">
                <a:solidFill>
                  <a:srgbClr val="4A5568"/>
                </a:solidFill>
                <a:latin typeface="Open Sans"/>
                <a:sym typeface="Open Sans"/>
              </a:rPr>
              <a:t>khăn</a:t>
            </a:r>
            <a:r>
              <a:rPr lang="en-US" sz="1200" dirty="0">
                <a:solidFill>
                  <a:srgbClr val="4A5568"/>
                </a:solidFill>
                <a:latin typeface="Open Sans"/>
                <a:sym typeface="Open Sans"/>
              </a:rPr>
              <a:t> </a:t>
            </a:r>
            <a:r>
              <a:rPr lang="en-US" sz="1200" dirty="0" err="1">
                <a:solidFill>
                  <a:srgbClr val="4A5568"/>
                </a:solidFill>
                <a:latin typeface="Open Sans"/>
                <a:sym typeface="Open Sans"/>
              </a:rPr>
              <a:t>cho</a:t>
            </a:r>
            <a:r>
              <a:rPr lang="en-US" sz="1200" dirty="0">
                <a:solidFill>
                  <a:srgbClr val="4A5568"/>
                </a:solidFill>
                <a:latin typeface="Open Sans"/>
                <a:sym typeface="Open Sans"/>
              </a:rPr>
              <a:t> </a:t>
            </a:r>
            <a:r>
              <a:rPr lang="en-US" sz="1200" dirty="0" err="1">
                <a:solidFill>
                  <a:srgbClr val="4A5568"/>
                </a:solidFill>
                <a:latin typeface="Open Sans"/>
                <a:sym typeface="Open Sans"/>
              </a:rPr>
              <a:t>việc</a:t>
            </a:r>
            <a:r>
              <a:rPr lang="en-US" sz="1200" dirty="0">
                <a:solidFill>
                  <a:srgbClr val="4A5568"/>
                </a:solidFill>
                <a:latin typeface="Open Sans"/>
                <a:sym typeface="Open Sans"/>
              </a:rPr>
              <a:t> upload </a:t>
            </a:r>
            <a:r>
              <a:rPr lang="en-US" sz="1200" dirty="0" err="1">
                <a:solidFill>
                  <a:srgbClr val="4A5568"/>
                </a:solidFill>
                <a:latin typeface="Open Sans"/>
                <a:sym typeface="Open Sans"/>
              </a:rPr>
              <a:t>và</a:t>
            </a:r>
            <a:r>
              <a:rPr lang="en-US" sz="1200" dirty="0">
                <a:solidFill>
                  <a:srgbClr val="4A5568"/>
                </a:solidFill>
                <a:latin typeface="Open Sans"/>
                <a:sym typeface="Open Sans"/>
              </a:rPr>
              <a:t> </a:t>
            </a:r>
            <a:r>
              <a:rPr lang="en-US" sz="1200" dirty="0" err="1">
                <a:solidFill>
                  <a:srgbClr val="4A5568"/>
                </a:solidFill>
                <a:latin typeface="Open Sans"/>
                <a:sym typeface="Open Sans"/>
              </a:rPr>
              <a:t>xử</a:t>
            </a:r>
            <a:r>
              <a:rPr lang="en-US" sz="1200" dirty="0">
                <a:solidFill>
                  <a:srgbClr val="4A5568"/>
                </a:solidFill>
                <a:latin typeface="Open Sans"/>
                <a:sym typeface="Open Sans"/>
              </a:rPr>
              <a:t> </a:t>
            </a:r>
            <a:r>
              <a:rPr lang="en-US" sz="1200" dirty="0" err="1">
                <a:solidFill>
                  <a:srgbClr val="4A5568"/>
                </a:solidFill>
                <a:latin typeface="Open Sans"/>
                <a:sym typeface="Open Sans"/>
              </a:rPr>
              <a:t>lý</a:t>
            </a:r>
            <a:r>
              <a:rPr lang="en-US" sz="1200" dirty="0">
                <a:solidFill>
                  <a:srgbClr val="4A5568"/>
                </a:solidFill>
                <a:latin typeface="Open Sans"/>
                <a:sym typeface="Open Sans"/>
              </a:rPr>
              <a:t> </a:t>
            </a:r>
            <a:r>
              <a:rPr lang="en-US" sz="1200" dirty="0" err="1">
                <a:solidFill>
                  <a:srgbClr val="4A5568"/>
                </a:solidFill>
                <a:latin typeface="Open Sans"/>
                <a:sym typeface="Open Sans"/>
              </a:rPr>
              <a:t>thủ</a:t>
            </a:r>
            <a:r>
              <a:rPr lang="en-US" sz="1200" dirty="0">
                <a:solidFill>
                  <a:srgbClr val="4A5568"/>
                </a:solidFill>
                <a:latin typeface="Open Sans"/>
                <a:sym typeface="Open Sans"/>
              </a:rPr>
              <a:t> </a:t>
            </a:r>
            <a:r>
              <a:rPr lang="en-US" sz="1200" dirty="0" err="1">
                <a:solidFill>
                  <a:srgbClr val="4A5568"/>
                </a:solidFill>
                <a:latin typeface="Open Sans"/>
                <a:sym typeface="Open Sans"/>
              </a:rPr>
              <a:t>công</a:t>
            </a:r>
            <a:r>
              <a:rPr lang="en-US" sz="1200" dirty="0">
                <a:solidFill>
                  <a:srgbClr val="4A5568"/>
                </a:solidFill>
                <a:latin typeface="Open Sans"/>
                <a:sym typeface="Open Sans"/>
              </a:rPr>
              <a:t>. </a:t>
            </a:r>
          </a:p>
        </p:txBody>
      </p:sp>
      <p:sp>
        <p:nvSpPr>
          <p:cNvPr id="30" name="Google Shape;303;p20">
            <a:extLst>
              <a:ext uri="{FF2B5EF4-FFF2-40B4-BE49-F238E27FC236}">
                <a16:creationId xmlns:a16="http://schemas.microsoft.com/office/drawing/2014/main" id="{8F3E4539-A31E-4C63-ACC7-6DC1A3BF8749}"/>
              </a:ext>
            </a:extLst>
          </p:cNvPr>
          <p:cNvSpPr txBox="1"/>
          <p:nvPr/>
        </p:nvSpPr>
        <p:spPr>
          <a:xfrm>
            <a:off x="620657" y="4538266"/>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dirty="0" err="1">
                <a:latin typeface="Roboto SemiBold"/>
                <a:sym typeface="Roboto SemiBold"/>
              </a:rPr>
              <a:t>Khảo</a:t>
            </a:r>
            <a:r>
              <a:rPr lang="en-US" dirty="0">
                <a:latin typeface="Roboto SemiBold"/>
                <a:sym typeface="Roboto SemiBold"/>
              </a:rPr>
              <a:t> </a:t>
            </a:r>
            <a:r>
              <a:rPr lang="en-US" dirty="0" err="1">
                <a:latin typeface="Roboto SemiBold"/>
                <a:sym typeface="Roboto SemiBold"/>
              </a:rPr>
              <a:t>sát</a:t>
            </a:r>
            <a:r>
              <a:rPr lang="en-US" dirty="0">
                <a:latin typeface="Roboto SemiBold"/>
                <a:sym typeface="Roboto SemiBold"/>
              </a:rPr>
              <a:t> </a:t>
            </a:r>
            <a:r>
              <a:rPr lang="en-US" dirty="0" err="1">
                <a:latin typeface="Roboto SemiBold"/>
                <a:sym typeface="Roboto SemiBold"/>
              </a:rPr>
              <a:t>nhu</a:t>
            </a:r>
            <a:r>
              <a:rPr lang="en-US" dirty="0">
                <a:latin typeface="Roboto SemiBold"/>
                <a:sym typeface="Roboto SemiBold"/>
              </a:rPr>
              <a:t> </a:t>
            </a:r>
            <a:r>
              <a:rPr lang="en-US" dirty="0" err="1">
                <a:latin typeface="Roboto SemiBold"/>
                <a:sym typeface="Roboto SemiBold"/>
              </a:rPr>
              <a:t>cầu</a:t>
            </a:r>
            <a:r>
              <a:rPr lang="en-US" dirty="0">
                <a:latin typeface="Roboto SemiBold"/>
                <a:sym typeface="Roboto SemiBold"/>
              </a:rPr>
              <a:t> upload</a:t>
            </a:r>
            <a:endParaRPr dirty="0"/>
          </a:p>
        </p:txBody>
      </p:sp>
      <p:sp>
        <p:nvSpPr>
          <p:cNvPr id="31" name="Google Shape;304;p20">
            <a:extLst>
              <a:ext uri="{FF2B5EF4-FFF2-40B4-BE49-F238E27FC236}">
                <a16:creationId xmlns:a16="http://schemas.microsoft.com/office/drawing/2014/main" id="{424237B8-B274-4EF2-B229-599BF89C5B89}"/>
              </a:ext>
            </a:extLst>
          </p:cNvPr>
          <p:cNvSpPr txBox="1"/>
          <p:nvPr/>
        </p:nvSpPr>
        <p:spPr>
          <a:xfrm>
            <a:off x="614108" y="6015066"/>
            <a:ext cx="5384595" cy="590931"/>
          </a:xfrm>
          <a:prstGeom prst="rect">
            <a:avLst/>
          </a:prstGeom>
          <a:noFill/>
          <a:ln>
            <a:noFill/>
          </a:ln>
        </p:spPr>
        <p:txBody>
          <a:bodyPr spcFirstLastPara="1" wrap="square" lIns="0" tIns="0" rIns="0" bIns="0" anchor="t" anchorCtr="0">
            <a:spAutoFit/>
          </a:bodyPr>
          <a:lstStyle/>
          <a:p>
            <a:pPr marL="171450" lvl="0" indent="-171450">
              <a:lnSpc>
                <a:spcPct val="160000"/>
              </a:lnSpc>
              <a:buFont typeface="Arial" panose="020B0604020202020204" pitchFamily="34" charset="0"/>
              <a:buChar char="•"/>
            </a:pPr>
            <a:r>
              <a:rPr lang="vi-VN" sz="1200" dirty="0">
                <a:solidFill>
                  <a:srgbClr val="4A5568"/>
                </a:solidFill>
                <a:latin typeface="Open Sans"/>
                <a:sym typeface="Open Sans"/>
              </a:rPr>
              <a:t>Vì việc xử lý file từ máy trạm nên không tránh được việc sai sót, phải upload lại, đôi khi phát hiện chậm sai sót gây ảnh hưởng đến kết quả báo cáo</a:t>
            </a:r>
            <a:endParaRPr lang="vi-VN" sz="1200" dirty="0"/>
          </a:p>
        </p:txBody>
      </p:sp>
    </p:spTree>
    <p:extLst>
      <p:ext uri="{BB962C8B-B14F-4D97-AF65-F5344CB8AC3E}">
        <p14:creationId xmlns:p14="http://schemas.microsoft.com/office/powerpoint/2010/main" val="143472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42A0-5B49-43F6-C461-3D2F177BF1B6}"/>
            </a:ext>
          </a:extLst>
        </p:cNvPr>
        <p:cNvGrpSpPr/>
        <p:nvPr/>
      </p:nvGrpSpPr>
      <p:grpSpPr>
        <a:xfrm>
          <a:off x="0" y="0"/>
          <a:ext cx="0" cy="0"/>
          <a:chOff x="0" y="0"/>
          <a:chExt cx="0" cy="0"/>
        </a:xfrm>
      </p:grpSpPr>
      <p:pic>
        <p:nvPicPr>
          <p:cNvPr id="37" name="Google Shape;216;p17" descr="image.png">
            <a:extLst>
              <a:ext uri="{FF2B5EF4-FFF2-40B4-BE49-F238E27FC236}">
                <a16:creationId xmlns:a16="http://schemas.microsoft.com/office/drawing/2014/main" id="{281AD9D5-E8B9-45FF-A423-79BE7DECA111}"/>
              </a:ext>
            </a:extLst>
          </p:cNvPr>
          <p:cNvPicPr preferRelativeResize="0"/>
          <p:nvPr/>
        </p:nvPicPr>
        <p:blipFill rotWithShape="1">
          <a:blip r:embed="rId4">
            <a:alphaModFix/>
          </a:blip>
          <a:srcRect/>
          <a:stretch/>
        </p:blipFill>
        <p:spPr>
          <a:xfrm>
            <a:off x="3236789" y="4657857"/>
            <a:ext cx="2565721" cy="1574673"/>
          </a:xfrm>
          <a:prstGeom prst="rect">
            <a:avLst/>
          </a:prstGeom>
          <a:noFill/>
          <a:ln>
            <a:noFill/>
          </a:ln>
        </p:spPr>
      </p:pic>
      <p:pic>
        <p:nvPicPr>
          <p:cNvPr id="8" name="Google Shape;216;p17" descr="image.png">
            <a:extLst>
              <a:ext uri="{FF2B5EF4-FFF2-40B4-BE49-F238E27FC236}">
                <a16:creationId xmlns:a16="http://schemas.microsoft.com/office/drawing/2014/main" id="{BFCA3362-085B-85DE-FCA4-93DBF1BC979E}"/>
              </a:ext>
            </a:extLst>
          </p:cNvPr>
          <p:cNvPicPr preferRelativeResize="0"/>
          <p:nvPr/>
        </p:nvPicPr>
        <p:blipFill rotWithShape="1">
          <a:blip r:embed="rId4">
            <a:alphaModFix/>
          </a:blip>
          <a:srcRect/>
          <a:stretch/>
        </p:blipFill>
        <p:spPr>
          <a:xfrm>
            <a:off x="569789" y="3073568"/>
            <a:ext cx="2565721" cy="1574673"/>
          </a:xfrm>
          <a:prstGeom prst="rect">
            <a:avLst/>
          </a:prstGeom>
          <a:noFill/>
          <a:ln>
            <a:noFill/>
          </a:ln>
        </p:spPr>
      </p:pic>
      <p:pic>
        <p:nvPicPr>
          <p:cNvPr id="7" name="Google Shape;216;p17" descr="image.png">
            <a:extLst>
              <a:ext uri="{FF2B5EF4-FFF2-40B4-BE49-F238E27FC236}">
                <a16:creationId xmlns:a16="http://schemas.microsoft.com/office/drawing/2014/main" id="{FDE6509E-9278-3355-601F-740D8D3DB9B5}"/>
              </a:ext>
            </a:extLst>
          </p:cNvPr>
          <p:cNvPicPr preferRelativeResize="0"/>
          <p:nvPr/>
        </p:nvPicPr>
        <p:blipFill rotWithShape="1">
          <a:blip r:embed="rId4">
            <a:alphaModFix/>
          </a:blip>
          <a:srcRect/>
          <a:stretch/>
        </p:blipFill>
        <p:spPr>
          <a:xfrm>
            <a:off x="3247373" y="3073568"/>
            <a:ext cx="2565721" cy="1574673"/>
          </a:xfrm>
          <a:prstGeom prst="rect">
            <a:avLst/>
          </a:prstGeom>
          <a:noFill/>
          <a:ln>
            <a:noFill/>
          </a:ln>
        </p:spPr>
      </p:pic>
      <p:pic>
        <p:nvPicPr>
          <p:cNvPr id="6" name="Google Shape;216;p17" descr="image.png">
            <a:extLst>
              <a:ext uri="{FF2B5EF4-FFF2-40B4-BE49-F238E27FC236}">
                <a16:creationId xmlns:a16="http://schemas.microsoft.com/office/drawing/2014/main" id="{71638549-4813-999A-0B57-FA54E162C051}"/>
              </a:ext>
            </a:extLst>
          </p:cNvPr>
          <p:cNvPicPr preferRelativeResize="0"/>
          <p:nvPr/>
        </p:nvPicPr>
        <p:blipFill rotWithShape="1">
          <a:blip r:embed="rId4">
            <a:alphaModFix/>
          </a:blip>
          <a:srcRect/>
          <a:stretch/>
        </p:blipFill>
        <p:spPr>
          <a:xfrm>
            <a:off x="3236789" y="1598675"/>
            <a:ext cx="2565721" cy="1574673"/>
          </a:xfrm>
          <a:prstGeom prst="rect">
            <a:avLst/>
          </a:prstGeom>
          <a:noFill/>
          <a:ln>
            <a:noFill/>
          </a:ln>
        </p:spPr>
      </p:pic>
      <p:pic>
        <p:nvPicPr>
          <p:cNvPr id="4" name="Google Shape;216;p17" descr="image.png">
            <a:extLst>
              <a:ext uri="{FF2B5EF4-FFF2-40B4-BE49-F238E27FC236}">
                <a16:creationId xmlns:a16="http://schemas.microsoft.com/office/drawing/2014/main" id="{71391231-DBD9-3779-12CD-C9A6508392EC}"/>
              </a:ext>
            </a:extLst>
          </p:cNvPr>
          <p:cNvPicPr preferRelativeResize="0"/>
          <p:nvPr/>
        </p:nvPicPr>
        <p:blipFill rotWithShape="1">
          <a:blip r:embed="rId4">
            <a:alphaModFix/>
          </a:blip>
          <a:srcRect/>
          <a:stretch/>
        </p:blipFill>
        <p:spPr>
          <a:xfrm>
            <a:off x="527456" y="1598676"/>
            <a:ext cx="2565721" cy="1574673"/>
          </a:xfrm>
          <a:prstGeom prst="rect">
            <a:avLst/>
          </a:prstGeom>
          <a:noFill/>
          <a:ln>
            <a:noFill/>
          </a:ln>
        </p:spPr>
      </p:pic>
      <p:sp>
        <p:nvSpPr>
          <p:cNvPr id="2" name="Rectangle 1">
            <a:extLst>
              <a:ext uri="{FF2B5EF4-FFF2-40B4-BE49-F238E27FC236}">
                <a16:creationId xmlns:a16="http://schemas.microsoft.com/office/drawing/2014/main" id="{0A51999E-C359-14DE-8F16-67771374C8C1}"/>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oogle Shape;94;p14" descr="image.png">
            <a:extLst>
              <a:ext uri="{FF2B5EF4-FFF2-40B4-BE49-F238E27FC236}">
                <a16:creationId xmlns:a16="http://schemas.microsoft.com/office/drawing/2014/main" id="{B5804726-4E53-DD71-8BD3-C24F987DED8F}"/>
              </a:ext>
            </a:extLst>
          </p:cNvPr>
          <p:cNvPicPr preferRelativeResize="0"/>
          <p:nvPr/>
        </p:nvPicPr>
        <p:blipFill rotWithShape="1">
          <a:blip r:embed="rId5">
            <a:alphaModFix/>
          </a:blip>
          <a:srcRect/>
          <a:stretch/>
        </p:blipFill>
        <p:spPr>
          <a:xfrm>
            <a:off x="6334125" y="1347787"/>
            <a:ext cx="5286375" cy="5172075"/>
          </a:xfrm>
          <a:prstGeom prst="rect">
            <a:avLst/>
          </a:prstGeom>
          <a:noFill/>
          <a:ln>
            <a:noFill/>
          </a:ln>
        </p:spPr>
      </p:pic>
      <p:sp>
        <p:nvSpPr>
          <p:cNvPr id="14" name="Google Shape;101;p14">
            <a:extLst>
              <a:ext uri="{FF2B5EF4-FFF2-40B4-BE49-F238E27FC236}">
                <a16:creationId xmlns:a16="http://schemas.microsoft.com/office/drawing/2014/main" id="{88EB6436-2533-2296-4336-43432259DAEF}"/>
              </a:ext>
            </a:extLst>
          </p:cNvPr>
          <p:cNvSpPr txBox="1"/>
          <p:nvPr/>
        </p:nvSpPr>
        <p:spPr>
          <a:xfrm>
            <a:off x="6667500" y="1681162"/>
            <a:ext cx="4850606" cy="276999"/>
          </a:xfrm>
          <a:prstGeom prst="rect">
            <a:avLst/>
          </a:prstGeom>
          <a:noFill/>
          <a:ln>
            <a:noFill/>
          </a:ln>
        </p:spPr>
        <p:txBody>
          <a:bodyPr spcFirstLastPara="1" wrap="square" lIns="361950" tIns="0" rIns="0" bIns="0" anchor="t" anchorCtr="0">
            <a:spAutoFit/>
          </a:bodyPr>
          <a:lstStyle/>
          <a:p>
            <a:pPr lvl="0"/>
            <a:r>
              <a:rPr lang="en-US" b="0" i="0" u="none" strike="noStrike" cap="none" dirty="0" err="1">
                <a:solidFill>
                  <a:srgbClr val="00A8E8"/>
                </a:solidFill>
                <a:latin typeface="Roboto SemiBold"/>
                <a:ea typeface="Roboto SemiBold"/>
                <a:cs typeface="Roboto SemiBold"/>
                <a:sym typeface="Roboto SemiBold"/>
              </a:rPr>
              <a:t>Hệ</a:t>
            </a:r>
            <a:r>
              <a:rPr lang="en-US" b="0" i="0" u="none" strike="noStrike" cap="none" dirty="0">
                <a:solidFill>
                  <a:srgbClr val="00A8E8"/>
                </a:solidFill>
                <a:latin typeface="Roboto SemiBold"/>
                <a:ea typeface="Roboto SemiBold"/>
                <a:cs typeface="Roboto SemiBold"/>
                <a:sym typeface="Roboto SemiBold"/>
              </a:rPr>
              <a:t> </a:t>
            </a:r>
            <a:r>
              <a:rPr lang="en-US" b="0" i="0" u="none" strike="noStrike" cap="none" dirty="0" err="1">
                <a:solidFill>
                  <a:srgbClr val="00A8E8"/>
                </a:solidFill>
                <a:latin typeface="Roboto SemiBold"/>
                <a:ea typeface="Roboto SemiBold"/>
                <a:cs typeface="Roboto SemiBold"/>
                <a:sym typeface="Roboto SemiBold"/>
              </a:rPr>
              <a:t>thống</a:t>
            </a:r>
            <a:r>
              <a:rPr lang="en-US" b="0" i="0" u="none" strike="noStrike" cap="none" dirty="0">
                <a:solidFill>
                  <a:srgbClr val="00A8E8"/>
                </a:solidFill>
                <a:latin typeface="Roboto SemiBold"/>
                <a:ea typeface="Roboto SemiBold"/>
                <a:cs typeface="Roboto SemiBold"/>
                <a:sym typeface="Roboto SemiBold"/>
              </a:rPr>
              <a:t> </a:t>
            </a:r>
            <a:r>
              <a:rPr lang="en-US" dirty="0">
                <a:solidFill>
                  <a:srgbClr val="00A8E8"/>
                </a:solidFill>
                <a:latin typeface="Roboto SemiBold"/>
                <a:ea typeface="Roboto SemiBold"/>
                <a:cs typeface="Roboto SemiBold"/>
                <a:sym typeface="Roboto SemiBold"/>
              </a:rPr>
              <a:t>Data Upload Portal</a:t>
            </a:r>
            <a:endParaRPr dirty="0"/>
          </a:p>
        </p:txBody>
      </p:sp>
      <p:sp>
        <p:nvSpPr>
          <p:cNvPr id="15" name="Google Shape;102;p14">
            <a:extLst>
              <a:ext uri="{FF2B5EF4-FFF2-40B4-BE49-F238E27FC236}">
                <a16:creationId xmlns:a16="http://schemas.microsoft.com/office/drawing/2014/main" id="{93987F7E-DE82-06D8-0064-232C57287FC0}"/>
              </a:ext>
            </a:extLst>
          </p:cNvPr>
          <p:cNvSpPr/>
          <p:nvPr/>
        </p:nvSpPr>
        <p:spPr>
          <a:xfrm>
            <a:off x="6667500" y="2138362"/>
            <a:ext cx="4619625"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 name="Google Shape;103;p14" descr="image.png">
            <a:extLst>
              <a:ext uri="{FF2B5EF4-FFF2-40B4-BE49-F238E27FC236}">
                <a16:creationId xmlns:a16="http://schemas.microsoft.com/office/drawing/2014/main" id="{57AAEC37-785E-50CD-1B4B-45A35F74B435}"/>
              </a:ext>
            </a:extLst>
          </p:cNvPr>
          <p:cNvPicPr preferRelativeResize="0"/>
          <p:nvPr/>
        </p:nvPicPr>
        <p:blipFill rotWithShape="1">
          <a:blip r:embed="rId6">
            <a:alphaModFix/>
          </a:blip>
          <a:srcRect/>
          <a:stretch/>
        </p:blipFill>
        <p:spPr>
          <a:xfrm>
            <a:off x="6667500" y="4471987"/>
            <a:ext cx="4619625" cy="1714500"/>
          </a:xfrm>
          <a:prstGeom prst="rect">
            <a:avLst/>
          </a:prstGeom>
          <a:noFill/>
          <a:ln>
            <a:noFill/>
          </a:ln>
        </p:spPr>
      </p:pic>
      <p:sp>
        <p:nvSpPr>
          <p:cNvPr id="18" name="Google Shape;105;p14">
            <a:extLst>
              <a:ext uri="{FF2B5EF4-FFF2-40B4-BE49-F238E27FC236}">
                <a16:creationId xmlns:a16="http://schemas.microsoft.com/office/drawing/2014/main" id="{6E1345C3-44FB-3DF9-8E0B-9A58FFDF1C0F}"/>
              </a:ext>
            </a:extLst>
          </p:cNvPr>
          <p:cNvSpPr txBox="1"/>
          <p:nvPr/>
        </p:nvSpPr>
        <p:spPr>
          <a:xfrm>
            <a:off x="669984" y="1741229"/>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dirty="0" err="1">
                <a:solidFill>
                  <a:srgbClr val="0F172A"/>
                </a:solidFill>
                <a:latin typeface="Roboto"/>
                <a:sym typeface="Roboto"/>
              </a:rPr>
              <a:t>Đa</a:t>
            </a:r>
            <a:r>
              <a:rPr lang="en-US" sz="1200" b="1" dirty="0">
                <a:solidFill>
                  <a:srgbClr val="0F172A"/>
                </a:solidFill>
                <a:latin typeface="Roboto"/>
                <a:sym typeface="Roboto"/>
              </a:rPr>
              <a:t> </a:t>
            </a:r>
            <a:r>
              <a:rPr lang="en-US" sz="1200" b="1" dirty="0" err="1">
                <a:solidFill>
                  <a:srgbClr val="0F172A"/>
                </a:solidFill>
                <a:latin typeface="Roboto"/>
                <a:sym typeface="Roboto"/>
              </a:rPr>
              <a:t>dạng</a:t>
            </a:r>
            <a:r>
              <a:rPr lang="en-US" sz="1200" b="1" dirty="0">
                <a:solidFill>
                  <a:srgbClr val="0F172A"/>
                </a:solidFill>
                <a:latin typeface="Roboto"/>
                <a:sym typeface="Roboto"/>
              </a:rPr>
              <a:t> </a:t>
            </a:r>
            <a:r>
              <a:rPr lang="en-US" sz="1200" b="1" dirty="0" err="1">
                <a:solidFill>
                  <a:srgbClr val="0F172A"/>
                </a:solidFill>
                <a:latin typeface="Roboto"/>
                <a:sym typeface="Roboto"/>
              </a:rPr>
              <a:t>loại</a:t>
            </a:r>
            <a:r>
              <a:rPr lang="en-US" sz="1200" b="1" dirty="0">
                <a:solidFill>
                  <a:srgbClr val="0F172A"/>
                </a:solidFill>
                <a:latin typeface="Roboto"/>
                <a:sym typeface="Roboto"/>
              </a:rPr>
              <a:t> file</a:t>
            </a:r>
            <a:endParaRPr dirty="0"/>
          </a:p>
        </p:txBody>
      </p:sp>
      <p:sp>
        <p:nvSpPr>
          <p:cNvPr id="19" name="Google Shape;106;p14">
            <a:extLst>
              <a:ext uri="{FF2B5EF4-FFF2-40B4-BE49-F238E27FC236}">
                <a16:creationId xmlns:a16="http://schemas.microsoft.com/office/drawing/2014/main" id="{56836AD2-4714-90AF-2EB4-C178EAAAE969}"/>
              </a:ext>
            </a:extLst>
          </p:cNvPr>
          <p:cNvSpPr txBox="1"/>
          <p:nvPr/>
        </p:nvSpPr>
        <p:spPr>
          <a:xfrm>
            <a:off x="671814" y="2153874"/>
            <a:ext cx="212883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dirty="0" err="1">
                <a:solidFill>
                  <a:srgbClr val="64748B"/>
                </a:solidFill>
                <a:latin typeface="Open Sans"/>
                <a:sym typeface="Open Sans"/>
              </a:rPr>
              <a:t>Hỗ</a:t>
            </a:r>
            <a:r>
              <a:rPr lang="en-US" sz="1200" dirty="0">
                <a:solidFill>
                  <a:srgbClr val="64748B"/>
                </a:solidFill>
                <a:latin typeface="Open Sans"/>
                <a:sym typeface="Open Sans"/>
              </a:rPr>
              <a:t> </a:t>
            </a:r>
            <a:r>
              <a:rPr lang="en-US" sz="1200" dirty="0" err="1">
                <a:solidFill>
                  <a:srgbClr val="64748B"/>
                </a:solidFill>
                <a:latin typeface="Open Sans"/>
                <a:sym typeface="Open Sans"/>
              </a:rPr>
              <a:t>trợ</a:t>
            </a:r>
            <a:r>
              <a:rPr lang="en-US" sz="1200" dirty="0">
                <a:solidFill>
                  <a:srgbClr val="64748B"/>
                </a:solidFill>
                <a:latin typeface="Open Sans"/>
                <a:sym typeface="Open Sans"/>
              </a:rPr>
              <a:t> </a:t>
            </a:r>
            <a:r>
              <a:rPr lang="en-US" sz="1200" dirty="0" err="1">
                <a:solidFill>
                  <a:srgbClr val="64748B"/>
                </a:solidFill>
                <a:latin typeface="Open Sans"/>
                <a:sym typeface="Open Sans"/>
              </a:rPr>
              <a:t>nhiều</a:t>
            </a:r>
            <a:r>
              <a:rPr lang="en-US" sz="1200" dirty="0">
                <a:solidFill>
                  <a:srgbClr val="64748B"/>
                </a:solidFill>
                <a:latin typeface="Open Sans"/>
                <a:sym typeface="Open Sans"/>
              </a:rPr>
              <a:t> </a:t>
            </a:r>
            <a:r>
              <a:rPr lang="en-US" sz="1200" dirty="0" err="1">
                <a:solidFill>
                  <a:srgbClr val="64748B"/>
                </a:solidFill>
                <a:latin typeface="Open Sans"/>
                <a:sym typeface="Open Sans"/>
              </a:rPr>
              <a:t>định</a:t>
            </a:r>
            <a:r>
              <a:rPr lang="en-US" sz="1200" dirty="0">
                <a:solidFill>
                  <a:srgbClr val="64748B"/>
                </a:solidFill>
                <a:latin typeface="Open Sans"/>
                <a:sym typeface="Open Sans"/>
              </a:rPr>
              <a:t> </a:t>
            </a:r>
            <a:r>
              <a:rPr lang="en-US" sz="1200" dirty="0" err="1">
                <a:solidFill>
                  <a:srgbClr val="64748B"/>
                </a:solidFill>
                <a:latin typeface="Open Sans"/>
                <a:sym typeface="Open Sans"/>
              </a:rPr>
              <a:t>dạng</a:t>
            </a:r>
            <a:r>
              <a:rPr lang="en-US" sz="1200" dirty="0">
                <a:solidFill>
                  <a:srgbClr val="64748B"/>
                </a:solidFill>
                <a:latin typeface="Open Sans"/>
                <a:sym typeface="Open Sans"/>
              </a:rPr>
              <a:t> file </a:t>
            </a:r>
            <a:r>
              <a:rPr lang="en-US" sz="1200" dirty="0" err="1">
                <a:solidFill>
                  <a:srgbClr val="64748B"/>
                </a:solidFill>
                <a:latin typeface="Open Sans"/>
                <a:sym typeface="Open Sans"/>
              </a:rPr>
              <a:t>có</a:t>
            </a:r>
            <a:r>
              <a:rPr lang="en-US" sz="1200" dirty="0">
                <a:solidFill>
                  <a:srgbClr val="64748B"/>
                </a:solidFill>
                <a:latin typeface="Open Sans"/>
                <a:sym typeface="Open Sans"/>
              </a:rPr>
              <a:t> </a:t>
            </a:r>
            <a:r>
              <a:rPr lang="en-US" sz="1200" dirty="0" err="1">
                <a:solidFill>
                  <a:srgbClr val="64748B"/>
                </a:solidFill>
                <a:latin typeface="Open Sans"/>
                <a:sym typeface="Open Sans"/>
              </a:rPr>
              <a:t>cấu</a:t>
            </a:r>
            <a:r>
              <a:rPr lang="en-US" sz="1200" dirty="0">
                <a:solidFill>
                  <a:srgbClr val="64748B"/>
                </a:solidFill>
                <a:latin typeface="Open Sans"/>
                <a:sym typeface="Open Sans"/>
              </a:rPr>
              <a:t> </a:t>
            </a:r>
            <a:r>
              <a:rPr lang="en-US" sz="1200" dirty="0" err="1">
                <a:solidFill>
                  <a:srgbClr val="64748B"/>
                </a:solidFill>
                <a:latin typeface="Open Sans"/>
                <a:sym typeface="Open Sans"/>
              </a:rPr>
              <a:t>trúc</a:t>
            </a:r>
            <a:r>
              <a:rPr lang="en-US" sz="1200" dirty="0">
                <a:solidFill>
                  <a:srgbClr val="64748B"/>
                </a:solidFill>
                <a:latin typeface="Open Sans"/>
                <a:sym typeface="Open Sans"/>
              </a:rPr>
              <a:t>, </a:t>
            </a:r>
            <a:r>
              <a:rPr lang="en-US" sz="1200" dirty="0" err="1">
                <a:solidFill>
                  <a:srgbClr val="64748B"/>
                </a:solidFill>
                <a:latin typeface="Open Sans"/>
                <a:sym typeface="Open Sans"/>
              </a:rPr>
              <a:t>bán</a:t>
            </a:r>
            <a:r>
              <a:rPr lang="en-US" sz="1200" dirty="0">
                <a:solidFill>
                  <a:srgbClr val="64748B"/>
                </a:solidFill>
                <a:latin typeface="Open Sans"/>
                <a:sym typeface="Open Sans"/>
              </a:rPr>
              <a:t> </a:t>
            </a:r>
            <a:r>
              <a:rPr lang="en-US" sz="1200" dirty="0" err="1">
                <a:solidFill>
                  <a:srgbClr val="64748B"/>
                </a:solidFill>
                <a:latin typeface="Open Sans"/>
                <a:sym typeface="Open Sans"/>
              </a:rPr>
              <a:t>cấu</a:t>
            </a:r>
            <a:r>
              <a:rPr lang="en-US" sz="1200" dirty="0">
                <a:solidFill>
                  <a:srgbClr val="64748B"/>
                </a:solidFill>
                <a:latin typeface="Open Sans"/>
                <a:sym typeface="Open Sans"/>
              </a:rPr>
              <a:t> </a:t>
            </a:r>
            <a:r>
              <a:rPr lang="en-US" sz="1200" dirty="0" err="1">
                <a:solidFill>
                  <a:srgbClr val="64748B"/>
                </a:solidFill>
                <a:latin typeface="Open Sans"/>
                <a:sym typeface="Open Sans"/>
              </a:rPr>
              <a:t>trúc</a:t>
            </a:r>
            <a:r>
              <a:rPr lang="en-US" sz="1200" dirty="0">
                <a:solidFill>
                  <a:srgbClr val="64748B"/>
                </a:solidFill>
                <a:latin typeface="Open Sans"/>
                <a:sym typeface="Open Sans"/>
              </a:rPr>
              <a:t> </a:t>
            </a:r>
            <a:r>
              <a:rPr lang="en-US" sz="1200" dirty="0" err="1">
                <a:solidFill>
                  <a:srgbClr val="64748B"/>
                </a:solidFill>
                <a:latin typeface="Open Sans"/>
                <a:sym typeface="Open Sans"/>
              </a:rPr>
              <a:t>như</a:t>
            </a:r>
            <a:r>
              <a:rPr lang="en-US" sz="1200" dirty="0">
                <a:solidFill>
                  <a:srgbClr val="64748B"/>
                </a:solidFill>
                <a:latin typeface="Open Sans"/>
                <a:sym typeface="Open Sans"/>
              </a:rPr>
              <a:t>: XML, Excel, </a:t>
            </a:r>
            <a:r>
              <a:rPr lang="en-US" sz="1200" dirty="0" err="1">
                <a:solidFill>
                  <a:srgbClr val="64748B"/>
                </a:solidFill>
                <a:latin typeface="Open Sans"/>
                <a:sym typeface="Open Sans"/>
              </a:rPr>
              <a:t>Json</a:t>
            </a:r>
            <a:r>
              <a:rPr lang="en-US" sz="1200" dirty="0">
                <a:solidFill>
                  <a:srgbClr val="64748B"/>
                </a:solidFill>
                <a:latin typeface="Open Sans"/>
                <a:sym typeface="Open Sans"/>
              </a:rPr>
              <a:t>, CSV …</a:t>
            </a:r>
            <a:endParaRPr sz="1200" dirty="0"/>
          </a:p>
        </p:txBody>
      </p:sp>
      <p:sp>
        <p:nvSpPr>
          <p:cNvPr id="21" name="Google Shape;108;p14">
            <a:extLst>
              <a:ext uri="{FF2B5EF4-FFF2-40B4-BE49-F238E27FC236}">
                <a16:creationId xmlns:a16="http://schemas.microsoft.com/office/drawing/2014/main" id="{D8FBE04D-16BF-0770-CEBD-4EEDDA10B7AA}"/>
              </a:ext>
            </a:extLst>
          </p:cNvPr>
          <p:cNvSpPr txBox="1"/>
          <p:nvPr/>
        </p:nvSpPr>
        <p:spPr>
          <a:xfrm>
            <a:off x="3390712" y="1782246"/>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Dung </a:t>
            </a:r>
            <a:r>
              <a:rPr lang="en-US" sz="1200" b="1" i="0" u="none" strike="noStrike" cap="none" dirty="0" err="1">
                <a:solidFill>
                  <a:srgbClr val="0F172A"/>
                </a:solidFill>
                <a:latin typeface="Roboto"/>
                <a:ea typeface="Roboto"/>
                <a:cs typeface="Roboto"/>
                <a:sym typeface="Roboto"/>
              </a:rPr>
              <a:t>lượng</a:t>
            </a:r>
            <a:r>
              <a:rPr lang="en-US" sz="1200" b="1" i="0" u="none" strike="noStrike" cap="none" dirty="0">
                <a:solidFill>
                  <a:srgbClr val="0F172A"/>
                </a:solidFill>
                <a:latin typeface="Roboto"/>
                <a:ea typeface="Roboto"/>
                <a:cs typeface="Roboto"/>
                <a:sym typeface="Roboto"/>
              </a:rPr>
              <a:t> file</a:t>
            </a:r>
            <a:endParaRPr dirty="0"/>
          </a:p>
        </p:txBody>
      </p:sp>
      <p:sp>
        <p:nvSpPr>
          <p:cNvPr id="22" name="Google Shape;109;p14">
            <a:extLst>
              <a:ext uri="{FF2B5EF4-FFF2-40B4-BE49-F238E27FC236}">
                <a16:creationId xmlns:a16="http://schemas.microsoft.com/office/drawing/2014/main" id="{AF6DF6DB-0604-834D-43BD-492F88DA2F6B}"/>
              </a:ext>
            </a:extLst>
          </p:cNvPr>
          <p:cNvSpPr txBox="1"/>
          <p:nvPr/>
        </p:nvSpPr>
        <p:spPr>
          <a:xfrm>
            <a:off x="3366066" y="2183672"/>
            <a:ext cx="212883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b="0" i="0" u="none" strike="noStrike" cap="none" dirty="0" err="1">
                <a:solidFill>
                  <a:srgbClr val="64748B"/>
                </a:solidFill>
                <a:latin typeface="Open Sans"/>
                <a:ea typeface="Open Sans"/>
                <a:cs typeface="Open Sans"/>
                <a:sym typeface="Open Sans"/>
              </a:rPr>
              <a:t>Cấu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hình</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cho</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từng</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loại</a:t>
            </a:r>
            <a:r>
              <a:rPr lang="en-US" sz="1200" b="0" i="0" u="none" strike="noStrike" cap="none" dirty="0">
                <a:solidFill>
                  <a:srgbClr val="64748B"/>
                </a:solidFill>
                <a:latin typeface="Open Sans"/>
                <a:ea typeface="Open Sans"/>
                <a:cs typeface="Open Sans"/>
                <a:sym typeface="Open Sans"/>
              </a:rPr>
              <a:t> file. </a:t>
            </a:r>
            <a:r>
              <a:rPr lang="en-US" sz="1200" b="0" i="0" u="none" strike="noStrike" cap="none" dirty="0" err="1">
                <a:solidFill>
                  <a:srgbClr val="64748B"/>
                </a:solidFill>
                <a:latin typeface="Open Sans"/>
                <a:ea typeface="Open Sans"/>
                <a:cs typeface="Open Sans"/>
                <a:sym typeface="Open Sans"/>
              </a:rPr>
              <a:t>Tối</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đa</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hỗ</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trợ</a:t>
            </a:r>
            <a:r>
              <a:rPr lang="en-US" sz="1200" b="0" i="0" u="none" strike="noStrike" cap="none" dirty="0">
                <a:solidFill>
                  <a:srgbClr val="64748B"/>
                </a:solidFill>
                <a:latin typeface="Open Sans"/>
                <a:ea typeface="Open Sans"/>
                <a:cs typeface="Open Sans"/>
                <a:sym typeface="Open Sans"/>
              </a:rPr>
              <a:t> dung </a:t>
            </a:r>
            <a:r>
              <a:rPr lang="en-US" sz="1200" b="0" i="0" u="none" strike="noStrike" cap="none" dirty="0" err="1">
                <a:solidFill>
                  <a:srgbClr val="64748B"/>
                </a:solidFill>
                <a:latin typeface="Open Sans"/>
                <a:ea typeface="Open Sans"/>
                <a:cs typeface="Open Sans"/>
                <a:sym typeface="Open Sans"/>
              </a:rPr>
              <a:t>lượng</a:t>
            </a:r>
            <a:r>
              <a:rPr lang="en-US" sz="1200" b="0" i="0" u="none" strike="noStrike" cap="none" dirty="0">
                <a:solidFill>
                  <a:srgbClr val="64748B"/>
                </a:solidFill>
                <a:latin typeface="Open Sans"/>
                <a:ea typeface="Open Sans"/>
                <a:cs typeface="Open Sans"/>
                <a:sym typeface="Open Sans"/>
              </a:rPr>
              <a:t> file </a:t>
            </a:r>
            <a:r>
              <a:rPr lang="en-US" sz="1200" b="0" i="0" u="none" strike="noStrike" cap="none" dirty="0" err="1">
                <a:solidFill>
                  <a:srgbClr val="64748B"/>
                </a:solidFill>
                <a:latin typeface="Open Sans"/>
                <a:ea typeface="Open Sans"/>
                <a:cs typeface="Open Sans"/>
                <a:sym typeface="Open Sans"/>
              </a:rPr>
              <a:t>lớn</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tới</a:t>
            </a:r>
            <a:r>
              <a:rPr lang="en-US" sz="1200" b="0" i="0" u="none" strike="noStrike" cap="none" dirty="0">
                <a:solidFill>
                  <a:srgbClr val="64748B"/>
                </a:solidFill>
                <a:latin typeface="Open Sans"/>
                <a:ea typeface="Open Sans"/>
                <a:cs typeface="Open Sans"/>
                <a:sym typeface="Open Sans"/>
              </a:rPr>
              <a:t> </a:t>
            </a:r>
            <a:r>
              <a:rPr lang="vi-VN" sz="1200" b="0" i="0" u="none" strike="noStrike" cap="none" dirty="0">
                <a:solidFill>
                  <a:srgbClr val="64748B"/>
                </a:solidFill>
                <a:latin typeface="Open Sans"/>
                <a:ea typeface="Open Sans"/>
                <a:cs typeface="Open Sans"/>
                <a:sym typeface="Open Sans"/>
              </a:rPr>
              <a:t>1</a:t>
            </a:r>
            <a:r>
              <a:rPr lang="en-US" sz="1200" b="0" i="0" u="none" strike="noStrike" cap="none" dirty="0">
                <a:solidFill>
                  <a:srgbClr val="64748B"/>
                </a:solidFill>
                <a:latin typeface="Open Sans"/>
                <a:ea typeface="Open Sans"/>
                <a:cs typeface="Open Sans"/>
                <a:sym typeface="Open Sans"/>
              </a:rPr>
              <a:t>GB</a:t>
            </a:r>
            <a:endParaRPr sz="1200" dirty="0"/>
          </a:p>
        </p:txBody>
      </p:sp>
      <p:sp>
        <p:nvSpPr>
          <p:cNvPr id="24" name="Google Shape;111;p14">
            <a:extLst>
              <a:ext uri="{FF2B5EF4-FFF2-40B4-BE49-F238E27FC236}">
                <a16:creationId xmlns:a16="http://schemas.microsoft.com/office/drawing/2014/main" id="{C2118EC1-07D9-E356-C67D-A201CF9D4A44}"/>
              </a:ext>
            </a:extLst>
          </p:cNvPr>
          <p:cNvSpPr txBox="1"/>
          <p:nvPr/>
        </p:nvSpPr>
        <p:spPr>
          <a:xfrm>
            <a:off x="713678" y="3290604"/>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Preview </a:t>
            </a:r>
            <a:r>
              <a:rPr lang="en-US" sz="1200" b="1" i="0" u="none" strike="noStrike" cap="none" dirty="0" err="1">
                <a:solidFill>
                  <a:srgbClr val="0F172A"/>
                </a:solidFill>
                <a:latin typeface="Roboto"/>
                <a:ea typeface="Roboto"/>
                <a:cs typeface="Roboto"/>
                <a:sym typeface="Roboto"/>
              </a:rPr>
              <a:t>dữ</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liệu</a:t>
            </a:r>
            <a:endParaRPr dirty="0"/>
          </a:p>
        </p:txBody>
      </p:sp>
      <p:sp>
        <p:nvSpPr>
          <p:cNvPr id="25" name="Google Shape;112;p14">
            <a:extLst>
              <a:ext uri="{FF2B5EF4-FFF2-40B4-BE49-F238E27FC236}">
                <a16:creationId xmlns:a16="http://schemas.microsoft.com/office/drawing/2014/main" id="{52B256EC-4E68-65BD-B8E3-29D429D1D850}"/>
              </a:ext>
            </a:extLst>
          </p:cNvPr>
          <p:cNvSpPr txBox="1"/>
          <p:nvPr/>
        </p:nvSpPr>
        <p:spPr>
          <a:xfrm>
            <a:off x="675079" y="3639651"/>
            <a:ext cx="2128837"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200" dirty="0" err="1">
                <a:solidFill>
                  <a:srgbClr val="64748B"/>
                </a:solidFill>
                <a:latin typeface="Open Sans"/>
                <a:ea typeface="Open Sans"/>
                <a:cs typeface="Open Sans"/>
                <a:sym typeface="Open Sans"/>
              </a:rPr>
              <a:t>Xem</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thông</a:t>
            </a:r>
            <a:r>
              <a:rPr lang="en-US" sz="1200" dirty="0">
                <a:solidFill>
                  <a:srgbClr val="64748B"/>
                </a:solidFill>
                <a:latin typeface="Open Sans"/>
                <a:ea typeface="Open Sans"/>
                <a:cs typeface="Open Sans"/>
                <a:sym typeface="Open Sans"/>
              </a:rPr>
              <a:t> tin </a:t>
            </a:r>
            <a:r>
              <a:rPr lang="en-US" sz="1200" b="0" i="0" u="none" strike="noStrike" cap="none" dirty="0">
                <a:solidFill>
                  <a:srgbClr val="64748B"/>
                </a:solidFill>
                <a:latin typeface="Open Sans"/>
                <a:ea typeface="Open Sans"/>
                <a:cs typeface="Open Sans"/>
                <a:sym typeface="Open Sans"/>
              </a:rPr>
              <a:t>overview </a:t>
            </a:r>
            <a:r>
              <a:rPr lang="en-US" sz="1200" b="0" i="0" u="none" strike="noStrike" cap="none" dirty="0" err="1">
                <a:solidFill>
                  <a:srgbClr val="64748B"/>
                </a:solidFill>
                <a:latin typeface="Open Sans"/>
                <a:ea typeface="Open Sans"/>
                <a:cs typeface="Open Sans"/>
                <a:sym typeface="Open Sans"/>
              </a:rPr>
              <a:t>về</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dữ</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liệu</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và</a:t>
            </a:r>
            <a:r>
              <a:rPr lang="en-US" sz="1200" b="0" i="0" u="none" strike="noStrike" cap="none" dirty="0">
                <a:solidFill>
                  <a:srgbClr val="64748B"/>
                </a:solidFill>
                <a:latin typeface="Open Sans"/>
                <a:ea typeface="Open Sans"/>
                <a:cs typeface="Open Sans"/>
                <a:sym typeface="Open Sans"/>
              </a:rPr>
              <a:t> </a:t>
            </a:r>
            <a:r>
              <a:rPr lang="en-US" sz="1200" b="0" i="0" u="none" strike="noStrike" cap="none" dirty="0" err="1">
                <a:solidFill>
                  <a:srgbClr val="64748B"/>
                </a:solidFill>
                <a:latin typeface="Open Sans"/>
                <a:ea typeface="Open Sans"/>
                <a:cs typeface="Open Sans"/>
                <a:sym typeface="Open Sans"/>
              </a:rPr>
              <a:t>xem</a:t>
            </a:r>
            <a:r>
              <a:rPr lang="en-US" sz="1200" b="0" i="0" u="none" strike="noStrike" cap="none"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dữ</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liệu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mẫu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dữ</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liệu</a:t>
            </a:r>
            <a:r>
              <a:rPr lang="en-US" sz="1200" dirty="0">
                <a:solidFill>
                  <a:srgbClr val="64748B"/>
                </a:solidFill>
                <a:latin typeface="Open Sans"/>
                <a:ea typeface="Open Sans"/>
                <a:cs typeface="Open Sans"/>
                <a:sym typeface="Open Sans"/>
              </a:rPr>
              <a:t> </a:t>
            </a:r>
            <a:r>
              <a:rPr lang="en-US" sz="1200" dirty="0" err="1">
                <a:solidFill>
                  <a:srgbClr val="64748B"/>
                </a:solidFill>
                <a:latin typeface="Open Sans"/>
                <a:ea typeface="Open Sans"/>
                <a:cs typeface="Open Sans"/>
                <a:sym typeface="Open Sans"/>
              </a:rPr>
              <a:t>sai</a:t>
            </a:r>
            <a:r>
              <a:rPr lang="en-US" sz="1200" dirty="0">
                <a:solidFill>
                  <a:srgbClr val="64748B"/>
                </a:solidFill>
                <a:latin typeface="Open Sans"/>
                <a:ea typeface="Open Sans"/>
                <a:cs typeface="Open Sans"/>
                <a:sym typeface="Open Sans"/>
              </a:rPr>
              <a:t> ..</a:t>
            </a:r>
            <a:endParaRPr sz="1200" dirty="0"/>
          </a:p>
        </p:txBody>
      </p:sp>
      <p:sp>
        <p:nvSpPr>
          <p:cNvPr id="27" name="Google Shape;114;p14">
            <a:extLst>
              <a:ext uri="{FF2B5EF4-FFF2-40B4-BE49-F238E27FC236}">
                <a16:creationId xmlns:a16="http://schemas.microsoft.com/office/drawing/2014/main" id="{4696EB71-C76D-8DC7-EC1B-7977F61D1B00}"/>
              </a:ext>
            </a:extLst>
          </p:cNvPr>
          <p:cNvSpPr txBox="1"/>
          <p:nvPr/>
        </p:nvSpPr>
        <p:spPr>
          <a:xfrm>
            <a:off x="3451791" y="3284260"/>
            <a:ext cx="2235279"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Roboto"/>
                <a:cs typeface="Roboto"/>
                <a:sym typeface="Roboto"/>
              </a:rPr>
              <a:t>Chất</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lượng</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Dữ</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liệu</a:t>
            </a:r>
            <a:endParaRPr dirty="0"/>
          </a:p>
        </p:txBody>
      </p:sp>
      <p:sp>
        <p:nvSpPr>
          <p:cNvPr id="28" name="Google Shape;115;p14">
            <a:extLst>
              <a:ext uri="{FF2B5EF4-FFF2-40B4-BE49-F238E27FC236}">
                <a16:creationId xmlns:a16="http://schemas.microsoft.com/office/drawing/2014/main" id="{2A5B245E-3B09-2789-0C9B-2AED3021EA54}"/>
              </a:ext>
            </a:extLst>
          </p:cNvPr>
          <p:cNvSpPr txBox="1"/>
          <p:nvPr/>
        </p:nvSpPr>
        <p:spPr>
          <a:xfrm>
            <a:off x="3451791" y="3757123"/>
            <a:ext cx="2128837" cy="6786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vi-VN" sz="1050" b="0" i="0" u="none" strike="noStrike" cap="none" dirty="0">
                <a:solidFill>
                  <a:srgbClr val="64748B"/>
                </a:solidFill>
                <a:latin typeface="Open Sans"/>
                <a:ea typeface="Open Sans"/>
                <a:cs typeface="Open Sans"/>
                <a:sym typeface="Open Sans"/>
              </a:rPr>
              <a:t>Tích hợp với Datastage t</a:t>
            </a:r>
            <a:r>
              <a:rPr lang="en-US" sz="1050" b="0" i="0" u="none" strike="noStrike" cap="none" dirty="0">
                <a:solidFill>
                  <a:srgbClr val="64748B"/>
                </a:solidFill>
                <a:latin typeface="Open Sans"/>
                <a:ea typeface="Open Sans"/>
                <a:cs typeface="Open Sans"/>
                <a:sym typeface="Open Sans"/>
              </a:rPr>
              <a:t>ự </a:t>
            </a:r>
            <a:r>
              <a:rPr lang="en-US" sz="1050" b="0" i="0" u="none" strike="noStrike" cap="none" dirty="0" err="1">
                <a:solidFill>
                  <a:srgbClr val="64748B"/>
                </a:solidFill>
                <a:latin typeface="Open Sans"/>
                <a:ea typeface="Open Sans"/>
                <a:cs typeface="Open Sans"/>
                <a:sym typeface="Open Sans"/>
              </a:rPr>
              <a:t>dộng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kiểm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định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dạng</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cấu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trúc</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và</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các</a:t>
            </a:r>
            <a:r>
              <a:rPr lang="en-US" sz="1050" b="0" i="0" u="none" strike="noStrike" cap="none" dirty="0">
                <a:solidFill>
                  <a:srgbClr val="64748B"/>
                </a:solidFill>
                <a:latin typeface="Open Sans"/>
                <a:ea typeface="Open Sans"/>
                <a:cs typeface="Open Sans"/>
                <a:sym typeface="Open Sans"/>
              </a:rPr>
              <a:t> rule </a:t>
            </a:r>
            <a:r>
              <a:rPr lang="en-US" sz="1050" b="0" i="0" u="none" strike="noStrike" cap="none" dirty="0" err="1">
                <a:solidFill>
                  <a:srgbClr val="64748B"/>
                </a:solidFill>
                <a:latin typeface="Open Sans"/>
                <a:ea typeface="Open Sans"/>
                <a:cs typeface="Open Sans"/>
                <a:sym typeface="Open Sans"/>
              </a:rPr>
              <a:t>về</a:t>
            </a:r>
            <a:r>
              <a:rPr lang="en-US" sz="1050" b="0" i="0" u="none" strike="noStrike" cap="none" dirty="0">
                <a:solidFill>
                  <a:srgbClr val="64748B"/>
                </a:solidFill>
                <a:latin typeface="Open Sans"/>
                <a:ea typeface="Open Sans"/>
                <a:cs typeface="Open Sans"/>
                <a:sym typeface="Open Sans"/>
              </a:rPr>
              <a:t> data quality</a:t>
            </a:r>
            <a:endParaRPr dirty="0"/>
          </a:p>
        </p:txBody>
      </p:sp>
      <p:pic>
        <p:nvPicPr>
          <p:cNvPr id="29" name="Google Shape;116;p14" descr="image.png">
            <a:extLst>
              <a:ext uri="{FF2B5EF4-FFF2-40B4-BE49-F238E27FC236}">
                <a16:creationId xmlns:a16="http://schemas.microsoft.com/office/drawing/2014/main" id="{AAAA9741-EF61-53CF-DFAF-05E0C7C3174A}"/>
              </a:ext>
            </a:extLst>
          </p:cNvPr>
          <p:cNvPicPr preferRelativeResize="0"/>
          <p:nvPr/>
        </p:nvPicPr>
        <p:blipFill rotWithShape="1">
          <a:blip r:embed="rId7">
            <a:alphaModFix/>
          </a:blip>
          <a:srcRect/>
          <a:stretch/>
        </p:blipFill>
        <p:spPr>
          <a:xfrm>
            <a:off x="6667500" y="1700212"/>
            <a:ext cx="266700" cy="266700"/>
          </a:xfrm>
          <a:prstGeom prst="rect">
            <a:avLst/>
          </a:prstGeom>
          <a:noFill/>
          <a:ln>
            <a:noFill/>
          </a:ln>
        </p:spPr>
      </p:pic>
      <p:sp>
        <p:nvSpPr>
          <p:cNvPr id="30" name="Google Shape;117;p14">
            <a:extLst>
              <a:ext uri="{FF2B5EF4-FFF2-40B4-BE49-F238E27FC236}">
                <a16:creationId xmlns:a16="http://schemas.microsoft.com/office/drawing/2014/main" id="{BB58E3E1-5949-A4EB-8C0E-AD43F55A8A00}"/>
              </a:ext>
            </a:extLst>
          </p:cNvPr>
          <p:cNvSpPr txBox="1"/>
          <p:nvPr/>
        </p:nvSpPr>
        <p:spPr>
          <a:xfrm>
            <a:off x="6981825" y="2155090"/>
            <a:ext cx="4305300" cy="830997"/>
          </a:xfrm>
          <a:prstGeom prst="rect">
            <a:avLst/>
          </a:prstGeom>
          <a:noFill/>
          <a:ln>
            <a:noFill/>
          </a:ln>
        </p:spPr>
        <p:txBody>
          <a:bodyPr spcFirstLastPara="1" wrap="square" lIns="0" tIns="0" rIns="0" bIns="0" anchor="t" anchorCtr="0">
            <a:spAutoFit/>
          </a:bodyPr>
          <a:lstStyle/>
          <a:p>
            <a:pPr lvl="0">
              <a:lnSpc>
                <a:spcPct val="150000"/>
              </a:lnSpc>
            </a:pPr>
            <a:r>
              <a:rPr lang="vi-VN" sz="1200" dirty="0">
                <a:solidFill>
                  <a:srgbClr val="F1F5F9"/>
                </a:solidFill>
                <a:latin typeface="Open Sans"/>
                <a:ea typeface="Open Sans"/>
                <a:cs typeface="Open Sans"/>
                <a:sym typeface="Open Sans"/>
              </a:rPr>
              <a:t>WDIP là hệ thống chuyên dụng, đóng vai trò là điểm tiếp nhận cho các luồng dữ liệu nạp thủ công (Manual Ingestion) từ máy trạm của người dùng</a:t>
            </a:r>
            <a:endParaRPr dirty="0"/>
          </a:p>
        </p:txBody>
      </p:sp>
      <p:sp>
        <p:nvSpPr>
          <p:cNvPr id="31" name="Google Shape;118;p14">
            <a:extLst>
              <a:ext uri="{FF2B5EF4-FFF2-40B4-BE49-F238E27FC236}">
                <a16:creationId xmlns:a16="http://schemas.microsoft.com/office/drawing/2014/main" id="{DD5E3C1F-E16B-23D7-FA91-48703552DD3C}"/>
              </a:ext>
            </a:extLst>
          </p:cNvPr>
          <p:cNvSpPr txBox="1"/>
          <p:nvPr/>
        </p:nvSpPr>
        <p:spPr>
          <a:xfrm>
            <a:off x="6981825" y="3038475"/>
            <a:ext cx="4305300"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err="1">
                <a:solidFill>
                  <a:srgbClr val="F1F5F9"/>
                </a:solidFill>
                <a:latin typeface="Open Sans"/>
                <a:ea typeface="Open Sans"/>
                <a:cs typeface="Open Sans"/>
                <a:sym typeface="Open Sans"/>
              </a:rPr>
              <a:t>Tự</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động</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hóa</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luồng</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xử</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lý</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khép</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kín</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Tải</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lên</a:t>
            </a:r>
            <a:r>
              <a:rPr lang="en-US" sz="1200" b="0" i="0" u="none" strike="noStrike" cap="none" dirty="0">
                <a:solidFill>
                  <a:srgbClr val="F1F5F9"/>
                </a:solidFill>
                <a:latin typeface="Open Sans"/>
                <a:ea typeface="Open Sans"/>
                <a:cs typeface="Open Sans"/>
                <a:sym typeface="Open Sans"/>
              </a:rPr>
              <a:t> → Validate → </a:t>
            </a:r>
            <a:r>
              <a:rPr lang="en-US" sz="1200" b="0" i="0" u="none" strike="noStrike" cap="none" dirty="0" err="1">
                <a:solidFill>
                  <a:srgbClr val="F1F5F9"/>
                </a:solidFill>
                <a:latin typeface="Open Sans"/>
                <a:ea typeface="Open Sans"/>
                <a:cs typeface="Open Sans"/>
                <a:sym typeface="Open Sans"/>
              </a:rPr>
              <a:t>Phê</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duyệt</a:t>
            </a:r>
            <a:r>
              <a:rPr lang="en-US" sz="1200" b="0" i="0" u="none" strike="noStrike" cap="none" dirty="0">
                <a:solidFill>
                  <a:srgbClr val="F1F5F9"/>
                </a:solidFill>
                <a:latin typeface="Open Sans"/>
                <a:ea typeface="Open Sans"/>
                <a:cs typeface="Open Sans"/>
                <a:sym typeface="Open Sans"/>
              </a:rPr>
              <a:t> → Ingest </a:t>
            </a:r>
            <a:r>
              <a:rPr lang="en-US" sz="1200" b="0" i="0" u="none" strike="noStrike" cap="none" dirty="0" err="1">
                <a:solidFill>
                  <a:srgbClr val="F1F5F9"/>
                </a:solidFill>
                <a:latin typeface="Open Sans"/>
                <a:ea typeface="Open Sans"/>
                <a:cs typeface="Open Sans"/>
                <a:sym typeface="Open Sans"/>
              </a:rPr>
              <a:t>vào</a:t>
            </a:r>
            <a:r>
              <a:rPr lang="en-US" sz="1200" b="0" i="0" u="none" strike="noStrike" cap="none" dirty="0">
                <a:solidFill>
                  <a:srgbClr val="F1F5F9"/>
                </a:solidFill>
                <a:latin typeface="Open Sans"/>
                <a:ea typeface="Open Sans"/>
                <a:cs typeface="Open Sans"/>
                <a:sym typeface="Open Sans"/>
              </a:rPr>
              <a:t> Target DB.</a:t>
            </a:r>
            <a:endParaRPr dirty="0"/>
          </a:p>
        </p:txBody>
      </p:sp>
      <p:sp>
        <p:nvSpPr>
          <p:cNvPr id="32" name="Google Shape;119;p14">
            <a:extLst>
              <a:ext uri="{FF2B5EF4-FFF2-40B4-BE49-F238E27FC236}">
                <a16:creationId xmlns:a16="http://schemas.microsoft.com/office/drawing/2014/main" id="{47915A80-1C1E-167D-6B09-DDD1EBA7FFB5}"/>
              </a:ext>
            </a:extLst>
          </p:cNvPr>
          <p:cNvSpPr txBox="1"/>
          <p:nvPr/>
        </p:nvSpPr>
        <p:spPr>
          <a:xfrm>
            <a:off x="6981825" y="3720286"/>
            <a:ext cx="4305300"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err="1">
                <a:solidFill>
                  <a:srgbClr val="F1F5F9"/>
                </a:solidFill>
                <a:latin typeface="Open Sans"/>
                <a:ea typeface="Open Sans"/>
                <a:cs typeface="Open Sans"/>
                <a:sym typeface="Open Sans"/>
              </a:rPr>
              <a:t>Đảm</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bảo</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hiệu</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năng</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xử</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lý</a:t>
            </a:r>
            <a:r>
              <a:rPr lang="en-US" sz="1200" b="0" i="0" u="none" strike="noStrike" cap="none" dirty="0">
                <a:solidFill>
                  <a:srgbClr val="F1F5F9"/>
                </a:solidFill>
                <a:latin typeface="Open Sans"/>
                <a:ea typeface="Open Sans"/>
                <a:cs typeface="Open Sans"/>
                <a:sym typeface="Open Sans"/>
              </a:rPr>
              <a:t> file </a:t>
            </a:r>
            <a:r>
              <a:rPr lang="en-US" sz="1200" b="0" i="0" u="none" strike="noStrike" cap="none" dirty="0" err="1">
                <a:solidFill>
                  <a:srgbClr val="F1F5F9"/>
                </a:solidFill>
                <a:latin typeface="Open Sans"/>
                <a:ea typeface="Open Sans"/>
                <a:cs typeface="Open Sans"/>
                <a:sym typeface="Open Sans"/>
              </a:rPr>
              <a:t>lớn</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Lên</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tới</a:t>
            </a:r>
            <a:r>
              <a:rPr lang="en-US" sz="1200" b="0" i="0" u="none" strike="noStrike" cap="none" dirty="0">
                <a:solidFill>
                  <a:srgbClr val="F1F5F9"/>
                </a:solidFill>
                <a:latin typeface="Open Sans"/>
                <a:ea typeface="Open Sans"/>
                <a:cs typeface="Open Sans"/>
                <a:sym typeface="Open Sans"/>
              </a:rPr>
              <a:t> </a:t>
            </a:r>
            <a:r>
              <a:rPr lang="vi-VN" sz="1200" b="0" i="0" u="none" strike="noStrike" cap="none" dirty="0">
                <a:solidFill>
                  <a:srgbClr val="F1F5F9"/>
                </a:solidFill>
                <a:latin typeface="Open Sans"/>
                <a:ea typeface="Open Sans"/>
                <a:cs typeface="Open Sans"/>
                <a:sym typeface="Open Sans"/>
              </a:rPr>
              <a:t>1</a:t>
            </a:r>
            <a:r>
              <a:rPr lang="en-US" sz="1200" dirty="0">
                <a:solidFill>
                  <a:srgbClr val="F1F5F9"/>
                </a:solidFill>
                <a:latin typeface="Open Sans"/>
                <a:ea typeface="Open Sans"/>
                <a:cs typeface="Open Sans"/>
                <a:sym typeface="Open Sans"/>
              </a:rPr>
              <a:t>GB</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và</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linh</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hoạt</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mở</a:t>
            </a:r>
            <a:r>
              <a:rPr lang="en-US" sz="1200" b="0" i="0" u="none" strike="noStrike" cap="none" dirty="0">
                <a:solidFill>
                  <a:srgbClr val="F1F5F9"/>
                </a:solidFill>
                <a:latin typeface="Open Sans"/>
                <a:ea typeface="Open Sans"/>
                <a:cs typeface="Open Sans"/>
                <a:sym typeface="Open Sans"/>
              </a:rPr>
              <a:t> </a:t>
            </a:r>
            <a:r>
              <a:rPr lang="en-US" sz="1200" b="0" i="0" u="none" strike="noStrike" cap="none" dirty="0" err="1">
                <a:solidFill>
                  <a:srgbClr val="F1F5F9"/>
                </a:solidFill>
                <a:latin typeface="Open Sans"/>
                <a:ea typeface="Open Sans"/>
                <a:cs typeface="Open Sans"/>
                <a:sym typeface="Open Sans"/>
              </a:rPr>
              <a:t>rộng</a:t>
            </a:r>
            <a:r>
              <a:rPr lang="en-US" sz="1200" b="0" i="0" u="none" strike="noStrike" cap="none" dirty="0">
                <a:solidFill>
                  <a:srgbClr val="F1F5F9"/>
                </a:solidFill>
                <a:latin typeface="Open Sans"/>
                <a:ea typeface="Open Sans"/>
                <a:cs typeface="Open Sans"/>
                <a:sym typeface="Open Sans"/>
              </a:rPr>
              <a:t> (Auto-scale).</a:t>
            </a:r>
            <a:endParaRPr dirty="0"/>
          </a:p>
        </p:txBody>
      </p:sp>
      <p:pic>
        <p:nvPicPr>
          <p:cNvPr id="33" name="Google Shape;120;p14" descr="image.png">
            <a:extLst>
              <a:ext uri="{FF2B5EF4-FFF2-40B4-BE49-F238E27FC236}">
                <a16:creationId xmlns:a16="http://schemas.microsoft.com/office/drawing/2014/main" id="{E07FBCC3-58C0-3E4F-E0A1-0E6C0B07E0C9}"/>
              </a:ext>
            </a:extLst>
          </p:cNvPr>
          <p:cNvPicPr preferRelativeResize="0"/>
          <p:nvPr/>
        </p:nvPicPr>
        <p:blipFill rotWithShape="1">
          <a:blip r:embed="rId8">
            <a:alphaModFix/>
          </a:blip>
          <a:srcRect/>
          <a:stretch/>
        </p:blipFill>
        <p:spPr>
          <a:xfrm>
            <a:off x="6667500" y="2244680"/>
            <a:ext cx="171450" cy="180975"/>
          </a:xfrm>
          <a:prstGeom prst="rect">
            <a:avLst/>
          </a:prstGeom>
          <a:noFill/>
          <a:ln>
            <a:noFill/>
          </a:ln>
        </p:spPr>
      </p:pic>
      <p:pic>
        <p:nvPicPr>
          <p:cNvPr id="34" name="Google Shape;121;p14" descr="image.png">
            <a:extLst>
              <a:ext uri="{FF2B5EF4-FFF2-40B4-BE49-F238E27FC236}">
                <a16:creationId xmlns:a16="http://schemas.microsoft.com/office/drawing/2014/main" id="{4DAF38DE-81E4-C604-630B-F50B5A377159}"/>
              </a:ext>
            </a:extLst>
          </p:cNvPr>
          <p:cNvPicPr preferRelativeResize="0"/>
          <p:nvPr/>
        </p:nvPicPr>
        <p:blipFill rotWithShape="1">
          <a:blip r:embed="rId8">
            <a:alphaModFix/>
          </a:blip>
          <a:srcRect/>
          <a:stretch/>
        </p:blipFill>
        <p:spPr>
          <a:xfrm>
            <a:off x="6667500" y="3095397"/>
            <a:ext cx="171450" cy="180975"/>
          </a:xfrm>
          <a:prstGeom prst="rect">
            <a:avLst/>
          </a:prstGeom>
          <a:noFill/>
          <a:ln>
            <a:noFill/>
          </a:ln>
        </p:spPr>
      </p:pic>
      <p:pic>
        <p:nvPicPr>
          <p:cNvPr id="35" name="Google Shape;122;p14" descr="image.png">
            <a:extLst>
              <a:ext uri="{FF2B5EF4-FFF2-40B4-BE49-F238E27FC236}">
                <a16:creationId xmlns:a16="http://schemas.microsoft.com/office/drawing/2014/main" id="{4B3D2124-B5CB-5FD9-439F-43C67B0992C6}"/>
              </a:ext>
            </a:extLst>
          </p:cNvPr>
          <p:cNvPicPr preferRelativeResize="0"/>
          <p:nvPr/>
        </p:nvPicPr>
        <p:blipFill rotWithShape="1">
          <a:blip r:embed="rId8">
            <a:alphaModFix/>
          </a:blip>
          <a:srcRect/>
          <a:stretch/>
        </p:blipFill>
        <p:spPr>
          <a:xfrm>
            <a:off x="6667500" y="3781424"/>
            <a:ext cx="171450" cy="180975"/>
          </a:xfrm>
          <a:prstGeom prst="rect">
            <a:avLst/>
          </a:prstGeom>
          <a:noFill/>
          <a:ln>
            <a:noFill/>
          </a:ln>
        </p:spPr>
      </p:pic>
      <p:pic>
        <p:nvPicPr>
          <p:cNvPr id="36" name="Google Shape;216;p17" descr="image.png">
            <a:extLst>
              <a:ext uri="{FF2B5EF4-FFF2-40B4-BE49-F238E27FC236}">
                <a16:creationId xmlns:a16="http://schemas.microsoft.com/office/drawing/2014/main" id="{BFCA3362-085B-85DE-FCA4-93DBF1BC979E}"/>
              </a:ext>
            </a:extLst>
          </p:cNvPr>
          <p:cNvPicPr preferRelativeResize="0"/>
          <p:nvPr/>
        </p:nvPicPr>
        <p:blipFill rotWithShape="1">
          <a:blip r:embed="rId4">
            <a:alphaModFix/>
          </a:blip>
          <a:srcRect/>
          <a:stretch/>
        </p:blipFill>
        <p:spPr>
          <a:xfrm>
            <a:off x="574800" y="4627746"/>
            <a:ext cx="2565721" cy="1574673"/>
          </a:xfrm>
          <a:prstGeom prst="rect">
            <a:avLst/>
          </a:prstGeom>
          <a:noFill/>
          <a:ln>
            <a:noFill/>
          </a:ln>
        </p:spPr>
      </p:pic>
      <p:sp>
        <p:nvSpPr>
          <p:cNvPr id="38" name="Google Shape;111;p14">
            <a:extLst>
              <a:ext uri="{FF2B5EF4-FFF2-40B4-BE49-F238E27FC236}">
                <a16:creationId xmlns:a16="http://schemas.microsoft.com/office/drawing/2014/main" id="{C2118EC1-07D9-E356-C67D-A201CF9D4A44}"/>
              </a:ext>
            </a:extLst>
          </p:cNvPr>
          <p:cNvSpPr txBox="1"/>
          <p:nvPr/>
        </p:nvSpPr>
        <p:spPr>
          <a:xfrm>
            <a:off x="735009" y="4842838"/>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Audit </a:t>
            </a:r>
            <a:r>
              <a:rPr lang="vi-VN" sz="1200" b="1" i="0" u="none" strike="noStrike" cap="none" dirty="0">
                <a:solidFill>
                  <a:srgbClr val="0F172A"/>
                </a:solidFill>
                <a:latin typeface="Roboto"/>
                <a:ea typeface="Roboto"/>
                <a:cs typeface="Roboto"/>
                <a:sym typeface="Roboto"/>
              </a:rPr>
              <a:t>logging</a:t>
            </a:r>
            <a:endParaRPr dirty="0"/>
          </a:p>
        </p:txBody>
      </p:sp>
      <p:sp>
        <p:nvSpPr>
          <p:cNvPr id="39" name="Google Shape;112;p14">
            <a:extLst>
              <a:ext uri="{FF2B5EF4-FFF2-40B4-BE49-F238E27FC236}">
                <a16:creationId xmlns:a16="http://schemas.microsoft.com/office/drawing/2014/main" id="{52B256EC-4E68-65BD-B8E3-29D429D1D850}"/>
              </a:ext>
            </a:extLst>
          </p:cNvPr>
          <p:cNvSpPr txBox="1"/>
          <p:nvPr/>
        </p:nvSpPr>
        <p:spPr>
          <a:xfrm>
            <a:off x="766898" y="5247053"/>
            <a:ext cx="2128837" cy="904863"/>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Toàn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bộ</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quá</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trình</a:t>
            </a:r>
            <a:r>
              <a:rPr lang="en-US" sz="1050" b="0" i="0" u="none" strike="noStrike" cap="none" dirty="0">
                <a:solidFill>
                  <a:srgbClr val="64748B"/>
                </a:solidFill>
                <a:latin typeface="Open Sans"/>
                <a:ea typeface="Open Sans"/>
                <a:cs typeface="Open Sans"/>
                <a:sym typeface="Open Sans"/>
              </a:rPr>
              <a:t> upload, </a:t>
            </a:r>
            <a:r>
              <a:rPr lang="en-US" sz="1050" b="0" i="0" u="none" strike="noStrike" cap="none" dirty="0" err="1">
                <a:solidFill>
                  <a:srgbClr val="64748B"/>
                </a:solidFill>
                <a:latin typeface="Open Sans"/>
                <a:ea typeface="Open Sans"/>
                <a:cs typeface="Open Sans"/>
                <a:sym typeface="Open Sans"/>
              </a:rPr>
              <a:t>phê</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 validate </a:t>
            </a:r>
            <a:r>
              <a:rPr lang="en-US" sz="1050" b="0" i="0" u="none" strike="noStrike" cap="none" dirty="0" err="1">
                <a:solidFill>
                  <a:srgbClr val="64748B"/>
                </a:solidFill>
                <a:latin typeface="Open Sans"/>
                <a:ea typeface="Open Sans"/>
                <a:cs typeface="Open Sans"/>
                <a:sym typeface="Open Sans"/>
              </a:rPr>
              <a:t>đều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được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ghi</a:t>
            </a:r>
            <a:r>
              <a:rPr lang="en-US" sz="1050" b="0" i="0" u="none" strike="noStrike" cap="none" dirty="0">
                <a:solidFill>
                  <a:srgbClr val="64748B"/>
                </a:solidFill>
                <a:latin typeface="Open Sans"/>
                <a:ea typeface="Open Sans"/>
                <a:cs typeface="Open Sans"/>
                <a:sym typeface="Open Sans"/>
              </a:rPr>
              <a:t> log </a:t>
            </a:r>
            <a:r>
              <a:rPr lang="en-US" sz="1050" b="0" i="0" u="none" strike="noStrike" cap="none" dirty="0" err="1">
                <a:solidFill>
                  <a:srgbClr val="64748B"/>
                </a:solidFill>
                <a:latin typeface="Open Sans"/>
                <a:ea typeface="Open Sans"/>
                <a:cs typeface="Open Sans"/>
                <a:sym typeface="Open Sans"/>
              </a:rPr>
              <a:t>đầy</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đủ</a:t>
            </a:r>
            <a:r>
              <a:rPr lang="en-US" sz="1050" b="0" i="0" u="none" strike="noStrike" cap="none" dirty="0">
                <a:solidFill>
                  <a:srgbClr val="64748B"/>
                </a:solidFill>
                <a:latin typeface="Open Sans"/>
                <a:ea typeface="Open Sans"/>
                <a:cs typeface="Open Sans"/>
                <a:sym typeface="Open Sans"/>
              </a:rPr>
              <a:t> </a:t>
            </a:r>
            <a:r>
              <a:rPr lang="vi-VN" sz="1050" b="0" i="0" u="none" strike="noStrike" cap="none" dirty="0">
                <a:solidFill>
                  <a:srgbClr val="64748B"/>
                </a:solidFill>
                <a:latin typeface="Open Sans"/>
                <a:ea typeface="Open Sans"/>
                <a:cs typeface="Open Sans"/>
                <a:sym typeface="Open Sans"/>
              </a:rPr>
              <a:t>đáp ứng nhu cầu thanh tra, kiểm toán</a:t>
            </a:r>
            <a:endParaRPr dirty="0"/>
          </a:p>
        </p:txBody>
      </p:sp>
      <p:sp>
        <p:nvSpPr>
          <p:cNvPr id="41" name="Google Shape;111;p14">
            <a:extLst>
              <a:ext uri="{FF2B5EF4-FFF2-40B4-BE49-F238E27FC236}">
                <a16:creationId xmlns:a16="http://schemas.microsoft.com/office/drawing/2014/main" id="{C2118EC1-07D9-E356-C67D-A201CF9D4A44}"/>
              </a:ext>
            </a:extLst>
          </p:cNvPr>
          <p:cNvSpPr txBox="1"/>
          <p:nvPr/>
        </p:nvSpPr>
        <p:spPr>
          <a:xfrm>
            <a:off x="3473896" y="4821323"/>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Roboto"/>
                <a:cs typeface="Roboto"/>
                <a:sym typeface="Roboto"/>
              </a:rPr>
              <a:t>Cơ</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chế</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nhập</a:t>
            </a:r>
            <a:r>
              <a:rPr lang="en-US" sz="1200" b="1" i="0" u="none" strike="noStrike" cap="none" dirty="0">
                <a:solidFill>
                  <a:srgbClr val="0F172A"/>
                </a:solidFill>
                <a:latin typeface="Roboto"/>
                <a:ea typeface="Roboto"/>
                <a:cs typeface="Roboto"/>
                <a:sym typeface="Roboto"/>
              </a:rPr>
              <a:t>/</a:t>
            </a:r>
            <a:r>
              <a:rPr lang="en-US" sz="1200" b="1" i="0" u="none" strike="noStrike" cap="none" dirty="0" err="1">
                <a:solidFill>
                  <a:srgbClr val="0F172A"/>
                </a:solidFill>
                <a:latin typeface="Roboto"/>
                <a:ea typeface="Roboto"/>
                <a:cs typeface="Roboto"/>
                <a:sym typeface="Roboto"/>
              </a:rPr>
              <a:t>duyệt</a:t>
            </a:r>
            <a:endParaRPr dirty="0"/>
          </a:p>
        </p:txBody>
      </p:sp>
      <p:sp>
        <p:nvSpPr>
          <p:cNvPr id="42" name="Google Shape;112;p14">
            <a:extLst>
              <a:ext uri="{FF2B5EF4-FFF2-40B4-BE49-F238E27FC236}">
                <a16:creationId xmlns:a16="http://schemas.microsoft.com/office/drawing/2014/main" id="{52B256EC-4E68-65BD-B8E3-29D429D1D850}"/>
              </a:ext>
            </a:extLst>
          </p:cNvPr>
          <p:cNvSpPr txBox="1"/>
          <p:nvPr/>
        </p:nvSpPr>
        <p:spPr>
          <a:xfrm>
            <a:off x="3399983" y="5329237"/>
            <a:ext cx="2128837" cy="6786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Có</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cơ</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chế</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nhập</a:t>
            </a:r>
            <a:r>
              <a:rPr lang="en-US" sz="1050" b="0" i="0" u="none" strike="noStrike" cap="none" dirty="0">
                <a:solidFill>
                  <a:srgbClr val="64748B"/>
                </a:solidFill>
                <a:latin typeface="Open Sans"/>
                <a:ea typeface="Open Sans"/>
                <a:cs typeface="Open Sans"/>
                <a:sym typeface="Open Sans"/>
              </a:rPr>
              <a:t>/</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phân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rõ</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trách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nhiệm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đảm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bảo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sạch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trước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khi</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đưa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vào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sử</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dụng</a:t>
            </a:r>
            <a:endParaRPr dirty="0"/>
          </a:p>
        </p:txBody>
      </p:sp>
      <p:sp>
        <p:nvSpPr>
          <p:cNvPr id="43"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580250" y="298255"/>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en-US" sz="4000" dirty="0" err="1">
                <a:solidFill>
                  <a:srgbClr val="F04E23"/>
                </a:solidFill>
                <a:latin typeface="Calibri" panose="020F0502020204030204" pitchFamily="34" charset="0"/>
                <a:ea typeface="Calibri" charset="0"/>
                <a:cs typeface="Calibri" panose="020F0502020204030204" pitchFamily="34" charset="0"/>
              </a:rPr>
              <a:t>Giải</a:t>
            </a:r>
            <a:r>
              <a:rPr lang="en-US" sz="4000" dirty="0">
                <a:solidFill>
                  <a:srgbClr val="F04E23"/>
                </a:solidFill>
                <a:latin typeface="Calibri" panose="020F0502020204030204" pitchFamily="34" charset="0"/>
                <a:ea typeface="Calibri" charset="0"/>
                <a:cs typeface="Calibri" panose="020F0502020204030204" pitchFamily="34" charset="0"/>
              </a:rPr>
              <a:t> </a:t>
            </a:r>
            <a:r>
              <a:rPr lang="en-US" sz="4000" dirty="0" err="1">
                <a:solidFill>
                  <a:srgbClr val="F04E23"/>
                </a:solidFill>
                <a:latin typeface="Calibri" panose="020F0502020204030204" pitchFamily="34" charset="0"/>
                <a:ea typeface="Calibri" charset="0"/>
                <a:cs typeface="Calibri" panose="020F0502020204030204" pitchFamily="34" charset="0"/>
              </a:rPr>
              <a:t>pháp</a:t>
            </a:r>
            <a:r>
              <a:rPr lang="en-US" sz="4000" dirty="0">
                <a:solidFill>
                  <a:srgbClr val="F04E23"/>
                </a:solidFill>
                <a:latin typeface="Calibri" panose="020F0502020204030204" pitchFamily="34" charset="0"/>
                <a:ea typeface="Calibri" charset="0"/>
                <a:cs typeface="Calibri" panose="020F0502020204030204" pitchFamily="34" charset="0"/>
              </a:rPr>
              <a:t> Data Upload Portal</a:t>
            </a:r>
            <a:r>
              <a:rPr lang="vi-VN" sz="4000" dirty="0">
                <a:solidFill>
                  <a:srgbClr val="F04E23"/>
                </a:solidFill>
                <a:latin typeface="Calibri" panose="020F0502020204030204" pitchFamily="34" charset="0"/>
                <a:ea typeface="Calibri" charset="0"/>
                <a:cs typeface="Calibri" panose="020F0502020204030204" pitchFamily="34" charset="0"/>
              </a:rPr>
              <a:t> - DLL</a:t>
            </a:r>
            <a:endParaRPr lang="en-US" sz="4000" dirty="0">
              <a:solidFill>
                <a:srgbClr val="F04E23"/>
              </a:solidFill>
              <a:latin typeface="Calibri" panose="020F0502020204030204" pitchFamily="34" charset="0"/>
              <a:ea typeface="Calibri" charset="0"/>
              <a:cs typeface="Calibri" panose="020F0502020204030204" pitchFamily="34" charset="0"/>
            </a:endParaRPr>
          </a:p>
        </p:txBody>
      </p:sp>
    </p:spTree>
    <p:extLst>
      <p:ext uri="{BB962C8B-B14F-4D97-AF65-F5344CB8AC3E}">
        <p14:creationId xmlns:p14="http://schemas.microsoft.com/office/powerpoint/2010/main" val="4247633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812;p104">
            <a:extLst>
              <a:ext uri="{FF2B5EF4-FFF2-40B4-BE49-F238E27FC236}">
                <a16:creationId xmlns:a16="http://schemas.microsoft.com/office/drawing/2014/main" id="{FFB1C43F-A862-478C-A644-28B1C7615B6C}"/>
              </a:ext>
            </a:extLst>
          </p:cNvPr>
          <p:cNvSpPr txBox="1"/>
          <p:nvPr/>
        </p:nvSpPr>
        <p:spPr>
          <a:xfrm>
            <a:off x="7714751" y="1130451"/>
            <a:ext cx="4162862" cy="524749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
            </a:pPr>
            <a:r>
              <a:rPr lang="en-US" sz="1400" b="1" dirty="0">
                <a:latin typeface="Calibri"/>
                <a:ea typeface="Calibri"/>
                <a:cs typeface="Calibri"/>
              </a:rPr>
              <a:t>Login (IAM)</a:t>
            </a:r>
            <a:r>
              <a:rPr lang="vi-VN" sz="1400" dirty="0">
                <a:latin typeface="Calibri"/>
                <a:ea typeface="Calibri"/>
                <a:cs typeface="Calibri"/>
              </a:rPr>
              <a:t>: </a:t>
            </a:r>
            <a:r>
              <a:rPr lang="en-US" sz="1400" dirty="0">
                <a:latin typeface="Calibri"/>
                <a:ea typeface="Calibri"/>
                <a:cs typeface="Calibri"/>
              </a:rPr>
              <a:t>ng</a:t>
            </a:r>
            <a:r>
              <a:rPr lang="vi-VN" sz="1400" dirty="0">
                <a:latin typeface="Calibri"/>
                <a:ea typeface="Calibri"/>
                <a:cs typeface="Calibri"/>
              </a:rPr>
              <a:t>ư</a:t>
            </a:r>
            <a:r>
              <a:rPr lang="en-US" sz="1400" dirty="0" err="1">
                <a:latin typeface="Calibri"/>
                <a:ea typeface="Calibri"/>
                <a:cs typeface="Calibri"/>
              </a:rPr>
              <a:t>ời</a:t>
            </a:r>
            <a:r>
              <a:rPr lang="en-US" sz="1400" dirty="0">
                <a:latin typeface="Calibri"/>
                <a:ea typeface="Calibri"/>
                <a:cs typeface="Calibri"/>
              </a:rPr>
              <a:t> </a:t>
            </a:r>
            <a:r>
              <a:rPr lang="en-US" sz="1400" dirty="0" err="1">
                <a:latin typeface="Calibri"/>
                <a:ea typeface="Calibri"/>
                <a:cs typeface="Calibri"/>
              </a:rPr>
              <a:t>dùng</a:t>
            </a:r>
            <a:r>
              <a:rPr lang="en-US" sz="1400" dirty="0">
                <a:latin typeface="Calibri"/>
                <a:ea typeface="Calibri"/>
                <a:cs typeface="Calibri"/>
              </a:rPr>
              <a:t> </a:t>
            </a:r>
            <a:r>
              <a:rPr lang="vi-VN" sz="1400" dirty="0">
                <a:latin typeface="Calibri"/>
                <a:ea typeface="Calibri"/>
                <a:cs typeface="Calibri"/>
              </a:rPr>
              <a:t>login, hệ thống trả về menu được phân quyền và danh sách l</a:t>
            </a:r>
            <a:r>
              <a:rPr lang="en-US" sz="1400" dirty="0" err="1">
                <a:latin typeface="Calibri"/>
                <a:ea typeface="Calibri"/>
                <a:cs typeface="Calibri"/>
              </a:rPr>
              <a:t>oại</a:t>
            </a:r>
            <a:r>
              <a:rPr lang="en-US" sz="1400" dirty="0">
                <a:latin typeface="Calibri"/>
                <a:ea typeface="Calibri"/>
                <a:cs typeface="Calibri"/>
              </a:rPr>
              <a:t> File </a:t>
            </a:r>
            <a:r>
              <a:rPr lang="en-US" sz="1400" dirty="0" err="1">
                <a:latin typeface="Calibri"/>
                <a:ea typeface="Calibri"/>
                <a:cs typeface="Calibri"/>
              </a:rPr>
              <a:t>được</a:t>
            </a:r>
            <a:r>
              <a:rPr lang="en-US" sz="1400" dirty="0">
                <a:latin typeface="Calibri"/>
                <a:ea typeface="Calibri"/>
                <a:cs typeface="Calibri"/>
              </a:rPr>
              <a:t> upload</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a:ea typeface="Calibri"/>
                <a:cs typeface="Calibri"/>
              </a:rPr>
              <a:t>Chọn</a:t>
            </a:r>
            <a:r>
              <a:rPr lang="en-US" sz="1400" b="1" dirty="0">
                <a:latin typeface="Calibri"/>
                <a:ea typeface="Calibri"/>
                <a:cs typeface="Calibri"/>
              </a:rPr>
              <a:t> </a:t>
            </a:r>
            <a:r>
              <a:rPr lang="en-US" sz="1400" b="1" dirty="0" err="1">
                <a:latin typeface="Calibri"/>
                <a:ea typeface="Calibri"/>
                <a:cs typeface="Calibri"/>
              </a:rPr>
              <a:t>loại</a:t>
            </a:r>
            <a:r>
              <a:rPr lang="en-US" sz="1400" b="1" dirty="0">
                <a:latin typeface="Calibri"/>
                <a:ea typeface="Calibri"/>
                <a:cs typeface="Calibri"/>
              </a:rPr>
              <a:t> file </a:t>
            </a:r>
            <a:r>
              <a:rPr lang="en-US" sz="1400" b="1" dirty="0" err="1">
                <a:latin typeface="Calibri"/>
                <a:ea typeface="Calibri"/>
                <a:cs typeface="Calibri"/>
              </a:rPr>
              <a:t>cần</a:t>
            </a:r>
            <a:r>
              <a:rPr lang="en-US" sz="1400" b="1" dirty="0">
                <a:latin typeface="Calibri"/>
                <a:ea typeface="Calibri"/>
                <a:cs typeface="Calibri"/>
              </a:rPr>
              <a:t> upload:</a:t>
            </a:r>
            <a:r>
              <a:rPr lang="en-US" sz="1400" dirty="0">
                <a:latin typeface="Calibri"/>
                <a:ea typeface="Calibri"/>
                <a:cs typeface="Calibri"/>
              </a:rPr>
              <a:t> </a:t>
            </a:r>
            <a:r>
              <a:rPr lang="vi-VN" sz="1400" dirty="0">
                <a:latin typeface="Calibri"/>
                <a:ea typeface="Calibri"/>
                <a:cs typeface="Calibri"/>
              </a:rPr>
              <a:t>chọn chức năng upload file </a:t>
            </a:r>
            <a:r>
              <a:rPr lang="vi-VN" sz="1400" dirty="0">
                <a:latin typeface="Calibri"/>
                <a:ea typeface="Calibri"/>
                <a:cs typeface="Calibri"/>
                <a:sym typeface="Wingdings" panose="05000000000000000000" pitchFamily="2" charset="2"/>
              </a:rPr>
              <a:t></a:t>
            </a:r>
            <a:r>
              <a:rPr lang="vi-VN" sz="1400" dirty="0">
                <a:latin typeface="Calibri"/>
                <a:ea typeface="Calibri"/>
                <a:cs typeface="Calibri"/>
              </a:rPr>
              <a:t> </a:t>
            </a:r>
            <a:r>
              <a:rPr lang="en-US" sz="1400" dirty="0" err="1">
                <a:latin typeface="Calibri"/>
                <a:ea typeface="Calibri"/>
                <a:cs typeface="Calibri"/>
              </a:rPr>
              <a:t>chọn</a:t>
            </a:r>
            <a:r>
              <a:rPr lang="en-US" sz="1400" dirty="0">
                <a:latin typeface="Calibri"/>
                <a:ea typeface="Calibri"/>
                <a:cs typeface="Calibri"/>
              </a:rPr>
              <a:t> </a:t>
            </a:r>
            <a:r>
              <a:rPr lang="vi-VN" sz="1400" dirty="0">
                <a:latin typeface="Calibri"/>
                <a:ea typeface="Calibri"/>
                <a:cs typeface="Calibri"/>
              </a:rPr>
              <a:t>loại file cần upload (ví dụ: file dữ liệu Thuế)</a:t>
            </a:r>
            <a:endParaRPr lang="en-US"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Chọn</a:t>
            </a:r>
            <a:r>
              <a:rPr lang="en-US" sz="1400" b="1" dirty="0">
                <a:latin typeface="Calibri" panose="020F0502020204030204" pitchFamily="34" charset="0"/>
                <a:cs typeface="Calibri" panose="020F0502020204030204" pitchFamily="34" charset="0"/>
              </a:rPr>
              <a:t> files</a:t>
            </a:r>
            <a:r>
              <a:rPr lang="en-US" sz="1400" dirty="0">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upload </a:t>
            </a:r>
            <a:r>
              <a:rPr lang="vi-VN"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chọn</a:t>
            </a:r>
            <a:r>
              <a:rPr lang="en-US" sz="1400" dirty="0">
                <a:latin typeface="Calibri" panose="020F0502020204030204" pitchFamily="34" charset="0"/>
                <a:cs typeface="Calibri" panose="020F0502020204030204" pitchFamily="34" charset="0"/>
              </a:rPr>
              <a:t> file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cần</a:t>
            </a:r>
            <a:r>
              <a:rPr lang="en-US" sz="1400" dirty="0">
                <a:latin typeface="Calibri" panose="020F0502020204030204" pitchFamily="34" charset="0"/>
                <a:cs typeface="Calibri" panose="020F0502020204030204" pitchFamily="34" charset="0"/>
              </a:rPr>
              <a:t> upload XML (</a:t>
            </a:r>
            <a:r>
              <a:rPr lang="en-US" sz="1400" dirty="0" err="1">
                <a:latin typeface="Calibri" panose="020F0502020204030204" pitchFamily="34" charset="0"/>
                <a:cs typeface="Calibri" panose="020F0502020204030204" pitchFamily="34" charset="0"/>
              </a:rPr>
              <a:t>hỗ</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trợ</a:t>
            </a:r>
            <a:r>
              <a:rPr lang="en-US" sz="1400" dirty="0">
                <a:latin typeface="Calibri" panose="020F0502020204030204" pitchFamily="34" charset="0"/>
                <a:cs typeface="Calibri" panose="020F0502020204030204" pitchFamily="34" charset="0"/>
              </a:rPr>
              <a:t> upload multi-files)</a:t>
            </a: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a:latin typeface="Calibri"/>
                <a:ea typeface="Calibri"/>
                <a:cs typeface="Calibri"/>
              </a:rPr>
              <a:t>Front-end  </a:t>
            </a:r>
            <a:r>
              <a:rPr lang="en-US" sz="1400" b="1" dirty="0" err="1">
                <a:latin typeface="Calibri"/>
                <a:ea typeface="Calibri"/>
                <a:cs typeface="Calibri"/>
              </a:rPr>
              <a:t>kiểm</a:t>
            </a:r>
            <a:r>
              <a:rPr lang="en-US" sz="1400" b="1" dirty="0">
                <a:latin typeface="Calibri"/>
                <a:ea typeface="Calibri"/>
                <a:cs typeface="Calibri"/>
              </a:rPr>
              <a:t> </a:t>
            </a:r>
            <a:r>
              <a:rPr lang="en-US" sz="1400" b="1" dirty="0" err="1">
                <a:latin typeface="Calibri"/>
                <a:ea typeface="Calibri"/>
                <a:cs typeface="Calibri"/>
              </a:rPr>
              <a:t>tra</a:t>
            </a:r>
            <a:r>
              <a:rPr lang="en-US" sz="1400" b="1" dirty="0">
                <a:latin typeface="Calibri"/>
                <a:ea typeface="Calibri"/>
                <a:cs typeface="Calibri"/>
              </a:rPr>
              <a:t> </a:t>
            </a:r>
            <a:r>
              <a:rPr lang="en-US" sz="1400" b="1" dirty="0" err="1">
                <a:latin typeface="Calibri"/>
                <a:ea typeface="Calibri"/>
                <a:cs typeface="Calibri"/>
              </a:rPr>
              <a:t>loại</a:t>
            </a:r>
            <a:r>
              <a:rPr lang="en-US" sz="1400" b="1" dirty="0">
                <a:latin typeface="Calibri"/>
                <a:ea typeface="Calibri"/>
                <a:cs typeface="Calibri"/>
              </a:rPr>
              <a:t> files</a:t>
            </a:r>
            <a:r>
              <a:rPr lang="en-US" sz="1400" dirty="0">
                <a:latin typeface="Calibri"/>
                <a:ea typeface="Calibri"/>
                <a:cs typeface="Calibri"/>
              </a:rPr>
              <a:t>: </a:t>
            </a:r>
            <a:r>
              <a:rPr lang="en-US" sz="1400" dirty="0" err="1">
                <a:latin typeface="Calibri"/>
                <a:ea typeface="Calibri"/>
                <a:cs typeface="Calibri"/>
              </a:rPr>
              <a:t>kiểm</a:t>
            </a:r>
            <a:r>
              <a:rPr lang="en-US" sz="1400" dirty="0">
                <a:latin typeface="Calibri"/>
                <a:ea typeface="Calibri"/>
                <a:cs typeface="Calibri"/>
              </a:rPr>
              <a:t> </a:t>
            </a:r>
            <a:r>
              <a:rPr lang="en-US" sz="1400" dirty="0" err="1">
                <a:latin typeface="Calibri"/>
                <a:ea typeface="Calibri"/>
                <a:cs typeface="Calibri"/>
              </a:rPr>
              <a:t>tra</a:t>
            </a:r>
            <a:r>
              <a:rPr lang="en-US" sz="1400" dirty="0">
                <a:latin typeface="Calibri"/>
                <a:ea typeface="Calibri"/>
                <a:cs typeface="Calibri"/>
              </a:rPr>
              <a:t> </a:t>
            </a:r>
            <a:r>
              <a:rPr lang="en-US" sz="1400" dirty="0" err="1">
                <a:latin typeface="Calibri"/>
                <a:ea typeface="Calibri"/>
                <a:cs typeface="Calibri"/>
              </a:rPr>
              <a:t>định</a:t>
            </a:r>
            <a:r>
              <a:rPr lang="en-US" sz="1400" dirty="0">
                <a:latin typeface="Calibri"/>
                <a:ea typeface="Calibri"/>
                <a:cs typeface="Calibri"/>
              </a:rPr>
              <a:t> </a:t>
            </a:r>
            <a:r>
              <a:rPr lang="en-US" sz="1400" dirty="0" err="1">
                <a:latin typeface="Calibri"/>
                <a:ea typeface="Calibri"/>
                <a:cs typeface="Calibri"/>
              </a:rPr>
              <a:t>dạng</a:t>
            </a:r>
            <a:r>
              <a:rPr lang="en-US" sz="1400" dirty="0">
                <a:latin typeface="Calibri"/>
                <a:ea typeface="Calibri"/>
                <a:cs typeface="Calibri"/>
              </a:rPr>
              <a:t> files, </a:t>
            </a:r>
            <a:r>
              <a:rPr lang="en-US" sz="1400" dirty="0" err="1">
                <a:latin typeface="Calibri"/>
                <a:ea typeface="Calibri"/>
                <a:cs typeface="Calibri"/>
              </a:rPr>
              <a:t>nếu</a:t>
            </a:r>
            <a:r>
              <a:rPr lang="en-US" sz="1400" dirty="0">
                <a:latin typeface="Calibri"/>
                <a:ea typeface="Calibri"/>
                <a:cs typeface="Calibri"/>
              </a:rPr>
              <a:t> </a:t>
            </a:r>
            <a:r>
              <a:rPr lang="en-US" sz="1400" dirty="0" err="1">
                <a:latin typeface="Calibri"/>
                <a:ea typeface="Calibri"/>
                <a:cs typeface="Calibri"/>
              </a:rPr>
              <a:t>có</a:t>
            </a:r>
            <a:r>
              <a:rPr lang="en-US" sz="1400" dirty="0">
                <a:latin typeface="Calibri"/>
                <a:ea typeface="Calibri"/>
                <a:cs typeface="Calibri"/>
              </a:rPr>
              <a:t> </a:t>
            </a:r>
            <a:r>
              <a:rPr lang="en-US" sz="1400" dirty="0" err="1">
                <a:latin typeface="Calibri"/>
                <a:ea typeface="Calibri"/>
                <a:cs typeface="Calibri"/>
              </a:rPr>
              <a:t>lỗi</a:t>
            </a:r>
            <a:r>
              <a:rPr lang="en-US" sz="1400" dirty="0">
                <a:latin typeface="Calibri"/>
                <a:ea typeface="Calibri"/>
                <a:cs typeface="Calibri"/>
              </a:rPr>
              <a:t> </a:t>
            </a:r>
            <a:r>
              <a:rPr lang="en-US" sz="1400" dirty="0" err="1">
                <a:latin typeface="Calibri"/>
                <a:ea typeface="Calibri"/>
                <a:cs typeface="Calibri"/>
              </a:rPr>
              <a:t>trả</a:t>
            </a:r>
            <a:r>
              <a:rPr lang="en-US" sz="1400" dirty="0">
                <a:latin typeface="Calibri"/>
                <a:ea typeface="Calibri"/>
                <a:cs typeface="Calibri"/>
              </a:rPr>
              <a:t> </a:t>
            </a:r>
            <a:r>
              <a:rPr lang="en-US" sz="1400" dirty="0" err="1">
                <a:latin typeface="Calibri"/>
                <a:ea typeface="Calibri"/>
                <a:cs typeface="Calibri"/>
              </a:rPr>
              <a:t>về</a:t>
            </a:r>
            <a:r>
              <a:rPr lang="en-US" sz="1400" dirty="0">
                <a:latin typeface="Calibri"/>
                <a:ea typeface="Calibri"/>
                <a:cs typeface="Calibri"/>
              </a:rPr>
              <a:t> </a:t>
            </a:r>
            <a:r>
              <a:rPr lang="en-US" sz="1400" dirty="0" err="1">
                <a:latin typeface="Calibri"/>
                <a:ea typeface="Calibri"/>
                <a:cs typeface="Calibri"/>
              </a:rPr>
              <a:t>thông</a:t>
            </a:r>
            <a:r>
              <a:rPr lang="en-US" sz="1400" dirty="0">
                <a:latin typeface="Calibri"/>
                <a:ea typeface="Calibri"/>
                <a:cs typeface="Calibri"/>
              </a:rPr>
              <a:t> </a:t>
            </a:r>
            <a:r>
              <a:rPr lang="en-US" sz="1400" dirty="0" err="1">
                <a:latin typeface="Calibri"/>
                <a:ea typeface="Calibri"/>
                <a:cs typeface="Calibri"/>
              </a:rPr>
              <a:t>báo</a:t>
            </a:r>
            <a:r>
              <a:rPr lang="en-US" sz="1400" dirty="0">
                <a:latin typeface="Calibri"/>
                <a:ea typeface="Calibri"/>
                <a:cs typeface="Calibri"/>
              </a:rPr>
              <a:t> </a:t>
            </a:r>
            <a:r>
              <a:rPr lang="en-US" sz="1400" dirty="0" err="1">
                <a:latin typeface="Calibri"/>
                <a:ea typeface="Calibri"/>
                <a:cs typeface="Calibri"/>
              </a:rPr>
              <a:t>lỗi</a:t>
            </a:r>
            <a:endParaRPr lang="en-US"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Upload file</a:t>
            </a:r>
            <a:r>
              <a:rPr lang="en-US" sz="1400" dirty="0">
                <a:latin typeface="Calibri" panose="020F0502020204030204" pitchFamily="34" charset="0"/>
                <a:cs typeface="Calibri" panose="020F0502020204030204" pitchFamily="34" charset="0"/>
              </a:rPr>
              <a:t>: files đ</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ợc</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object storage</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Preview Data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tóm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tắt</a:t>
            </a:r>
            <a:r>
              <a:rPr lang="en-US" sz="1400" dirty="0">
                <a:latin typeface="Calibri" panose="020F0502020204030204" pitchFamily="34" charset="0"/>
                <a:cs typeface="Calibri" panose="020F0502020204030204" pitchFamily="34" charset="0"/>
              </a:rPr>
              <a:t> file </a:t>
            </a:r>
            <a:r>
              <a:rPr lang="en-US" sz="1400" dirty="0" err="1">
                <a:latin typeface="Calibri" panose="020F0502020204030204" pitchFamily="34" charset="0"/>
                <a:cs typeface="Calibri" panose="020F0502020204030204" pitchFamily="34" charset="0"/>
              </a:rPr>
              <a:t>đã</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sample</a:t>
            </a:r>
            <a:r>
              <a:rPr lang="vi-VN" sz="1400" dirty="0">
                <a:latin typeface="Calibri" panose="020F0502020204030204" pitchFamily="34" charset="0"/>
                <a:cs typeface="Calibri" panose="020F0502020204030204" pitchFamily="34" charset="0"/>
              </a:rPr>
              <a:t> hoặc xem toàn bộ nội dung file</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Trình</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gửi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yêu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cầu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phê</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thẩm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quyền</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r>
              <a:rPr lang="en-US" sz="1400" b="1" dirty="0" err="1">
                <a:latin typeface="Calibri" panose="020F0502020204030204" pitchFamily="34" charset="0"/>
                <a:cs typeface="Calibri" panose="020F0502020204030204" pitchFamily="34" charset="0"/>
              </a:rPr>
              <a:t>Phê</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có</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thể</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xem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Phê</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duyệt</a:t>
            </a:r>
            <a:r>
              <a:rPr lang="en-US" sz="1400" dirty="0">
                <a:latin typeface="Calibri" panose="020F0502020204030204" pitchFamily="34" charset="0"/>
                <a:cs typeface="Calibri" panose="020F0502020204030204" pitchFamily="34" charset="0"/>
              </a:rPr>
              <a:t>/</a:t>
            </a:r>
            <a:r>
              <a:rPr lang="en-US" sz="1400" dirty="0" err="1">
                <a:latin typeface="Calibri" panose="020F0502020204030204" pitchFamily="34" charset="0"/>
                <a:cs typeface="Calibri" panose="020F0502020204030204" pitchFamily="34" charset="0"/>
              </a:rPr>
              <a:t>từ</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chối</a:t>
            </a:r>
            <a:r>
              <a:rPr lang="en-US" sz="1400" dirty="0">
                <a:latin typeface="Calibri" panose="020F0502020204030204" pitchFamily="34" charset="0"/>
                <a:cs typeface="Calibri" panose="020F0502020204030204" pitchFamily="34" charset="0"/>
              </a:rPr>
              <a:t> files upload</a:t>
            </a: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Load </a:t>
            </a:r>
            <a:r>
              <a:rPr lang="en-US" sz="1400" b="1" dirty="0" err="1">
                <a:latin typeface="Calibri" panose="020F0502020204030204" pitchFamily="34" charset="0"/>
                <a:cs typeface="Calibri" panose="020F0502020204030204" pitchFamily="34" charset="0"/>
              </a:rPr>
              <a:t>dữ</a:t>
            </a:r>
            <a:r>
              <a:rPr lang="en-US" sz="1400" b="1" dirty="0">
                <a:latin typeface="Calibri" panose="020F0502020204030204" pitchFamily="34" charset="0"/>
                <a:cs typeface="Calibri" panose="020F0502020204030204" pitchFamily="34" charset="0"/>
              </a:rPr>
              <a:t> </a:t>
            </a:r>
            <a:r>
              <a:rPr lang="en-US" sz="1400" b="1"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đ</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ợc</a:t>
            </a:r>
            <a:r>
              <a:rPr lang="en-US" sz="1400" dirty="0">
                <a:latin typeface="Calibri" panose="020F0502020204030204" pitchFamily="34" charset="0"/>
                <a:cs typeface="Calibri" panose="020F0502020204030204" pitchFamily="34" charset="0"/>
              </a:rPr>
              <a:t> load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DB </a:t>
            </a:r>
            <a:r>
              <a:rPr lang="en-US" sz="1400" dirty="0" err="1">
                <a:latin typeface="Calibri" panose="020F0502020204030204" pitchFamily="34" charset="0"/>
                <a:cs typeface="Calibri" panose="020F0502020204030204" pitchFamily="34" charset="0"/>
              </a:rPr>
              <a:t>thành</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mail </a:t>
            </a:r>
            <a:r>
              <a:rPr lang="en-US" sz="1400" dirty="0" err="1">
                <a:latin typeface="Calibri" panose="020F0502020204030204" pitchFamily="34" charset="0"/>
                <a:cs typeface="Calibri" panose="020F0502020204030204" pitchFamily="34" charset="0"/>
              </a:rPr>
              <a:t>cho</a:t>
            </a:r>
            <a:r>
              <a:rPr lang="en-US" sz="1400" dirty="0">
                <a:latin typeface="Calibri" panose="020F0502020204030204" pitchFamily="34" charset="0"/>
                <a:cs typeface="Calibri" panose="020F0502020204030204" pitchFamily="34" charset="0"/>
              </a:rPr>
              <a:t> ng</a:t>
            </a:r>
            <a:r>
              <a:rPr lang="vi-VN" sz="1400" dirty="0">
                <a:latin typeface="Calibri" panose="020F0502020204030204" pitchFamily="34" charset="0"/>
                <a:cs typeface="Calibri" panose="020F0502020204030204" pitchFamily="34" charset="0"/>
              </a:rPr>
              <a:t>ư</a:t>
            </a:r>
            <a:r>
              <a:rPr lang="en-US" sz="1400" dirty="0" err="1">
                <a:latin typeface="Calibri" panose="020F0502020204030204" pitchFamily="34" charset="0"/>
                <a:cs typeface="Calibri" panose="020F0502020204030204" pitchFamily="34" charset="0"/>
              </a:rPr>
              <a:t>ời</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dùng</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ea typeface="Calibri Light"/>
              <a:cs typeface="Calibri" panose="020F0502020204030204" pitchFamily="34" charset="0"/>
            </a:endParaRPr>
          </a:p>
          <a:p>
            <a:pPr marL="285750" indent="-285750" algn="just">
              <a:spcAft>
                <a:spcPts val="600"/>
              </a:spcAft>
              <a:buFont typeface="Wingdings" panose="05000000000000000000" pitchFamily="2" charset="2"/>
              <a:buChar char="§"/>
            </a:pPr>
            <a:endParaRPr lang="en-US" sz="1400" dirty="0">
              <a:latin typeface="Calibri" panose="020F0502020204030204" pitchFamily="34" charset="0"/>
              <a:cs typeface="Calibri" panose="020F0502020204030204" pitchFamily="34" charset="0"/>
            </a:endParaRPr>
          </a:p>
        </p:txBody>
      </p:sp>
      <p:sp>
        <p:nvSpPr>
          <p:cNvPr id="6"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711200" y="163763"/>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vi-VN" sz="4000" dirty="0">
                <a:solidFill>
                  <a:srgbClr val="F04E23"/>
                </a:solidFill>
                <a:latin typeface="Calibri" panose="020F0502020204030204" pitchFamily="34" charset="0"/>
                <a:ea typeface="Calibri" charset="0"/>
                <a:cs typeface="Calibri" panose="020F0502020204030204" pitchFamily="34" charset="0"/>
              </a:rPr>
              <a:t>Luồng hành trình người dùng upload file</a:t>
            </a:r>
            <a:endParaRPr lang="en-US" sz="4000" dirty="0">
              <a:solidFill>
                <a:srgbClr val="F04E23"/>
              </a:solidFill>
              <a:latin typeface="Calibri" panose="020F0502020204030204" pitchFamily="34" charset="0"/>
              <a:ea typeface="Calibri" charset="0"/>
              <a:cs typeface="Calibri" panose="020F0502020204030204" pitchFamily="34" charset="0"/>
            </a:endParaRPr>
          </a:p>
        </p:txBody>
      </p:sp>
      <p:pic>
        <p:nvPicPr>
          <p:cNvPr id="8" name="Picture 7" descr="C:\Users\vietda2\AppData\Local\Microsoft\Windows\INetCache\Content.MSO\50076C31.tmp"/>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2756" y="1130450"/>
            <a:ext cx="7071995" cy="5156050"/>
          </a:xfrm>
          <a:prstGeom prst="rect">
            <a:avLst/>
          </a:prstGeom>
          <a:noFill/>
          <a:ln>
            <a:noFill/>
          </a:ln>
        </p:spPr>
      </p:pic>
    </p:spTree>
    <p:extLst>
      <p:ext uri="{BB962C8B-B14F-4D97-AF65-F5344CB8AC3E}">
        <p14:creationId xmlns:p14="http://schemas.microsoft.com/office/powerpoint/2010/main" val="66728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5" name="Group 64">
            <a:extLst>
              <a:ext uri="{FF2B5EF4-FFF2-40B4-BE49-F238E27FC236}">
                <a16:creationId xmlns:a16="http://schemas.microsoft.com/office/drawing/2014/main" id="{46901313-6C28-6245-22B0-E1E88D34AD14}"/>
              </a:ext>
            </a:extLst>
          </p:cNvPr>
          <p:cNvGrpSpPr/>
          <p:nvPr/>
        </p:nvGrpSpPr>
        <p:grpSpPr>
          <a:xfrm>
            <a:off x="596085" y="1607078"/>
            <a:ext cx="11030348" cy="4671163"/>
            <a:chOff x="568543" y="2102837"/>
            <a:chExt cx="11057890" cy="3707188"/>
          </a:xfrm>
        </p:grpSpPr>
        <p:pic>
          <p:nvPicPr>
            <p:cNvPr id="64" name="Google Shape;216;p17" descr="image.png">
              <a:extLst>
                <a:ext uri="{FF2B5EF4-FFF2-40B4-BE49-F238E27FC236}">
                  <a16:creationId xmlns:a16="http://schemas.microsoft.com/office/drawing/2014/main" id="{55A92808-0624-CD3D-E42A-3EA398B749EC}"/>
                </a:ext>
              </a:extLst>
            </p:cNvPr>
            <p:cNvPicPr preferRelativeResize="0"/>
            <p:nvPr/>
          </p:nvPicPr>
          <p:blipFill rotWithShape="1">
            <a:blip r:embed="rId4">
              <a:alphaModFix/>
            </a:blip>
            <a:srcRect/>
            <a:stretch/>
          </p:blipFill>
          <p:spPr>
            <a:xfrm>
              <a:off x="6369903" y="5140677"/>
              <a:ext cx="5246370" cy="638867"/>
            </a:xfrm>
            <a:prstGeom prst="rect">
              <a:avLst/>
            </a:prstGeom>
            <a:noFill/>
            <a:ln>
              <a:noFill/>
            </a:ln>
          </p:spPr>
        </p:pic>
        <p:pic>
          <p:nvPicPr>
            <p:cNvPr id="63" name="Google Shape;216;p17" descr="image.png">
              <a:extLst>
                <a:ext uri="{FF2B5EF4-FFF2-40B4-BE49-F238E27FC236}">
                  <a16:creationId xmlns:a16="http://schemas.microsoft.com/office/drawing/2014/main" id="{41BC6CB3-FEF3-9EE0-B394-6B573DF4A6BF}"/>
                </a:ext>
              </a:extLst>
            </p:cNvPr>
            <p:cNvPicPr preferRelativeResize="0"/>
            <p:nvPr/>
          </p:nvPicPr>
          <p:blipFill rotWithShape="1">
            <a:blip r:embed="rId4">
              <a:alphaModFix/>
            </a:blip>
            <a:srcRect/>
            <a:stretch/>
          </p:blipFill>
          <p:spPr>
            <a:xfrm>
              <a:off x="6369903" y="4348198"/>
              <a:ext cx="5246370" cy="638867"/>
            </a:xfrm>
            <a:prstGeom prst="rect">
              <a:avLst/>
            </a:prstGeom>
            <a:noFill/>
            <a:ln>
              <a:noFill/>
            </a:ln>
          </p:spPr>
        </p:pic>
        <p:pic>
          <p:nvPicPr>
            <p:cNvPr id="62" name="Google Shape;216;p17" descr="image.png">
              <a:extLst>
                <a:ext uri="{FF2B5EF4-FFF2-40B4-BE49-F238E27FC236}">
                  <a16:creationId xmlns:a16="http://schemas.microsoft.com/office/drawing/2014/main" id="{3746993D-752B-3760-D848-C8D7376B70C0}"/>
                </a:ext>
              </a:extLst>
            </p:cNvPr>
            <p:cNvPicPr preferRelativeResize="0"/>
            <p:nvPr/>
          </p:nvPicPr>
          <p:blipFill rotWithShape="1">
            <a:blip r:embed="rId4">
              <a:alphaModFix/>
            </a:blip>
            <a:srcRect/>
            <a:stretch/>
          </p:blipFill>
          <p:spPr>
            <a:xfrm>
              <a:off x="6380063" y="3586197"/>
              <a:ext cx="5246370" cy="638867"/>
            </a:xfrm>
            <a:prstGeom prst="rect">
              <a:avLst/>
            </a:prstGeom>
            <a:noFill/>
            <a:ln>
              <a:noFill/>
            </a:ln>
          </p:spPr>
        </p:pic>
        <p:pic>
          <p:nvPicPr>
            <p:cNvPr id="61" name="Google Shape;216;p17" descr="image.png">
              <a:extLst>
                <a:ext uri="{FF2B5EF4-FFF2-40B4-BE49-F238E27FC236}">
                  <a16:creationId xmlns:a16="http://schemas.microsoft.com/office/drawing/2014/main" id="{8814EB51-0775-3DE1-D1A0-B4E40A74AC87}"/>
                </a:ext>
              </a:extLst>
            </p:cNvPr>
            <p:cNvPicPr preferRelativeResize="0"/>
            <p:nvPr/>
          </p:nvPicPr>
          <p:blipFill rotWithShape="1">
            <a:blip r:embed="rId4">
              <a:alphaModFix/>
            </a:blip>
            <a:srcRect/>
            <a:stretch/>
          </p:blipFill>
          <p:spPr>
            <a:xfrm>
              <a:off x="6369903" y="2834358"/>
              <a:ext cx="5246370" cy="638867"/>
            </a:xfrm>
            <a:prstGeom prst="rect">
              <a:avLst/>
            </a:prstGeom>
            <a:noFill/>
            <a:ln>
              <a:noFill/>
            </a:ln>
          </p:spPr>
        </p:pic>
        <p:pic>
          <p:nvPicPr>
            <p:cNvPr id="60" name="Google Shape;216;p17" descr="image.png">
              <a:extLst>
                <a:ext uri="{FF2B5EF4-FFF2-40B4-BE49-F238E27FC236}">
                  <a16:creationId xmlns:a16="http://schemas.microsoft.com/office/drawing/2014/main" id="{EC63C634-D535-7C1D-72C5-B09B801ABDF4}"/>
                </a:ext>
              </a:extLst>
            </p:cNvPr>
            <p:cNvPicPr preferRelativeResize="0"/>
            <p:nvPr/>
          </p:nvPicPr>
          <p:blipFill rotWithShape="1">
            <a:blip r:embed="rId4">
              <a:alphaModFix/>
            </a:blip>
            <a:srcRect/>
            <a:stretch/>
          </p:blipFill>
          <p:spPr>
            <a:xfrm>
              <a:off x="6369903" y="2102837"/>
              <a:ext cx="5246370" cy="638867"/>
            </a:xfrm>
            <a:prstGeom prst="rect">
              <a:avLst/>
            </a:prstGeom>
            <a:noFill/>
            <a:ln>
              <a:noFill/>
            </a:ln>
          </p:spPr>
        </p:pic>
        <p:pic>
          <p:nvPicPr>
            <p:cNvPr id="59" name="Google Shape;216;p17" descr="image.png">
              <a:extLst>
                <a:ext uri="{FF2B5EF4-FFF2-40B4-BE49-F238E27FC236}">
                  <a16:creationId xmlns:a16="http://schemas.microsoft.com/office/drawing/2014/main" id="{0FC05CE2-41A4-6704-9FAA-822597EE51D4}"/>
                </a:ext>
              </a:extLst>
            </p:cNvPr>
            <p:cNvPicPr preferRelativeResize="0"/>
            <p:nvPr/>
          </p:nvPicPr>
          <p:blipFill rotWithShape="1">
            <a:blip r:embed="rId4">
              <a:alphaModFix/>
            </a:blip>
            <a:srcRect/>
            <a:stretch/>
          </p:blipFill>
          <p:spPr>
            <a:xfrm>
              <a:off x="568543" y="5171158"/>
              <a:ext cx="5246370" cy="638867"/>
            </a:xfrm>
            <a:prstGeom prst="rect">
              <a:avLst/>
            </a:prstGeom>
            <a:noFill/>
            <a:ln>
              <a:noFill/>
            </a:ln>
          </p:spPr>
        </p:pic>
        <p:pic>
          <p:nvPicPr>
            <p:cNvPr id="58" name="Google Shape;216;p17" descr="image.png">
              <a:extLst>
                <a:ext uri="{FF2B5EF4-FFF2-40B4-BE49-F238E27FC236}">
                  <a16:creationId xmlns:a16="http://schemas.microsoft.com/office/drawing/2014/main" id="{6EB854F3-0886-138E-28A3-103BBA783171}"/>
                </a:ext>
              </a:extLst>
            </p:cNvPr>
            <p:cNvPicPr preferRelativeResize="0"/>
            <p:nvPr/>
          </p:nvPicPr>
          <p:blipFill rotWithShape="1">
            <a:blip r:embed="rId4">
              <a:alphaModFix/>
            </a:blip>
            <a:srcRect/>
            <a:stretch/>
          </p:blipFill>
          <p:spPr>
            <a:xfrm>
              <a:off x="568543" y="4368518"/>
              <a:ext cx="5246370" cy="638867"/>
            </a:xfrm>
            <a:prstGeom prst="rect">
              <a:avLst/>
            </a:prstGeom>
            <a:noFill/>
            <a:ln>
              <a:noFill/>
            </a:ln>
          </p:spPr>
        </p:pic>
        <p:pic>
          <p:nvPicPr>
            <p:cNvPr id="6" name="Google Shape;216;p17" descr="image.png">
              <a:extLst>
                <a:ext uri="{FF2B5EF4-FFF2-40B4-BE49-F238E27FC236}">
                  <a16:creationId xmlns:a16="http://schemas.microsoft.com/office/drawing/2014/main" id="{3AFFA8AC-0A05-6100-D680-2DCA870EAA77}"/>
                </a:ext>
              </a:extLst>
            </p:cNvPr>
            <p:cNvPicPr preferRelativeResize="0"/>
            <p:nvPr/>
          </p:nvPicPr>
          <p:blipFill rotWithShape="1">
            <a:blip r:embed="rId4">
              <a:alphaModFix/>
            </a:blip>
            <a:srcRect/>
            <a:stretch/>
          </p:blipFill>
          <p:spPr>
            <a:xfrm>
              <a:off x="568543" y="3616678"/>
              <a:ext cx="5246370" cy="638867"/>
            </a:xfrm>
            <a:prstGeom prst="rect">
              <a:avLst/>
            </a:prstGeom>
            <a:noFill/>
            <a:ln>
              <a:noFill/>
            </a:ln>
          </p:spPr>
        </p:pic>
        <p:pic>
          <p:nvPicPr>
            <p:cNvPr id="5" name="Google Shape;216;p17" descr="image.png">
              <a:extLst>
                <a:ext uri="{FF2B5EF4-FFF2-40B4-BE49-F238E27FC236}">
                  <a16:creationId xmlns:a16="http://schemas.microsoft.com/office/drawing/2014/main" id="{C367A585-9D62-47D1-D98D-FC3299878B75}"/>
                </a:ext>
              </a:extLst>
            </p:cNvPr>
            <p:cNvPicPr preferRelativeResize="0"/>
            <p:nvPr/>
          </p:nvPicPr>
          <p:blipFill rotWithShape="1">
            <a:blip r:embed="rId4">
              <a:alphaModFix/>
            </a:blip>
            <a:srcRect/>
            <a:stretch/>
          </p:blipFill>
          <p:spPr>
            <a:xfrm>
              <a:off x="568543" y="2854679"/>
              <a:ext cx="5246370" cy="638867"/>
            </a:xfrm>
            <a:prstGeom prst="rect">
              <a:avLst/>
            </a:prstGeom>
            <a:noFill/>
            <a:ln>
              <a:noFill/>
            </a:ln>
          </p:spPr>
        </p:pic>
        <p:pic>
          <p:nvPicPr>
            <p:cNvPr id="4" name="Google Shape;216;p17" descr="image.png">
              <a:extLst>
                <a:ext uri="{FF2B5EF4-FFF2-40B4-BE49-F238E27FC236}">
                  <a16:creationId xmlns:a16="http://schemas.microsoft.com/office/drawing/2014/main" id="{68B9BC08-B9FE-6255-4FD7-78FB93287080}"/>
                </a:ext>
              </a:extLst>
            </p:cNvPr>
            <p:cNvPicPr preferRelativeResize="0"/>
            <p:nvPr/>
          </p:nvPicPr>
          <p:blipFill rotWithShape="1">
            <a:blip r:embed="rId4">
              <a:alphaModFix/>
            </a:blip>
            <a:srcRect/>
            <a:stretch/>
          </p:blipFill>
          <p:spPr>
            <a:xfrm>
              <a:off x="568543" y="2102839"/>
              <a:ext cx="5246370" cy="638867"/>
            </a:xfrm>
            <a:prstGeom prst="rect">
              <a:avLst/>
            </a:prstGeom>
            <a:noFill/>
            <a:ln>
              <a:noFill/>
            </a:ln>
          </p:spPr>
        </p:pic>
        <p:pic>
          <p:nvPicPr>
            <p:cNvPr id="18" name="Google Shape;169;p16" descr="image.png">
              <a:extLst>
                <a:ext uri="{FF2B5EF4-FFF2-40B4-BE49-F238E27FC236}">
                  <a16:creationId xmlns:a16="http://schemas.microsoft.com/office/drawing/2014/main" id="{0FEF278A-7878-4D56-A8A8-4FC7154F9C09}"/>
                </a:ext>
              </a:extLst>
            </p:cNvPr>
            <p:cNvPicPr preferRelativeResize="0"/>
            <p:nvPr/>
          </p:nvPicPr>
          <p:blipFill rotWithShape="1">
            <a:blip r:embed="rId5">
              <a:alphaModFix/>
            </a:blip>
            <a:srcRect/>
            <a:stretch/>
          </p:blipFill>
          <p:spPr>
            <a:xfrm>
              <a:off x="723900" y="2229147"/>
              <a:ext cx="342900" cy="342900"/>
            </a:xfrm>
            <a:prstGeom prst="rect">
              <a:avLst/>
            </a:prstGeom>
            <a:noFill/>
            <a:ln>
              <a:noFill/>
            </a:ln>
          </p:spPr>
        </p:pic>
        <p:pic>
          <p:nvPicPr>
            <p:cNvPr id="19" name="Google Shape;170;p16" descr="image.png">
              <a:extLst>
                <a:ext uri="{FF2B5EF4-FFF2-40B4-BE49-F238E27FC236}">
                  <a16:creationId xmlns:a16="http://schemas.microsoft.com/office/drawing/2014/main" id="{15BA5F8F-DE65-40AF-9CF9-2B86CC4D8A11}"/>
                </a:ext>
              </a:extLst>
            </p:cNvPr>
            <p:cNvPicPr preferRelativeResize="0"/>
            <p:nvPr/>
          </p:nvPicPr>
          <p:blipFill rotWithShape="1">
            <a:blip r:embed="rId6">
              <a:alphaModFix/>
            </a:blip>
            <a:srcRect/>
            <a:stretch/>
          </p:blipFill>
          <p:spPr>
            <a:xfrm>
              <a:off x="723900" y="2983408"/>
              <a:ext cx="342900" cy="342900"/>
            </a:xfrm>
            <a:prstGeom prst="rect">
              <a:avLst/>
            </a:prstGeom>
            <a:noFill/>
            <a:ln>
              <a:noFill/>
            </a:ln>
          </p:spPr>
        </p:pic>
        <p:pic>
          <p:nvPicPr>
            <p:cNvPr id="20" name="Google Shape;171;p16" descr="image.png">
              <a:extLst>
                <a:ext uri="{FF2B5EF4-FFF2-40B4-BE49-F238E27FC236}">
                  <a16:creationId xmlns:a16="http://schemas.microsoft.com/office/drawing/2014/main" id="{585C214A-0381-43EC-A5D4-6E104E9F6CE6}"/>
                </a:ext>
              </a:extLst>
            </p:cNvPr>
            <p:cNvPicPr preferRelativeResize="0"/>
            <p:nvPr/>
          </p:nvPicPr>
          <p:blipFill rotWithShape="1">
            <a:blip r:embed="rId6">
              <a:alphaModFix/>
            </a:blip>
            <a:srcRect/>
            <a:stretch/>
          </p:blipFill>
          <p:spPr>
            <a:xfrm>
              <a:off x="723900" y="3737669"/>
              <a:ext cx="342900" cy="342900"/>
            </a:xfrm>
            <a:prstGeom prst="rect">
              <a:avLst/>
            </a:prstGeom>
            <a:noFill/>
            <a:ln>
              <a:noFill/>
            </a:ln>
          </p:spPr>
        </p:pic>
        <p:pic>
          <p:nvPicPr>
            <p:cNvPr id="21" name="Google Shape;172;p16" descr="image.png">
              <a:extLst>
                <a:ext uri="{FF2B5EF4-FFF2-40B4-BE49-F238E27FC236}">
                  <a16:creationId xmlns:a16="http://schemas.microsoft.com/office/drawing/2014/main" id="{3CC48809-2AA6-4BF7-B552-99C165170BC3}"/>
                </a:ext>
              </a:extLst>
            </p:cNvPr>
            <p:cNvPicPr preferRelativeResize="0"/>
            <p:nvPr/>
          </p:nvPicPr>
          <p:blipFill rotWithShape="1">
            <a:blip r:embed="rId7">
              <a:alphaModFix/>
            </a:blip>
            <a:srcRect/>
            <a:stretch/>
          </p:blipFill>
          <p:spPr>
            <a:xfrm>
              <a:off x="723900" y="4491930"/>
              <a:ext cx="342900" cy="342900"/>
            </a:xfrm>
            <a:prstGeom prst="rect">
              <a:avLst/>
            </a:prstGeom>
            <a:noFill/>
            <a:ln>
              <a:noFill/>
            </a:ln>
          </p:spPr>
        </p:pic>
        <p:pic>
          <p:nvPicPr>
            <p:cNvPr id="22" name="Google Shape;173;p16" descr="image.png">
              <a:extLst>
                <a:ext uri="{FF2B5EF4-FFF2-40B4-BE49-F238E27FC236}">
                  <a16:creationId xmlns:a16="http://schemas.microsoft.com/office/drawing/2014/main" id="{DFB1EB9D-334D-4849-81AD-230A1B5075D5}"/>
                </a:ext>
              </a:extLst>
            </p:cNvPr>
            <p:cNvPicPr preferRelativeResize="0"/>
            <p:nvPr/>
          </p:nvPicPr>
          <p:blipFill rotWithShape="1">
            <a:blip r:embed="rId8">
              <a:alphaModFix/>
            </a:blip>
            <a:srcRect/>
            <a:stretch/>
          </p:blipFill>
          <p:spPr>
            <a:xfrm>
              <a:off x="723900" y="5246191"/>
              <a:ext cx="342900" cy="342900"/>
            </a:xfrm>
            <a:prstGeom prst="rect">
              <a:avLst/>
            </a:prstGeom>
            <a:noFill/>
            <a:ln>
              <a:noFill/>
            </a:ln>
          </p:spPr>
        </p:pic>
        <p:pic>
          <p:nvPicPr>
            <p:cNvPr id="23" name="Google Shape;174;p16" descr="image.png">
              <a:extLst>
                <a:ext uri="{FF2B5EF4-FFF2-40B4-BE49-F238E27FC236}">
                  <a16:creationId xmlns:a16="http://schemas.microsoft.com/office/drawing/2014/main" id="{E6782203-0A0A-42A6-BF7D-B094FE07AA3B}"/>
                </a:ext>
              </a:extLst>
            </p:cNvPr>
            <p:cNvPicPr preferRelativeResize="0"/>
            <p:nvPr/>
          </p:nvPicPr>
          <p:blipFill rotWithShape="1">
            <a:blip r:embed="rId9">
              <a:alphaModFix/>
            </a:blip>
            <a:srcRect/>
            <a:stretch/>
          </p:blipFill>
          <p:spPr>
            <a:xfrm>
              <a:off x="6534150" y="2229147"/>
              <a:ext cx="342900" cy="342900"/>
            </a:xfrm>
            <a:prstGeom prst="rect">
              <a:avLst/>
            </a:prstGeom>
            <a:noFill/>
            <a:ln>
              <a:noFill/>
            </a:ln>
          </p:spPr>
        </p:pic>
        <p:pic>
          <p:nvPicPr>
            <p:cNvPr id="24" name="Google Shape;175;p16" descr="image.png">
              <a:extLst>
                <a:ext uri="{FF2B5EF4-FFF2-40B4-BE49-F238E27FC236}">
                  <a16:creationId xmlns:a16="http://schemas.microsoft.com/office/drawing/2014/main" id="{43A0E9D5-F322-49BA-AE2E-0CC1411DDB68}"/>
                </a:ext>
              </a:extLst>
            </p:cNvPr>
            <p:cNvPicPr preferRelativeResize="0"/>
            <p:nvPr/>
          </p:nvPicPr>
          <p:blipFill rotWithShape="1">
            <a:blip r:embed="rId6">
              <a:alphaModFix/>
            </a:blip>
            <a:srcRect/>
            <a:stretch/>
          </p:blipFill>
          <p:spPr>
            <a:xfrm>
              <a:off x="6534150" y="2983408"/>
              <a:ext cx="342900" cy="342900"/>
            </a:xfrm>
            <a:prstGeom prst="rect">
              <a:avLst/>
            </a:prstGeom>
            <a:noFill/>
            <a:ln>
              <a:noFill/>
            </a:ln>
          </p:spPr>
        </p:pic>
        <p:pic>
          <p:nvPicPr>
            <p:cNvPr id="25" name="Google Shape;176;p16" descr="image.png">
              <a:extLst>
                <a:ext uri="{FF2B5EF4-FFF2-40B4-BE49-F238E27FC236}">
                  <a16:creationId xmlns:a16="http://schemas.microsoft.com/office/drawing/2014/main" id="{0DEB648E-7022-4110-8FF2-573F5EDD132B}"/>
                </a:ext>
              </a:extLst>
            </p:cNvPr>
            <p:cNvPicPr preferRelativeResize="0"/>
            <p:nvPr/>
          </p:nvPicPr>
          <p:blipFill rotWithShape="1">
            <a:blip r:embed="rId6">
              <a:alphaModFix/>
            </a:blip>
            <a:srcRect/>
            <a:stretch/>
          </p:blipFill>
          <p:spPr>
            <a:xfrm>
              <a:off x="6534150" y="3737669"/>
              <a:ext cx="342900" cy="342900"/>
            </a:xfrm>
            <a:prstGeom prst="rect">
              <a:avLst/>
            </a:prstGeom>
            <a:noFill/>
            <a:ln>
              <a:noFill/>
            </a:ln>
          </p:spPr>
        </p:pic>
        <p:pic>
          <p:nvPicPr>
            <p:cNvPr id="26" name="Google Shape;177;p16" descr="image.png">
              <a:extLst>
                <a:ext uri="{FF2B5EF4-FFF2-40B4-BE49-F238E27FC236}">
                  <a16:creationId xmlns:a16="http://schemas.microsoft.com/office/drawing/2014/main" id="{D8C44469-9683-4C0D-8DFC-05EC86AF42DD}"/>
                </a:ext>
              </a:extLst>
            </p:cNvPr>
            <p:cNvPicPr preferRelativeResize="0"/>
            <p:nvPr/>
          </p:nvPicPr>
          <p:blipFill rotWithShape="1">
            <a:blip r:embed="rId7">
              <a:alphaModFix/>
            </a:blip>
            <a:srcRect/>
            <a:stretch/>
          </p:blipFill>
          <p:spPr>
            <a:xfrm>
              <a:off x="6534150" y="4491930"/>
              <a:ext cx="342900" cy="342900"/>
            </a:xfrm>
            <a:prstGeom prst="rect">
              <a:avLst/>
            </a:prstGeom>
            <a:noFill/>
            <a:ln>
              <a:noFill/>
            </a:ln>
          </p:spPr>
        </p:pic>
        <p:pic>
          <p:nvPicPr>
            <p:cNvPr id="27" name="Google Shape;178;p16" descr="image.png">
              <a:extLst>
                <a:ext uri="{FF2B5EF4-FFF2-40B4-BE49-F238E27FC236}">
                  <a16:creationId xmlns:a16="http://schemas.microsoft.com/office/drawing/2014/main" id="{DAB84765-6603-40E6-8C38-D949CCDFAA6B}"/>
                </a:ext>
              </a:extLst>
            </p:cNvPr>
            <p:cNvPicPr preferRelativeResize="0"/>
            <p:nvPr/>
          </p:nvPicPr>
          <p:blipFill rotWithShape="1">
            <a:blip r:embed="rId7">
              <a:alphaModFix/>
            </a:blip>
            <a:srcRect/>
            <a:stretch/>
          </p:blipFill>
          <p:spPr>
            <a:xfrm>
              <a:off x="6534150" y="5246191"/>
              <a:ext cx="342900" cy="342900"/>
            </a:xfrm>
            <a:prstGeom prst="rect">
              <a:avLst/>
            </a:prstGeom>
            <a:noFill/>
            <a:ln>
              <a:noFill/>
            </a:ln>
          </p:spPr>
        </p:pic>
        <p:pic>
          <p:nvPicPr>
            <p:cNvPr id="28" name="Google Shape;179;p16" descr="image.png">
              <a:extLst>
                <a:ext uri="{FF2B5EF4-FFF2-40B4-BE49-F238E27FC236}">
                  <a16:creationId xmlns:a16="http://schemas.microsoft.com/office/drawing/2014/main" id="{13BDA88F-1729-4D5F-8628-F18D3D41E363}"/>
                </a:ext>
              </a:extLst>
            </p:cNvPr>
            <p:cNvPicPr preferRelativeResize="0"/>
            <p:nvPr/>
          </p:nvPicPr>
          <p:blipFill rotWithShape="1">
            <a:blip r:embed="rId10">
              <a:alphaModFix/>
            </a:blip>
            <a:srcRect/>
            <a:stretch/>
          </p:blipFill>
          <p:spPr>
            <a:xfrm>
              <a:off x="800100" y="2324397"/>
              <a:ext cx="190500" cy="152400"/>
            </a:xfrm>
            <a:prstGeom prst="rect">
              <a:avLst/>
            </a:prstGeom>
            <a:noFill/>
            <a:ln>
              <a:noFill/>
            </a:ln>
          </p:spPr>
        </p:pic>
        <p:sp>
          <p:nvSpPr>
            <p:cNvPr id="29" name="Google Shape;180;p16">
              <a:extLst>
                <a:ext uri="{FF2B5EF4-FFF2-40B4-BE49-F238E27FC236}">
                  <a16:creationId xmlns:a16="http://schemas.microsoft.com/office/drawing/2014/main" id="{9CB3B877-A039-482C-81AF-ED1160C34F36}"/>
                </a:ext>
              </a:extLst>
            </p:cNvPr>
            <p:cNvSpPr txBox="1"/>
            <p:nvPr/>
          </p:nvSpPr>
          <p:spPr>
            <a:xfrm>
              <a:off x="1181100" y="2229147"/>
              <a:ext cx="4000500" cy="1465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1. </a:t>
              </a:r>
              <a:r>
                <a:rPr lang="en-US" sz="1200" b="1" i="0" u="none" strike="noStrike" cap="none" dirty="0" err="1">
                  <a:solidFill>
                    <a:srgbClr val="0F172A"/>
                  </a:solidFill>
                  <a:latin typeface="Roboto"/>
                  <a:ea typeface="Roboto"/>
                  <a:cs typeface="Roboto"/>
                  <a:sym typeface="Roboto"/>
                </a:rPr>
                <a:t>Xác</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thực</a:t>
              </a:r>
              <a:r>
                <a:rPr lang="en-US" sz="1200" b="1" i="0" u="none" strike="noStrike" cap="none" dirty="0">
                  <a:solidFill>
                    <a:srgbClr val="0F172A"/>
                  </a:solidFill>
                  <a:latin typeface="Roboto"/>
                  <a:ea typeface="Roboto"/>
                  <a:cs typeface="Roboto"/>
                  <a:sym typeface="Roboto"/>
                </a:rPr>
                <a:t>/</a:t>
              </a:r>
              <a:r>
                <a:rPr lang="en-US" sz="1200" b="1" i="0" u="none" strike="noStrike" cap="none" dirty="0" err="1">
                  <a:solidFill>
                    <a:srgbClr val="0F172A"/>
                  </a:solidFill>
                  <a:latin typeface="Roboto"/>
                  <a:ea typeface="Roboto"/>
                  <a:cs typeface="Roboto"/>
                  <a:sym typeface="Roboto"/>
                </a:rPr>
                <a:t>phân</a:t>
              </a:r>
              <a:r>
                <a:rPr lang="en-US" sz="1200" b="1" i="0" u="none" strike="noStrike" cap="none" dirty="0">
                  <a:solidFill>
                    <a:srgbClr val="0F172A"/>
                  </a:solidFill>
                  <a:latin typeface="Roboto"/>
                  <a:ea typeface="Roboto"/>
                  <a:cs typeface="Roboto"/>
                  <a:sym typeface="Roboto"/>
                </a:rPr>
                <a:t> </a:t>
              </a:r>
              <a:r>
                <a:rPr lang="vi-VN" sz="1200" b="1" i="0" u="none" strike="noStrike" cap="none" dirty="0">
                  <a:solidFill>
                    <a:srgbClr val="0F172A"/>
                  </a:solidFill>
                  <a:latin typeface="Roboto"/>
                  <a:ea typeface="Roboto"/>
                  <a:cs typeface="Roboto"/>
                  <a:sym typeface="Roboto"/>
                </a:rPr>
                <a:t>quyền</a:t>
              </a:r>
              <a:endParaRPr dirty="0"/>
            </a:p>
          </p:txBody>
        </p:sp>
        <p:sp>
          <p:nvSpPr>
            <p:cNvPr id="30" name="Google Shape;181;p16">
              <a:extLst>
                <a:ext uri="{FF2B5EF4-FFF2-40B4-BE49-F238E27FC236}">
                  <a16:creationId xmlns:a16="http://schemas.microsoft.com/office/drawing/2014/main" id="{CDCCE564-E0AF-43B3-A084-8013CF686829}"/>
                </a:ext>
              </a:extLst>
            </p:cNvPr>
            <p:cNvSpPr txBox="1"/>
            <p:nvPr/>
          </p:nvSpPr>
          <p:spPr>
            <a:xfrm>
              <a:off x="1181100" y="2448222"/>
              <a:ext cx="381000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Xác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thực</a:t>
              </a:r>
              <a:r>
                <a:rPr lang="en-US" sz="1050" b="0" i="0" u="none" strike="noStrike" cap="none" dirty="0">
                  <a:solidFill>
                    <a:srgbClr val="64748B"/>
                  </a:solidFill>
                  <a:latin typeface="Open Sans"/>
                  <a:ea typeface="Open Sans"/>
                  <a:cs typeface="Open Sans"/>
                  <a:sym typeface="Open Sans"/>
                </a:rPr>
                <a:t> qua IAM. </a:t>
              </a:r>
              <a:r>
                <a:rPr lang="en-US" sz="1050" b="0" i="0" u="none" strike="noStrike" cap="none" dirty="0" err="1">
                  <a:solidFill>
                    <a:srgbClr val="64748B"/>
                  </a:solidFill>
                  <a:latin typeface="Open Sans"/>
                  <a:ea typeface="Open Sans"/>
                  <a:cs typeface="Open Sans"/>
                  <a:sym typeface="Open Sans"/>
                </a:rPr>
                <a:t>Phân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quyền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chặt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chẽ</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theo</a:t>
              </a:r>
              <a:r>
                <a:rPr lang="en-US" sz="1050" b="0" i="0" u="none" strike="noStrike" cap="none" dirty="0">
                  <a:solidFill>
                    <a:srgbClr val="64748B"/>
                  </a:solidFill>
                  <a:latin typeface="Open Sans"/>
                  <a:ea typeface="Open Sans"/>
                  <a:cs typeface="Open Sans"/>
                  <a:sym typeface="Open Sans"/>
                </a:rPr>
                <a:t> role</a:t>
              </a:r>
              <a:endParaRPr dirty="0"/>
            </a:p>
          </p:txBody>
        </p:sp>
        <p:pic>
          <p:nvPicPr>
            <p:cNvPr id="31" name="Google Shape;182;p16" descr="image.png">
              <a:extLst>
                <a:ext uri="{FF2B5EF4-FFF2-40B4-BE49-F238E27FC236}">
                  <a16:creationId xmlns:a16="http://schemas.microsoft.com/office/drawing/2014/main" id="{C732EA0F-870F-4E88-A4EA-5A6E41C1696A}"/>
                </a:ext>
              </a:extLst>
            </p:cNvPr>
            <p:cNvPicPr preferRelativeResize="0"/>
            <p:nvPr/>
          </p:nvPicPr>
          <p:blipFill rotWithShape="1">
            <a:blip r:embed="rId11">
              <a:alphaModFix/>
            </a:blip>
            <a:srcRect/>
            <a:stretch/>
          </p:blipFill>
          <p:spPr>
            <a:xfrm>
              <a:off x="800100" y="3078658"/>
              <a:ext cx="190500" cy="152400"/>
            </a:xfrm>
            <a:prstGeom prst="rect">
              <a:avLst/>
            </a:prstGeom>
            <a:noFill/>
            <a:ln>
              <a:noFill/>
            </a:ln>
          </p:spPr>
        </p:pic>
        <p:sp>
          <p:nvSpPr>
            <p:cNvPr id="32" name="Google Shape;183;p16">
              <a:extLst>
                <a:ext uri="{FF2B5EF4-FFF2-40B4-BE49-F238E27FC236}">
                  <a16:creationId xmlns:a16="http://schemas.microsoft.com/office/drawing/2014/main" id="{3AE1B9BA-76D7-4522-8A09-25771A21F525}"/>
                </a:ext>
              </a:extLst>
            </p:cNvPr>
            <p:cNvSpPr txBox="1"/>
            <p:nvPr/>
          </p:nvSpPr>
          <p:spPr>
            <a:xfrm>
              <a:off x="1181100" y="2983408"/>
              <a:ext cx="383047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2. Upload files</a:t>
              </a:r>
              <a:endParaRPr/>
            </a:p>
          </p:txBody>
        </p:sp>
        <p:sp>
          <p:nvSpPr>
            <p:cNvPr id="33" name="Google Shape;184;p16">
              <a:extLst>
                <a:ext uri="{FF2B5EF4-FFF2-40B4-BE49-F238E27FC236}">
                  <a16:creationId xmlns:a16="http://schemas.microsoft.com/office/drawing/2014/main" id="{6B6488CD-122C-445C-B606-107280F284D1}"/>
                </a:ext>
              </a:extLst>
            </p:cNvPr>
            <p:cNvSpPr txBox="1"/>
            <p:nvPr/>
          </p:nvSpPr>
          <p:spPr>
            <a:xfrm>
              <a:off x="1181100" y="3202483"/>
              <a:ext cx="3648075"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Hỗ</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trợ</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định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dạng</a:t>
              </a:r>
              <a:r>
                <a:rPr lang="en-US" sz="1050" b="0" i="0" u="none" strike="noStrike" cap="none" dirty="0">
                  <a:solidFill>
                    <a:srgbClr val="64748B"/>
                  </a:solidFill>
                  <a:latin typeface="Open Sans"/>
                  <a:ea typeface="Open Sans"/>
                  <a:cs typeface="Open Sans"/>
                  <a:sym typeface="Open Sans"/>
                </a:rPr>
                <a:t>: XML, CSV, Excel .. Dung </a:t>
              </a:r>
              <a:r>
                <a:rPr lang="en-US" sz="1050" b="0" i="0" u="none" strike="noStrike" cap="none" dirty="0" err="1">
                  <a:solidFill>
                    <a:srgbClr val="64748B"/>
                  </a:solidFill>
                  <a:latin typeface="Open Sans"/>
                  <a:ea typeface="Open Sans"/>
                  <a:cs typeface="Open Sans"/>
                  <a:sym typeface="Open Sans"/>
                </a:rPr>
                <a:t>lượng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giới</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hạn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theo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từng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loại</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cụ</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thể</a:t>
              </a:r>
              <a:r>
                <a:rPr lang="en-US" sz="1050" b="0" i="0" u="none" strike="noStrike" cap="none" dirty="0">
                  <a:solidFill>
                    <a:srgbClr val="64748B"/>
                  </a:solidFill>
                  <a:latin typeface="Open Sans"/>
                  <a:ea typeface="Open Sans"/>
                  <a:cs typeface="Open Sans"/>
                  <a:sym typeface="Open Sans"/>
                </a:rPr>
                <a:t>..</a:t>
              </a:r>
              <a:endParaRPr dirty="0"/>
            </a:p>
          </p:txBody>
        </p:sp>
        <p:pic>
          <p:nvPicPr>
            <p:cNvPr id="34" name="Google Shape;185;p16" descr="image.png">
              <a:extLst>
                <a:ext uri="{FF2B5EF4-FFF2-40B4-BE49-F238E27FC236}">
                  <a16:creationId xmlns:a16="http://schemas.microsoft.com/office/drawing/2014/main" id="{FE2334F5-D39C-4F18-AA26-C26545DD2816}"/>
                </a:ext>
              </a:extLst>
            </p:cNvPr>
            <p:cNvPicPr preferRelativeResize="0"/>
            <p:nvPr/>
          </p:nvPicPr>
          <p:blipFill rotWithShape="1">
            <a:blip r:embed="rId12">
              <a:alphaModFix/>
            </a:blip>
            <a:srcRect/>
            <a:stretch/>
          </p:blipFill>
          <p:spPr>
            <a:xfrm>
              <a:off x="819150" y="3832919"/>
              <a:ext cx="152400" cy="152400"/>
            </a:xfrm>
            <a:prstGeom prst="rect">
              <a:avLst/>
            </a:prstGeom>
            <a:noFill/>
            <a:ln>
              <a:noFill/>
            </a:ln>
          </p:spPr>
        </p:pic>
        <p:sp>
          <p:nvSpPr>
            <p:cNvPr id="35" name="Google Shape;186;p16">
              <a:extLst>
                <a:ext uri="{FF2B5EF4-FFF2-40B4-BE49-F238E27FC236}">
                  <a16:creationId xmlns:a16="http://schemas.microsoft.com/office/drawing/2014/main" id="{ABA94E83-BC71-403E-B10D-B591275D0AD9}"/>
                </a:ext>
              </a:extLst>
            </p:cNvPr>
            <p:cNvSpPr txBox="1"/>
            <p:nvPr/>
          </p:nvSpPr>
          <p:spPr>
            <a:xfrm>
              <a:off x="1181100" y="3737669"/>
              <a:ext cx="359044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3. Kiểm tra trạng thái</a:t>
              </a:r>
              <a:endParaRPr/>
            </a:p>
          </p:txBody>
        </p:sp>
        <p:sp>
          <p:nvSpPr>
            <p:cNvPr id="36" name="Google Shape;187;p16">
              <a:extLst>
                <a:ext uri="{FF2B5EF4-FFF2-40B4-BE49-F238E27FC236}">
                  <a16:creationId xmlns:a16="http://schemas.microsoft.com/office/drawing/2014/main" id="{D63B5223-58F1-4659-8F27-91A60907762E}"/>
                </a:ext>
              </a:extLst>
            </p:cNvPr>
            <p:cNvSpPr txBox="1"/>
            <p:nvPr/>
          </p:nvSpPr>
          <p:spPr>
            <a:xfrm>
              <a:off x="1181100" y="3956744"/>
              <a:ext cx="34194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Theo dõi tiến độ (%) và trạng thái xử lý thời gian thực.</a:t>
              </a:r>
              <a:endParaRPr/>
            </a:p>
          </p:txBody>
        </p:sp>
        <p:pic>
          <p:nvPicPr>
            <p:cNvPr id="37" name="Google Shape;188;p16" descr="image.png">
              <a:extLst>
                <a:ext uri="{FF2B5EF4-FFF2-40B4-BE49-F238E27FC236}">
                  <a16:creationId xmlns:a16="http://schemas.microsoft.com/office/drawing/2014/main" id="{BF6FF103-B536-4703-B5E8-C400EBF7C31B}"/>
                </a:ext>
              </a:extLst>
            </p:cNvPr>
            <p:cNvPicPr preferRelativeResize="0"/>
            <p:nvPr/>
          </p:nvPicPr>
          <p:blipFill rotWithShape="1">
            <a:blip r:embed="rId13">
              <a:alphaModFix/>
            </a:blip>
            <a:srcRect/>
            <a:stretch/>
          </p:blipFill>
          <p:spPr>
            <a:xfrm>
              <a:off x="828675" y="4587180"/>
              <a:ext cx="133350" cy="152400"/>
            </a:xfrm>
            <a:prstGeom prst="rect">
              <a:avLst/>
            </a:prstGeom>
            <a:noFill/>
            <a:ln>
              <a:noFill/>
            </a:ln>
          </p:spPr>
        </p:pic>
        <p:sp>
          <p:nvSpPr>
            <p:cNvPr id="38" name="Google Shape;189;p16">
              <a:extLst>
                <a:ext uri="{FF2B5EF4-FFF2-40B4-BE49-F238E27FC236}">
                  <a16:creationId xmlns:a16="http://schemas.microsoft.com/office/drawing/2014/main" id="{CCF9DE3F-B7AA-4696-9DB0-2451F83133ED}"/>
                </a:ext>
              </a:extLst>
            </p:cNvPr>
            <p:cNvSpPr txBox="1"/>
            <p:nvPr/>
          </p:nvSpPr>
          <p:spPr>
            <a:xfrm>
              <a:off x="1181100" y="4491930"/>
              <a:ext cx="4140517"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4. Validate data</a:t>
              </a:r>
              <a:endParaRPr/>
            </a:p>
          </p:txBody>
        </p:sp>
        <p:sp>
          <p:nvSpPr>
            <p:cNvPr id="39" name="Google Shape;190;p16">
              <a:extLst>
                <a:ext uri="{FF2B5EF4-FFF2-40B4-BE49-F238E27FC236}">
                  <a16:creationId xmlns:a16="http://schemas.microsoft.com/office/drawing/2014/main" id="{3664DB93-6629-44CC-8E86-E6585C4C2C31}"/>
                </a:ext>
              </a:extLst>
            </p:cNvPr>
            <p:cNvSpPr txBox="1"/>
            <p:nvPr/>
          </p:nvSpPr>
          <p:spPr>
            <a:xfrm>
              <a:off x="1181100" y="4711005"/>
              <a:ext cx="3943350"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Kiểm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tra</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tính</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đúng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đắn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chất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lượng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theo</a:t>
              </a:r>
              <a:r>
                <a:rPr lang="en-US" sz="1050" b="0" i="0" u="none" strike="noStrike" cap="none" dirty="0">
                  <a:solidFill>
                    <a:srgbClr val="64748B"/>
                  </a:solidFill>
                  <a:latin typeface="Open Sans"/>
                  <a:ea typeface="Open Sans"/>
                  <a:cs typeface="Open Sans"/>
                  <a:sym typeface="Open Sans"/>
                </a:rPr>
                <a:t> schema/rule data quality.</a:t>
              </a:r>
              <a:endParaRPr dirty="0"/>
            </a:p>
          </p:txBody>
        </p:sp>
        <p:pic>
          <p:nvPicPr>
            <p:cNvPr id="40" name="Google Shape;191;p16" descr="image.png">
              <a:extLst>
                <a:ext uri="{FF2B5EF4-FFF2-40B4-BE49-F238E27FC236}">
                  <a16:creationId xmlns:a16="http://schemas.microsoft.com/office/drawing/2014/main" id="{FCB770B3-1414-4AEB-91D0-E49FD536D23B}"/>
                </a:ext>
              </a:extLst>
            </p:cNvPr>
            <p:cNvPicPr preferRelativeResize="0"/>
            <p:nvPr/>
          </p:nvPicPr>
          <p:blipFill rotWithShape="1">
            <a:blip r:embed="rId14">
              <a:alphaModFix/>
            </a:blip>
            <a:srcRect/>
            <a:stretch/>
          </p:blipFill>
          <p:spPr>
            <a:xfrm>
              <a:off x="809625" y="5341441"/>
              <a:ext cx="171450" cy="152400"/>
            </a:xfrm>
            <a:prstGeom prst="rect">
              <a:avLst/>
            </a:prstGeom>
            <a:noFill/>
            <a:ln>
              <a:noFill/>
            </a:ln>
          </p:spPr>
        </p:pic>
        <p:sp>
          <p:nvSpPr>
            <p:cNvPr id="41" name="Google Shape;192;p16">
              <a:extLst>
                <a:ext uri="{FF2B5EF4-FFF2-40B4-BE49-F238E27FC236}">
                  <a16:creationId xmlns:a16="http://schemas.microsoft.com/office/drawing/2014/main" id="{460782C7-21DC-48FD-858F-7538F5F89C83}"/>
                </a:ext>
              </a:extLst>
            </p:cNvPr>
            <p:cNvSpPr txBox="1"/>
            <p:nvPr/>
          </p:nvSpPr>
          <p:spPr>
            <a:xfrm>
              <a:off x="1181100" y="5246191"/>
              <a:ext cx="4090511"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5. Preview dữ liệu</a:t>
              </a:r>
              <a:endParaRPr/>
            </a:p>
          </p:txBody>
        </p:sp>
        <p:sp>
          <p:nvSpPr>
            <p:cNvPr id="42" name="Google Shape;193;p16">
              <a:extLst>
                <a:ext uri="{FF2B5EF4-FFF2-40B4-BE49-F238E27FC236}">
                  <a16:creationId xmlns:a16="http://schemas.microsoft.com/office/drawing/2014/main" id="{29CAAE0B-E95C-4075-ABEA-E84F3916F237}"/>
                </a:ext>
              </a:extLst>
            </p:cNvPr>
            <p:cNvSpPr txBox="1"/>
            <p:nvPr/>
          </p:nvSpPr>
          <p:spPr>
            <a:xfrm>
              <a:off x="1181100" y="5417641"/>
              <a:ext cx="3895725"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dirty="0" err="1">
                  <a:solidFill>
                    <a:srgbClr val="64748B"/>
                  </a:solidFill>
                  <a:latin typeface="Open Sans"/>
                  <a:ea typeface="Open Sans"/>
                  <a:cs typeface="Open Sans"/>
                  <a:sym typeface="Open Sans"/>
                </a:rPr>
                <a:t>Xem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thông</a:t>
              </a:r>
              <a:r>
                <a:rPr lang="en-US" sz="1050" b="0" i="0" u="none" strike="noStrike" cap="none" dirty="0">
                  <a:solidFill>
                    <a:srgbClr val="64748B"/>
                  </a:solidFill>
                  <a:latin typeface="Open Sans"/>
                  <a:ea typeface="Open Sans"/>
                  <a:cs typeface="Open Sans"/>
                  <a:sym typeface="Open Sans"/>
                </a:rPr>
                <a:t> tin </a:t>
              </a:r>
              <a:r>
                <a:rPr lang="en-US" sz="1050" b="0" i="0" u="none" strike="noStrike" cap="none" dirty="0" err="1">
                  <a:solidFill>
                    <a:srgbClr val="64748B"/>
                  </a:solidFill>
                  <a:latin typeface="Open Sans"/>
                  <a:ea typeface="Open Sans"/>
                  <a:cs typeface="Open Sans"/>
                  <a:sym typeface="Open Sans"/>
                </a:rPr>
                <a:t>chung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về</a:t>
              </a:r>
              <a:r>
                <a:rPr lang="en-US" sz="1050" b="0" i="0" u="none" strike="noStrike" cap="none" dirty="0">
                  <a:solidFill>
                    <a:srgbClr val="64748B"/>
                  </a:solidFill>
                  <a:latin typeface="Open Sans"/>
                  <a:ea typeface="Open Sans"/>
                  <a:cs typeface="Open Sans"/>
                  <a:sym typeface="Open Sans"/>
                </a:rPr>
                <a:t> file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dirty="0">
                  <a:solidFill>
                    <a:srgbClr val="64748B"/>
                  </a:solidFill>
                  <a:latin typeface="Open Sans"/>
                  <a:ea typeface="Open Sans"/>
                  <a:cs typeface="Open Sans"/>
                  <a:sym typeface="Open Sans"/>
                </a:rPr>
                <a:t>.</a:t>
              </a:r>
              <a:r>
                <a:rPr lang="en-US" sz="1050" b="0" i="0" u="none" strike="noStrike" cap="none" dirty="0">
                  <a:solidFill>
                    <a:srgbClr val="64748B"/>
                  </a:solidFill>
                  <a:latin typeface="Open Sans"/>
                  <a:ea typeface="Open Sans"/>
                  <a:cs typeface="Open Sans"/>
                  <a:sym typeface="Open Sans"/>
                </a:rPr>
                <a:t>.</a:t>
              </a:r>
            </a:p>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Xem</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trước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mẫu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hoặc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toàn</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bộ</a:t>
              </a:r>
              <a:r>
                <a:rPr lang="en-US" sz="1050" b="0" i="0" u="none" strike="noStrike" cap="none" dirty="0">
                  <a:solidFill>
                    <a:srgbClr val="64748B"/>
                  </a:solidFill>
                  <a:latin typeface="Open Sans"/>
                  <a:ea typeface="Open Sans"/>
                  <a:cs typeface="Open Sans"/>
                  <a:sym typeface="Open Sans"/>
                </a:rPr>
                <a:t> dataset </a:t>
              </a:r>
              <a:r>
                <a:rPr lang="en-US" sz="1050" b="0" i="0" u="none" strike="noStrike" cap="none" dirty="0" err="1">
                  <a:solidFill>
                    <a:srgbClr val="64748B"/>
                  </a:solidFill>
                  <a:latin typeface="Open Sans"/>
                  <a:ea typeface="Open Sans"/>
                  <a:cs typeface="Open Sans"/>
                  <a:sym typeface="Open Sans"/>
                </a:rPr>
                <a:t>trước</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khi</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a:t>
              </a:r>
              <a:endParaRPr dirty="0"/>
            </a:p>
          </p:txBody>
        </p:sp>
        <p:pic>
          <p:nvPicPr>
            <p:cNvPr id="43" name="Google Shape;194;p16" descr="image.png">
              <a:extLst>
                <a:ext uri="{FF2B5EF4-FFF2-40B4-BE49-F238E27FC236}">
                  <a16:creationId xmlns:a16="http://schemas.microsoft.com/office/drawing/2014/main" id="{CAEB3997-91A3-460F-BE81-9A65258C607E}"/>
                </a:ext>
              </a:extLst>
            </p:cNvPr>
            <p:cNvPicPr preferRelativeResize="0"/>
            <p:nvPr/>
          </p:nvPicPr>
          <p:blipFill rotWithShape="1">
            <a:blip r:embed="rId15">
              <a:alphaModFix/>
            </a:blip>
            <a:srcRect/>
            <a:stretch/>
          </p:blipFill>
          <p:spPr>
            <a:xfrm>
              <a:off x="6629400" y="2324397"/>
              <a:ext cx="152400" cy="152400"/>
            </a:xfrm>
            <a:prstGeom prst="rect">
              <a:avLst/>
            </a:prstGeom>
            <a:noFill/>
            <a:ln>
              <a:noFill/>
            </a:ln>
          </p:spPr>
        </p:pic>
        <p:sp>
          <p:nvSpPr>
            <p:cNvPr id="44" name="Google Shape;195;p16">
              <a:extLst>
                <a:ext uri="{FF2B5EF4-FFF2-40B4-BE49-F238E27FC236}">
                  <a16:creationId xmlns:a16="http://schemas.microsoft.com/office/drawing/2014/main" id="{365A9629-8283-4B12-8016-5A003067492D}"/>
                </a:ext>
              </a:extLst>
            </p:cNvPr>
            <p:cNvSpPr txBox="1"/>
            <p:nvPr/>
          </p:nvSpPr>
          <p:spPr>
            <a:xfrm>
              <a:off x="6991350" y="2229147"/>
              <a:ext cx="4070508"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6. </a:t>
              </a:r>
              <a:r>
                <a:rPr lang="en-US" sz="1200" b="1" i="0" u="none" strike="noStrike" cap="none" dirty="0" err="1">
                  <a:solidFill>
                    <a:srgbClr val="0F172A"/>
                  </a:solidFill>
                  <a:latin typeface="Roboto"/>
                  <a:ea typeface="Roboto"/>
                  <a:cs typeface="Roboto"/>
                  <a:sym typeface="Roboto"/>
                </a:rPr>
                <a:t>Phê</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duyệt</a:t>
              </a:r>
              <a:r>
                <a:rPr lang="en-US" sz="1200" b="1" i="0" u="none" strike="noStrike" cap="none" dirty="0">
                  <a:solidFill>
                    <a:srgbClr val="0F172A"/>
                  </a:solidFill>
                  <a:latin typeface="Roboto"/>
                  <a:ea typeface="Roboto"/>
                  <a:cs typeface="Roboto"/>
                  <a:sym typeface="Roboto"/>
                </a:rPr>
                <a:t>/</a:t>
              </a:r>
              <a:r>
                <a:rPr lang="en-US" sz="1200" b="1" i="0" u="none" strike="noStrike" cap="none" dirty="0" err="1">
                  <a:solidFill>
                    <a:srgbClr val="0F172A"/>
                  </a:solidFill>
                  <a:latin typeface="Roboto"/>
                  <a:ea typeface="Roboto"/>
                  <a:cs typeface="Roboto"/>
                  <a:sym typeface="Roboto"/>
                </a:rPr>
                <a:t>từ</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chối</a:t>
              </a:r>
              <a:endParaRPr dirty="0"/>
            </a:p>
          </p:txBody>
        </p:sp>
        <p:sp>
          <p:nvSpPr>
            <p:cNvPr id="45" name="Google Shape;196;p16">
              <a:extLst>
                <a:ext uri="{FF2B5EF4-FFF2-40B4-BE49-F238E27FC236}">
                  <a16:creationId xmlns:a16="http://schemas.microsoft.com/office/drawing/2014/main" id="{2E832169-8163-4489-BE88-4C4C694639DD}"/>
                </a:ext>
              </a:extLst>
            </p:cNvPr>
            <p:cNvSpPr txBox="1"/>
            <p:nvPr/>
          </p:nvSpPr>
          <p:spPr>
            <a:xfrm>
              <a:off x="6991350" y="2448222"/>
              <a:ext cx="38766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Quy trình phê duyệt (Approval Workflow) cho dữ liệu upload.</a:t>
              </a:r>
              <a:endParaRPr/>
            </a:p>
          </p:txBody>
        </p:sp>
        <p:pic>
          <p:nvPicPr>
            <p:cNvPr id="46" name="Google Shape;197;p16" descr="image.png">
              <a:extLst>
                <a:ext uri="{FF2B5EF4-FFF2-40B4-BE49-F238E27FC236}">
                  <a16:creationId xmlns:a16="http://schemas.microsoft.com/office/drawing/2014/main" id="{9FAE21D1-43C5-4B4F-AF77-39155F2724E3}"/>
                </a:ext>
              </a:extLst>
            </p:cNvPr>
            <p:cNvPicPr preferRelativeResize="0"/>
            <p:nvPr/>
          </p:nvPicPr>
          <p:blipFill rotWithShape="1">
            <a:blip r:embed="rId16">
              <a:alphaModFix/>
            </a:blip>
            <a:srcRect/>
            <a:stretch/>
          </p:blipFill>
          <p:spPr>
            <a:xfrm>
              <a:off x="6638925" y="3078658"/>
              <a:ext cx="133350" cy="152400"/>
            </a:xfrm>
            <a:prstGeom prst="rect">
              <a:avLst/>
            </a:prstGeom>
            <a:noFill/>
            <a:ln>
              <a:noFill/>
            </a:ln>
          </p:spPr>
        </p:pic>
        <p:sp>
          <p:nvSpPr>
            <p:cNvPr id="47" name="Google Shape;198;p16">
              <a:extLst>
                <a:ext uri="{FF2B5EF4-FFF2-40B4-BE49-F238E27FC236}">
                  <a16:creationId xmlns:a16="http://schemas.microsoft.com/office/drawing/2014/main" id="{362C1346-28A9-4F1A-8760-BFBC6550AA41}"/>
                </a:ext>
              </a:extLst>
            </p:cNvPr>
            <p:cNvSpPr txBox="1"/>
            <p:nvPr/>
          </p:nvSpPr>
          <p:spPr>
            <a:xfrm>
              <a:off x="6991350" y="2914119"/>
              <a:ext cx="4190523"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7. Auto-ingest</a:t>
              </a:r>
              <a:endParaRPr dirty="0"/>
            </a:p>
          </p:txBody>
        </p:sp>
        <p:sp>
          <p:nvSpPr>
            <p:cNvPr id="48" name="Google Shape;199;p16">
              <a:extLst>
                <a:ext uri="{FF2B5EF4-FFF2-40B4-BE49-F238E27FC236}">
                  <a16:creationId xmlns:a16="http://schemas.microsoft.com/office/drawing/2014/main" id="{CF0F272B-0FA6-4E43-84FC-E82F453C859E}"/>
                </a:ext>
              </a:extLst>
            </p:cNvPr>
            <p:cNvSpPr txBox="1"/>
            <p:nvPr/>
          </p:nvSpPr>
          <p:spPr>
            <a:xfrm>
              <a:off x="6981825" y="3111737"/>
              <a:ext cx="3990975" cy="333417"/>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Luồng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tự</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động</a:t>
              </a:r>
              <a:r>
                <a:rPr lang="en-US" sz="1050" b="0" i="0" u="none" strike="noStrike" cap="none" dirty="0">
                  <a:solidFill>
                    <a:srgbClr val="64748B"/>
                  </a:solidFill>
                  <a:latin typeface="Open Sans"/>
                  <a:ea typeface="Open Sans"/>
                  <a:cs typeface="Open Sans"/>
                  <a:sym typeface="Open Sans"/>
                </a:rPr>
                <a:t> ingest </a:t>
              </a:r>
              <a:r>
                <a:rPr lang="en-US" sz="1050" b="0" i="0" u="none" strike="noStrike" cap="none" dirty="0" err="1">
                  <a:solidFill>
                    <a:srgbClr val="64748B"/>
                  </a:solidFill>
                  <a:latin typeface="Open Sans"/>
                  <a:ea typeface="Open Sans"/>
                  <a:cs typeface="Open Sans"/>
                  <a:sym typeface="Open Sans"/>
                </a:rPr>
                <a:t>dữ</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liệu</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hợp</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lệ</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không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cần</a:t>
              </a:r>
              <a:r>
                <a:rPr lang="en-US" sz="1050" b="0" i="0" u="none" strike="noStrike" cap="none" dirty="0">
                  <a:solidFill>
                    <a:srgbClr val="64748B"/>
                  </a:solidFill>
                  <a:latin typeface="Open Sans"/>
                  <a:ea typeface="Open Sans"/>
                  <a:cs typeface="Open Sans"/>
                  <a:sym typeface="Open Sans"/>
                </a:rPr>
                <a:t> qua </a:t>
              </a:r>
              <a:r>
                <a:rPr lang="en-US" sz="1050" b="0" i="0" u="none" strike="noStrike" cap="none" dirty="0" err="1">
                  <a:solidFill>
                    <a:srgbClr val="64748B"/>
                  </a:solidFill>
                  <a:latin typeface="Open Sans"/>
                  <a:ea typeface="Open Sans"/>
                  <a:cs typeface="Open Sans"/>
                  <a:sym typeface="Open Sans"/>
                </a:rPr>
                <a:t>phê</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duyệt</a:t>
              </a:r>
              <a:r>
                <a:rPr lang="en-US" sz="1050" b="0" i="0" u="none" strike="noStrike" cap="none" dirty="0">
                  <a:solidFill>
                    <a:srgbClr val="64748B"/>
                  </a:solidFill>
                  <a:latin typeface="Open Sans"/>
                  <a:ea typeface="Open Sans"/>
                  <a:cs typeface="Open Sans"/>
                  <a:sym typeface="Open Sans"/>
                </a:rPr>
                <a:t>.</a:t>
              </a:r>
            </a:p>
            <a:p>
              <a:pPr marL="0" marR="0" lvl="0" indent="0" algn="l" rtl="0">
                <a:lnSpc>
                  <a:spcPct val="129904"/>
                </a:lnSpc>
                <a:spcBef>
                  <a:spcPts val="0"/>
                </a:spcBef>
                <a:spcAft>
                  <a:spcPts val="0"/>
                </a:spcAft>
                <a:buNone/>
              </a:pPr>
              <a:r>
                <a:rPr lang="en-US" sz="1050" dirty="0" err="1">
                  <a:solidFill>
                    <a:srgbClr val="64748B"/>
                  </a:solidFill>
                  <a:latin typeface="Open Sans"/>
                  <a:sym typeface="Open Sans"/>
                </a:rPr>
                <a:t>Hoặc</a:t>
              </a:r>
              <a:r>
                <a:rPr lang="en-US" sz="1050" dirty="0">
                  <a:solidFill>
                    <a:srgbClr val="64748B"/>
                  </a:solidFill>
                  <a:latin typeface="Open Sans"/>
                  <a:sym typeface="Open Sans"/>
                </a:rPr>
                <a:t> ingest </a:t>
              </a:r>
              <a:r>
                <a:rPr lang="en-US" sz="1050" dirty="0" err="1">
                  <a:solidFill>
                    <a:srgbClr val="64748B"/>
                  </a:solidFill>
                  <a:latin typeface="Open Sans"/>
                  <a:sym typeface="Open Sans"/>
                </a:rPr>
                <a:t>khi</a:t>
              </a:r>
              <a:r>
                <a:rPr lang="en-US" sz="1050" dirty="0">
                  <a:solidFill>
                    <a:srgbClr val="64748B"/>
                  </a:solidFill>
                  <a:latin typeface="Open Sans"/>
                  <a:sym typeface="Open Sans"/>
                </a:rPr>
                <a:t> </a:t>
              </a:r>
              <a:r>
                <a:rPr lang="en-US" sz="1050" dirty="0" err="1">
                  <a:solidFill>
                    <a:srgbClr val="64748B"/>
                  </a:solidFill>
                  <a:latin typeface="Open Sans"/>
                  <a:sym typeface="Open Sans"/>
                </a:rPr>
                <a:t>có</a:t>
              </a:r>
              <a:r>
                <a:rPr lang="en-US" sz="1050" dirty="0">
                  <a:solidFill>
                    <a:srgbClr val="64748B"/>
                  </a:solidFill>
                  <a:latin typeface="Open Sans"/>
                  <a:sym typeface="Open Sans"/>
                </a:rPr>
                <a:t> </a:t>
              </a:r>
              <a:r>
                <a:rPr lang="en-US" sz="1050" dirty="0" err="1">
                  <a:solidFill>
                    <a:srgbClr val="64748B"/>
                  </a:solidFill>
                  <a:latin typeface="Open Sans"/>
                  <a:sym typeface="Open Sans"/>
                </a:rPr>
                <a:t>phê</a:t>
              </a:r>
              <a:r>
                <a:rPr lang="en-US" sz="1050" dirty="0">
                  <a:solidFill>
                    <a:srgbClr val="64748B"/>
                  </a:solidFill>
                  <a:latin typeface="Open Sans"/>
                  <a:sym typeface="Open Sans"/>
                </a:rPr>
                <a:t> </a:t>
              </a:r>
              <a:r>
                <a:rPr lang="en-US" sz="1050" dirty="0" err="1">
                  <a:solidFill>
                    <a:srgbClr val="64748B"/>
                  </a:solidFill>
                  <a:latin typeface="Open Sans"/>
                  <a:sym typeface="Open Sans"/>
                </a:rPr>
                <a:t>duyệt</a:t>
              </a:r>
              <a:r>
                <a:rPr lang="en-US" sz="1050" dirty="0">
                  <a:solidFill>
                    <a:srgbClr val="64748B"/>
                  </a:solidFill>
                  <a:latin typeface="Open Sans"/>
                  <a:sym typeface="Open Sans"/>
                </a:rPr>
                <a:t> </a:t>
              </a:r>
              <a:r>
                <a:rPr lang="en-US" sz="1050" dirty="0" err="1">
                  <a:solidFill>
                    <a:srgbClr val="64748B"/>
                  </a:solidFill>
                  <a:latin typeface="Open Sans"/>
                  <a:sym typeface="Open Sans"/>
                </a:rPr>
                <a:t>từ</a:t>
              </a:r>
              <a:r>
                <a:rPr lang="en-US" sz="1050" dirty="0">
                  <a:solidFill>
                    <a:srgbClr val="64748B"/>
                  </a:solidFill>
                  <a:latin typeface="Open Sans"/>
                  <a:sym typeface="Open Sans"/>
                </a:rPr>
                <a:t> </a:t>
              </a:r>
              <a:r>
                <a:rPr lang="en-US" sz="1050" dirty="0" err="1">
                  <a:solidFill>
                    <a:srgbClr val="64748B"/>
                  </a:solidFill>
                  <a:latin typeface="Open Sans"/>
                  <a:sym typeface="Open Sans"/>
                </a:rPr>
                <a:t>cấp</a:t>
              </a:r>
              <a:r>
                <a:rPr lang="en-US" sz="1050" dirty="0">
                  <a:solidFill>
                    <a:srgbClr val="64748B"/>
                  </a:solidFill>
                  <a:latin typeface="Open Sans"/>
                  <a:sym typeface="Open Sans"/>
                </a:rPr>
                <a:t> </a:t>
              </a:r>
              <a:r>
                <a:rPr lang="en-US" sz="1050" dirty="0" err="1">
                  <a:solidFill>
                    <a:srgbClr val="64748B"/>
                  </a:solidFill>
                  <a:latin typeface="Open Sans"/>
                  <a:sym typeface="Open Sans"/>
                </a:rPr>
                <a:t>có</a:t>
              </a:r>
              <a:r>
                <a:rPr lang="en-US" sz="1050" dirty="0">
                  <a:solidFill>
                    <a:srgbClr val="64748B"/>
                  </a:solidFill>
                  <a:latin typeface="Open Sans"/>
                  <a:sym typeface="Open Sans"/>
                </a:rPr>
                <a:t> </a:t>
              </a:r>
              <a:r>
                <a:rPr lang="en-US" sz="1050" dirty="0" err="1">
                  <a:solidFill>
                    <a:srgbClr val="64748B"/>
                  </a:solidFill>
                  <a:latin typeface="Open Sans"/>
                  <a:sym typeface="Open Sans"/>
                </a:rPr>
                <a:t>thẩm</a:t>
              </a:r>
              <a:r>
                <a:rPr lang="en-US" sz="1050" dirty="0">
                  <a:solidFill>
                    <a:srgbClr val="64748B"/>
                  </a:solidFill>
                  <a:latin typeface="Open Sans"/>
                  <a:sym typeface="Open Sans"/>
                </a:rPr>
                <a:t> </a:t>
              </a:r>
              <a:r>
                <a:rPr lang="en-US" sz="1050" dirty="0" err="1">
                  <a:solidFill>
                    <a:srgbClr val="64748B"/>
                  </a:solidFill>
                  <a:latin typeface="Open Sans"/>
                  <a:sym typeface="Open Sans"/>
                </a:rPr>
                <a:t>quyền</a:t>
              </a:r>
              <a:r>
                <a:rPr lang="en-US" sz="1050" dirty="0">
                  <a:solidFill>
                    <a:srgbClr val="64748B"/>
                  </a:solidFill>
                  <a:latin typeface="Open Sans"/>
                  <a:sym typeface="Open Sans"/>
                </a:rPr>
                <a:t> (Checker)</a:t>
              </a:r>
              <a:endParaRPr dirty="0"/>
            </a:p>
          </p:txBody>
        </p:sp>
        <p:pic>
          <p:nvPicPr>
            <p:cNvPr id="49" name="Google Shape;200;p16" descr="image.png">
              <a:extLst>
                <a:ext uri="{FF2B5EF4-FFF2-40B4-BE49-F238E27FC236}">
                  <a16:creationId xmlns:a16="http://schemas.microsoft.com/office/drawing/2014/main" id="{1C538FC4-BF87-4768-B6E7-25ECA98DA93A}"/>
                </a:ext>
              </a:extLst>
            </p:cNvPr>
            <p:cNvPicPr preferRelativeResize="0"/>
            <p:nvPr/>
          </p:nvPicPr>
          <p:blipFill rotWithShape="1">
            <a:blip r:embed="rId17">
              <a:alphaModFix/>
            </a:blip>
            <a:srcRect/>
            <a:stretch/>
          </p:blipFill>
          <p:spPr>
            <a:xfrm>
              <a:off x="6629400" y="3832919"/>
              <a:ext cx="152400" cy="152400"/>
            </a:xfrm>
            <a:prstGeom prst="rect">
              <a:avLst/>
            </a:prstGeom>
            <a:noFill/>
            <a:ln>
              <a:noFill/>
            </a:ln>
          </p:spPr>
        </p:pic>
        <p:sp>
          <p:nvSpPr>
            <p:cNvPr id="50" name="Google Shape;201;p16">
              <a:extLst>
                <a:ext uri="{FF2B5EF4-FFF2-40B4-BE49-F238E27FC236}">
                  <a16:creationId xmlns:a16="http://schemas.microsoft.com/office/drawing/2014/main" id="{A87E9143-D4CC-444B-A314-A82B2B40C7EB}"/>
                </a:ext>
              </a:extLst>
            </p:cNvPr>
            <p:cNvSpPr txBox="1"/>
            <p:nvPr/>
          </p:nvSpPr>
          <p:spPr>
            <a:xfrm>
              <a:off x="6991350" y="3737669"/>
              <a:ext cx="3390423"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8. Download files</a:t>
              </a:r>
              <a:endParaRPr/>
            </a:p>
          </p:txBody>
        </p:sp>
        <p:sp>
          <p:nvSpPr>
            <p:cNvPr id="51" name="Google Shape;202;p16">
              <a:extLst>
                <a:ext uri="{FF2B5EF4-FFF2-40B4-BE49-F238E27FC236}">
                  <a16:creationId xmlns:a16="http://schemas.microsoft.com/office/drawing/2014/main" id="{EAEF1487-8863-4EAA-8B06-8907FA0F4830}"/>
                </a:ext>
              </a:extLst>
            </p:cNvPr>
            <p:cNvSpPr txBox="1"/>
            <p:nvPr/>
          </p:nvSpPr>
          <p:spPr>
            <a:xfrm>
              <a:off x="6991350" y="3956744"/>
              <a:ext cx="322897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Cho phép tải lại các file gốc đã upload thành công.</a:t>
              </a:r>
              <a:endParaRPr/>
            </a:p>
          </p:txBody>
        </p:sp>
        <p:pic>
          <p:nvPicPr>
            <p:cNvPr id="52" name="Google Shape;203;p16" descr="image.png">
              <a:extLst>
                <a:ext uri="{FF2B5EF4-FFF2-40B4-BE49-F238E27FC236}">
                  <a16:creationId xmlns:a16="http://schemas.microsoft.com/office/drawing/2014/main" id="{6838539F-EFE8-4200-B2E9-F2DF0558FB0C}"/>
                </a:ext>
              </a:extLst>
            </p:cNvPr>
            <p:cNvPicPr preferRelativeResize="0"/>
            <p:nvPr/>
          </p:nvPicPr>
          <p:blipFill rotWithShape="1">
            <a:blip r:embed="rId18">
              <a:alphaModFix/>
            </a:blip>
            <a:srcRect/>
            <a:stretch/>
          </p:blipFill>
          <p:spPr>
            <a:xfrm>
              <a:off x="6629400" y="4587180"/>
              <a:ext cx="152400" cy="152400"/>
            </a:xfrm>
            <a:prstGeom prst="rect">
              <a:avLst/>
            </a:prstGeom>
            <a:noFill/>
            <a:ln>
              <a:noFill/>
            </a:ln>
          </p:spPr>
        </p:pic>
        <p:sp>
          <p:nvSpPr>
            <p:cNvPr id="53" name="Google Shape;204;p16">
              <a:extLst>
                <a:ext uri="{FF2B5EF4-FFF2-40B4-BE49-F238E27FC236}">
                  <a16:creationId xmlns:a16="http://schemas.microsoft.com/office/drawing/2014/main" id="{249E59D6-0B89-45D2-ACC0-5E7F7E914472}"/>
                </a:ext>
              </a:extLst>
            </p:cNvPr>
            <p:cNvSpPr txBox="1"/>
            <p:nvPr/>
          </p:nvSpPr>
          <p:spPr>
            <a:xfrm>
              <a:off x="6991350" y="4491930"/>
              <a:ext cx="3580447"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Roboto"/>
                  <a:ea typeface="Roboto"/>
                  <a:cs typeface="Roboto"/>
                  <a:sym typeface="Roboto"/>
                </a:rPr>
                <a:t>9. Email notification</a:t>
              </a:r>
              <a:endParaRPr/>
            </a:p>
          </p:txBody>
        </p:sp>
        <p:sp>
          <p:nvSpPr>
            <p:cNvPr id="54" name="Google Shape;205;p16">
              <a:extLst>
                <a:ext uri="{FF2B5EF4-FFF2-40B4-BE49-F238E27FC236}">
                  <a16:creationId xmlns:a16="http://schemas.microsoft.com/office/drawing/2014/main" id="{00BA6A1D-313F-4959-8839-4CA6DC7A3416}"/>
                </a:ext>
              </a:extLst>
            </p:cNvPr>
            <p:cNvSpPr txBox="1"/>
            <p:nvPr/>
          </p:nvSpPr>
          <p:spPr>
            <a:xfrm>
              <a:off x="6991350" y="4711005"/>
              <a:ext cx="3409950"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dirty="0" err="1">
                  <a:solidFill>
                    <a:srgbClr val="64748B"/>
                  </a:solidFill>
                  <a:latin typeface="Open Sans"/>
                  <a:ea typeface="Open Sans"/>
                  <a:cs typeface="Open Sans"/>
                  <a:sym typeface="Open Sans"/>
                </a:rPr>
                <a:t>Gửi</a:t>
              </a:r>
              <a:r>
                <a:rPr lang="en-US" sz="1050" b="0" i="0" u="none" strike="noStrike" cap="none" dirty="0">
                  <a:solidFill>
                    <a:srgbClr val="64748B"/>
                  </a:solidFill>
                  <a:latin typeface="Open Sans"/>
                  <a:ea typeface="Open Sans"/>
                  <a:cs typeface="Open Sans"/>
                  <a:sym typeface="Open Sans"/>
                </a:rPr>
                <a:t> email </a:t>
              </a:r>
              <a:r>
                <a:rPr lang="en-US" sz="1050" b="0" i="0" u="none" strike="noStrike" cap="none" dirty="0" err="1">
                  <a:solidFill>
                    <a:srgbClr val="64748B"/>
                  </a:solidFill>
                  <a:latin typeface="Open Sans"/>
                  <a:ea typeface="Open Sans"/>
                  <a:cs typeface="Open Sans"/>
                  <a:sym typeface="Open Sans"/>
                </a:rPr>
                <a:t>thông</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báo</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kết</a:t>
              </a:r>
              <a:r>
                <a:rPr lang="en-US" sz="1050" b="0" i="0" u="none" strike="noStrike" cap="none" dirty="0">
                  <a:solidFill>
                    <a:srgbClr val="64748B"/>
                  </a:solidFill>
                  <a:latin typeface="Open Sans"/>
                  <a:ea typeface="Open Sans"/>
                  <a:cs typeface="Open Sans"/>
                  <a:sym typeface="Open Sans"/>
                </a:rPr>
                <a:t> </a:t>
              </a:r>
              <a:r>
                <a:rPr lang="en-US" sz="1050" b="0" i="0" u="none" strike="noStrike" cap="none" dirty="0" err="1">
                  <a:solidFill>
                    <a:srgbClr val="64748B"/>
                  </a:solidFill>
                  <a:latin typeface="Open Sans"/>
                  <a:ea typeface="Open Sans"/>
                  <a:cs typeface="Open Sans"/>
                  <a:sym typeface="Open Sans"/>
                </a:rPr>
                <a:t>quả</a:t>
              </a:r>
              <a:r>
                <a:rPr lang="en-US" sz="1050" b="0" i="0" u="none" strike="noStrike" cap="none" dirty="0">
                  <a:solidFill>
                    <a:srgbClr val="64748B"/>
                  </a:solidFill>
                  <a:latin typeface="Open Sans"/>
                  <a:ea typeface="Open Sans"/>
                  <a:cs typeface="Open Sans"/>
                  <a:sym typeface="Open Sans"/>
                </a:rPr>
                <a:t> (Success/Fail/Cancelled).</a:t>
              </a:r>
              <a:endParaRPr dirty="0"/>
            </a:p>
          </p:txBody>
        </p:sp>
        <p:pic>
          <p:nvPicPr>
            <p:cNvPr id="55" name="Google Shape;206;p16" descr="image.png">
              <a:extLst>
                <a:ext uri="{FF2B5EF4-FFF2-40B4-BE49-F238E27FC236}">
                  <a16:creationId xmlns:a16="http://schemas.microsoft.com/office/drawing/2014/main" id="{52A3E28F-2B26-4DAC-BE1B-464D793806BC}"/>
                </a:ext>
              </a:extLst>
            </p:cNvPr>
            <p:cNvPicPr preferRelativeResize="0"/>
            <p:nvPr/>
          </p:nvPicPr>
          <p:blipFill rotWithShape="1">
            <a:blip r:embed="rId19">
              <a:alphaModFix/>
            </a:blip>
            <a:srcRect/>
            <a:stretch/>
          </p:blipFill>
          <p:spPr>
            <a:xfrm>
              <a:off x="6610350" y="5341441"/>
              <a:ext cx="190500" cy="152400"/>
            </a:xfrm>
            <a:prstGeom prst="rect">
              <a:avLst/>
            </a:prstGeom>
            <a:noFill/>
            <a:ln>
              <a:noFill/>
            </a:ln>
          </p:spPr>
        </p:pic>
        <p:sp>
          <p:nvSpPr>
            <p:cNvPr id="56" name="Google Shape;207;p16">
              <a:extLst>
                <a:ext uri="{FF2B5EF4-FFF2-40B4-BE49-F238E27FC236}">
                  <a16:creationId xmlns:a16="http://schemas.microsoft.com/office/drawing/2014/main" id="{95874BC2-5140-487E-9F2C-E8800D5F1CE7}"/>
                </a:ext>
              </a:extLst>
            </p:cNvPr>
            <p:cNvSpPr txBox="1"/>
            <p:nvPr/>
          </p:nvSpPr>
          <p:spPr>
            <a:xfrm>
              <a:off x="6991350" y="5246191"/>
              <a:ext cx="4050506" cy="14655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Roboto"/>
                  <a:cs typeface="Roboto"/>
                  <a:sym typeface="Roboto"/>
                </a:rPr>
                <a:t>10. </a:t>
              </a:r>
              <a:r>
                <a:rPr lang="vi-VN" sz="1200" b="1" i="0" u="none" strike="noStrike" cap="none" dirty="0">
                  <a:solidFill>
                    <a:srgbClr val="0F172A"/>
                  </a:solidFill>
                  <a:latin typeface="Roboto"/>
                  <a:ea typeface="Roboto"/>
                  <a:cs typeface="Roboto"/>
                  <a:sym typeface="Roboto"/>
                </a:rPr>
                <a:t>Nhóm chức năng</a:t>
              </a:r>
              <a:r>
                <a:rPr lang="vi-VN" sz="1200" b="1" dirty="0">
                  <a:solidFill>
                    <a:srgbClr val="0F172A"/>
                  </a:solidFill>
                  <a:latin typeface="Roboto"/>
                  <a:ea typeface="Roboto"/>
                  <a:cs typeface="Roboto"/>
                  <a:sym typeface="Roboto"/>
                </a:rPr>
                <a:t> q</a:t>
              </a:r>
              <a:r>
                <a:rPr lang="en-US" sz="1200" b="1" i="0" u="none" strike="noStrike" cap="none" dirty="0" err="1">
                  <a:solidFill>
                    <a:srgbClr val="0F172A"/>
                  </a:solidFill>
                  <a:latin typeface="Roboto"/>
                  <a:ea typeface="Roboto"/>
                  <a:cs typeface="Roboto"/>
                  <a:sym typeface="Roboto"/>
                </a:rPr>
                <a:t>uản</a:t>
              </a:r>
              <a:r>
                <a:rPr lang="en-US" sz="1200" b="1" i="0" u="none" strike="noStrike" cap="none" dirty="0">
                  <a:solidFill>
                    <a:srgbClr val="0F172A"/>
                  </a:solidFill>
                  <a:latin typeface="Roboto"/>
                  <a:ea typeface="Roboto"/>
                  <a:cs typeface="Roboto"/>
                  <a:sym typeface="Roboto"/>
                </a:rPr>
                <a:t> </a:t>
              </a:r>
              <a:r>
                <a:rPr lang="en-US" sz="1200" b="1" i="0" u="none" strike="noStrike" cap="none" dirty="0" err="1">
                  <a:solidFill>
                    <a:srgbClr val="0F172A"/>
                  </a:solidFill>
                  <a:latin typeface="Roboto"/>
                  <a:ea typeface="Roboto"/>
                  <a:cs typeface="Roboto"/>
                  <a:sym typeface="Roboto"/>
                </a:rPr>
                <a:t>trị</a:t>
              </a:r>
              <a:endParaRPr dirty="0"/>
            </a:p>
          </p:txBody>
        </p:sp>
        <p:sp>
          <p:nvSpPr>
            <p:cNvPr id="57" name="Google Shape;208;p16">
              <a:extLst>
                <a:ext uri="{FF2B5EF4-FFF2-40B4-BE49-F238E27FC236}">
                  <a16:creationId xmlns:a16="http://schemas.microsoft.com/office/drawing/2014/main" id="{E0DD319B-2472-4CAB-BC9C-3EC35EFDEA83}"/>
                </a:ext>
              </a:extLst>
            </p:cNvPr>
            <p:cNvSpPr txBox="1"/>
            <p:nvPr/>
          </p:nvSpPr>
          <p:spPr>
            <a:xfrm>
              <a:off x="6991350" y="5465266"/>
              <a:ext cx="3857625" cy="173235"/>
            </a:xfrm>
            <a:prstGeom prst="rect">
              <a:avLst/>
            </a:prstGeom>
            <a:noFill/>
            <a:ln>
              <a:noFill/>
            </a:ln>
          </p:spPr>
          <p:txBody>
            <a:bodyPr spcFirstLastPara="1" wrap="square" lIns="0" tIns="0" rIns="0" bIns="0" anchor="t" anchorCtr="0">
              <a:spAutoFit/>
            </a:bodyPr>
            <a:lstStyle/>
            <a:p>
              <a:pPr marL="0" marR="0" lvl="0" indent="0" algn="l" rtl="0">
                <a:lnSpc>
                  <a:spcPct val="129904"/>
                </a:lnSpc>
                <a:spcBef>
                  <a:spcPts val="0"/>
                </a:spcBef>
                <a:spcAft>
                  <a:spcPts val="0"/>
                </a:spcAft>
                <a:buNone/>
              </a:pPr>
              <a:r>
                <a:rPr lang="en-US" sz="1050" b="0" i="0" u="none" strike="noStrike" cap="none">
                  <a:solidFill>
                    <a:srgbClr val="64748B"/>
                  </a:solidFill>
                  <a:latin typeface="Open Sans"/>
                  <a:ea typeface="Open Sans"/>
                  <a:cs typeface="Open Sans"/>
                  <a:sym typeface="Open Sans"/>
                </a:rPr>
                <a:t>Quản lý người dùng, Dataset, Schema và Data Quality Rules.</a:t>
              </a:r>
              <a:endParaRPr/>
            </a:p>
          </p:txBody>
        </p:sp>
      </p:grpSp>
      <p:sp>
        <p:nvSpPr>
          <p:cNvPr id="66" name="2. Slide Title">
            <a:extLst>
              <a:ext uri="{FF2B5EF4-FFF2-40B4-BE49-F238E27FC236}">
                <a16:creationId xmlns:a16="http://schemas.microsoft.com/office/drawing/2014/main" id="{1045D623-B91E-4408-A668-091F7249E04E}"/>
              </a:ext>
            </a:extLst>
          </p:cNvPr>
          <p:cNvSpPr txBox="1">
            <a:spLocks/>
          </p:cNvSpPr>
          <p:nvPr>
            <p:custDataLst>
              <p:tags r:id="rId1"/>
            </p:custDataLst>
          </p:nvPr>
        </p:nvSpPr>
        <p:spPr>
          <a:xfrm>
            <a:off x="596085" y="267687"/>
            <a:ext cx="11082528" cy="61555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en-US" sz="4000" dirty="0" err="1">
                <a:solidFill>
                  <a:srgbClr val="F04E23"/>
                </a:solidFill>
                <a:latin typeface="+mn-lt"/>
                <a:ea typeface="Calibri" charset="0"/>
                <a:cs typeface="Calibri" panose="020F0502020204030204" pitchFamily="34" charset="0"/>
              </a:rPr>
              <a:t>Yêu</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cầu</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chức</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năng</a:t>
            </a:r>
            <a:endParaRPr lang="en-US" sz="4000" dirty="0">
              <a:solidFill>
                <a:srgbClr val="F04E23"/>
              </a:solidFill>
              <a:latin typeface="+mn-lt"/>
              <a:ea typeface="Calibri" charset="0"/>
              <a:cs typeface="Calibri" panose="020F0502020204030204" pitchFamily="34" charset="0"/>
            </a:endParaRPr>
          </a:p>
        </p:txBody>
      </p:sp>
    </p:spTree>
    <p:extLst>
      <p:ext uri="{BB962C8B-B14F-4D97-AF65-F5344CB8AC3E}">
        <p14:creationId xmlns:p14="http://schemas.microsoft.com/office/powerpoint/2010/main" val="860996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E86EA-095E-F12B-F0A3-8F08ABD162B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0EF18902-36AD-E669-9464-805287DA01BA}"/>
              </a:ext>
            </a:extLst>
          </p:cNvPr>
          <p:cNvSpPr>
            <a:spLocks noGrp="1"/>
          </p:cNvSpPr>
          <p:nvPr>
            <p:ph type="title"/>
          </p:nvPr>
        </p:nvSpPr>
        <p:spPr>
          <a:xfrm>
            <a:off x="527456" y="152400"/>
            <a:ext cx="10769600" cy="616857"/>
          </a:xfrm>
          <a:ln>
            <a:noFill/>
          </a:ln>
        </p:spPr>
        <p:txBody>
          <a:bodyPr>
            <a:noAutofit/>
          </a:bodyPr>
          <a:lstStyle/>
          <a:p>
            <a:pPr>
              <a:tabLst>
                <a:tab pos="228600" algn="l"/>
              </a:tabLst>
            </a:pPr>
            <a:r>
              <a:rPr lang="en-AU" sz="4000" dirty="0" err="1">
                <a:solidFill>
                  <a:srgbClr val="F04E23"/>
                </a:solidFill>
                <a:latin typeface="+mn-lt"/>
                <a:ea typeface="Calibri" charset="0"/>
                <a:cs typeface="Calibri" panose="020F0502020204030204" pitchFamily="34" charset="0"/>
              </a:rPr>
              <a:t>Yêu</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cầu</a:t>
            </a:r>
            <a:r>
              <a:rPr lang="en-AU" sz="4000" dirty="0">
                <a:solidFill>
                  <a:srgbClr val="F04E23"/>
                </a:solidFill>
                <a:latin typeface="+mn-lt"/>
                <a:ea typeface="Calibri" charset="0"/>
                <a:cs typeface="Calibri" panose="020F0502020204030204" pitchFamily="34" charset="0"/>
              </a:rPr>
              <a:t> phi </a:t>
            </a:r>
            <a:r>
              <a:rPr lang="en-AU" sz="4000" dirty="0" err="1">
                <a:solidFill>
                  <a:srgbClr val="F04E23"/>
                </a:solidFill>
                <a:latin typeface="+mn-lt"/>
                <a:ea typeface="Calibri" charset="0"/>
                <a:cs typeface="Calibri" panose="020F0502020204030204" pitchFamily="34" charset="0"/>
              </a:rPr>
              <a:t>ch</a:t>
            </a:r>
            <a:r>
              <a:rPr lang="en-US" sz="4000" dirty="0" err="1">
                <a:solidFill>
                  <a:srgbClr val="F04E23"/>
                </a:solidFill>
                <a:latin typeface="+mn-lt"/>
                <a:ea typeface="Calibri" charset="0"/>
                <a:cs typeface="Calibri" panose="020F0502020204030204" pitchFamily="34" charset="0"/>
              </a:rPr>
              <a:t>ức</a:t>
            </a:r>
            <a:r>
              <a:rPr lang="en-US" sz="4000" dirty="0">
                <a:solidFill>
                  <a:srgbClr val="F04E23"/>
                </a:solidFill>
                <a:latin typeface="+mn-lt"/>
                <a:ea typeface="Calibri" charset="0"/>
                <a:cs typeface="Calibri" panose="020F0502020204030204" pitchFamily="34" charset="0"/>
              </a:rPr>
              <a:t> </a:t>
            </a:r>
            <a:r>
              <a:rPr lang="en-US" sz="4000" dirty="0" err="1">
                <a:solidFill>
                  <a:srgbClr val="F04E23"/>
                </a:solidFill>
                <a:latin typeface="+mn-lt"/>
                <a:ea typeface="Calibri" charset="0"/>
                <a:cs typeface="Calibri" panose="020F0502020204030204" pitchFamily="34" charset="0"/>
              </a:rPr>
              <a:t>năng</a:t>
            </a:r>
            <a:endParaRPr lang="en-AU" sz="4000" dirty="0">
              <a:solidFill>
                <a:srgbClr val="F04E23"/>
              </a:solidFill>
              <a:latin typeface="+mn-lt"/>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9468C503-2346-4ADE-C4E0-9D0B7F638A4D}"/>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423F0A9A-1139-3E68-5AB4-BA496ECEEE9E}"/>
              </a:ext>
            </a:extLst>
          </p:cNvPr>
          <p:cNvGrpSpPr/>
          <p:nvPr/>
        </p:nvGrpSpPr>
        <p:grpSpPr>
          <a:xfrm>
            <a:off x="530860" y="1210945"/>
            <a:ext cx="10490200" cy="4927600"/>
            <a:chOff x="571500" y="1038225"/>
            <a:chExt cx="11049000" cy="5791200"/>
          </a:xfrm>
        </p:grpSpPr>
        <p:pic>
          <p:nvPicPr>
            <p:cNvPr id="6" name="Google Shape;216;p17" descr="image.png">
              <a:extLst>
                <a:ext uri="{FF2B5EF4-FFF2-40B4-BE49-F238E27FC236}">
                  <a16:creationId xmlns:a16="http://schemas.microsoft.com/office/drawing/2014/main" id="{2D78672A-F5C6-41F7-A16C-D8930FECE87B}"/>
                </a:ext>
              </a:extLst>
            </p:cNvPr>
            <p:cNvPicPr preferRelativeResize="0"/>
            <p:nvPr/>
          </p:nvPicPr>
          <p:blipFill rotWithShape="1">
            <a:blip r:embed="rId3">
              <a:alphaModFix/>
            </a:blip>
            <a:srcRect/>
            <a:stretch/>
          </p:blipFill>
          <p:spPr>
            <a:xfrm>
              <a:off x="571500" y="1038225"/>
              <a:ext cx="5429250" cy="1304925"/>
            </a:xfrm>
            <a:prstGeom prst="rect">
              <a:avLst/>
            </a:prstGeom>
            <a:noFill/>
            <a:ln>
              <a:noFill/>
            </a:ln>
          </p:spPr>
        </p:pic>
        <p:pic>
          <p:nvPicPr>
            <p:cNvPr id="7" name="Google Shape;217;p17" descr="image.png">
              <a:extLst>
                <a:ext uri="{FF2B5EF4-FFF2-40B4-BE49-F238E27FC236}">
                  <a16:creationId xmlns:a16="http://schemas.microsoft.com/office/drawing/2014/main" id="{C8B84F3B-24C8-44ED-824D-AAC91057E5F0}"/>
                </a:ext>
              </a:extLst>
            </p:cNvPr>
            <p:cNvPicPr preferRelativeResize="0"/>
            <p:nvPr/>
          </p:nvPicPr>
          <p:blipFill rotWithShape="1">
            <a:blip r:embed="rId4">
              <a:alphaModFix/>
            </a:blip>
            <a:srcRect/>
            <a:stretch/>
          </p:blipFill>
          <p:spPr>
            <a:xfrm>
              <a:off x="6191250" y="1038225"/>
              <a:ext cx="5429250" cy="1304925"/>
            </a:xfrm>
            <a:prstGeom prst="rect">
              <a:avLst/>
            </a:prstGeom>
            <a:noFill/>
            <a:ln>
              <a:noFill/>
            </a:ln>
          </p:spPr>
        </p:pic>
        <p:pic>
          <p:nvPicPr>
            <p:cNvPr id="8" name="Google Shape;218;p17" descr="image.png">
              <a:extLst>
                <a:ext uri="{FF2B5EF4-FFF2-40B4-BE49-F238E27FC236}">
                  <a16:creationId xmlns:a16="http://schemas.microsoft.com/office/drawing/2014/main" id="{BC51009F-90A6-4790-AAB8-F86EDCCA86F9}"/>
                </a:ext>
              </a:extLst>
            </p:cNvPr>
            <p:cNvPicPr preferRelativeResize="0"/>
            <p:nvPr/>
          </p:nvPicPr>
          <p:blipFill rotWithShape="1">
            <a:blip r:embed="rId4">
              <a:alphaModFix/>
            </a:blip>
            <a:srcRect/>
            <a:stretch/>
          </p:blipFill>
          <p:spPr>
            <a:xfrm>
              <a:off x="571500" y="2533650"/>
              <a:ext cx="5429250" cy="1304925"/>
            </a:xfrm>
            <a:prstGeom prst="rect">
              <a:avLst/>
            </a:prstGeom>
            <a:noFill/>
            <a:ln>
              <a:noFill/>
            </a:ln>
          </p:spPr>
        </p:pic>
        <p:pic>
          <p:nvPicPr>
            <p:cNvPr id="9" name="Google Shape;219;p17" descr="image.png">
              <a:extLst>
                <a:ext uri="{FF2B5EF4-FFF2-40B4-BE49-F238E27FC236}">
                  <a16:creationId xmlns:a16="http://schemas.microsoft.com/office/drawing/2014/main" id="{1A570F25-13E7-40F2-A07B-FB61E0B7F0A6}"/>
                </a:ext>
              </a:extLst>
            </p:cNvPr>
            <p:cNvPicPr preferRelativeResize="0"/>
            <p:nvPr/>
          </p:nvPicPr>
          <p:blipFill rotWithShape="1">
            <a:blip r:embed="rId4">
              <a:alphaModFix/>
            </a:blip>
            <a:srcRect/>
            <a:stretch/>
          </p:blipFill>
          <p:spPr>
            <a:xfrm>
              <a:off x="6191250" y="2533650"/>
              <a:ext cx="5429250" cy="1304925"/>
            </a:xfrm>
            <a:prstGeom prst="rect">
              <a:avLst/>
            </a:prstGeom>
            <a:noFill/>
            <a:ln>
              <a:noFill/>
            </a:ln>
          </p:spPr>
        </p:pic>
        <p:pic>
          <p:nvPicPr>
            <p:cNvPr id="10" name="Google Shape;220;p17" descr="image.png">
              <a:extLst>
                <a:ext uri="{FF2B5EF4-FFF2-40B4-BE49-F238E27FC236}">
                  <a16:creationId xmlns:a16="http://schemas.microsoft.com/office/drawing/2014/main" id="{3043DF3C-C947-4A68-B6C8-9A9E1503C4B0}"/>
                </a:ext>
              </a:extLst>
            </p:cNvPr>
            <p:cNvPicPr preferRelativeResize="0"/>
            <p:nvPr/>
          </p:nvPicPr>
          <p:blipFill rotWithShape="1">
            <a:blip r:embed="rId5">
              <a:alphaModFix/>
            </a:blip>
            <a:srcRect/>
            <a:stretch/>
          </p:blipFill>
          <p:spPr>
            <a:xfrm>
              <a:off x="571500" y="4029075"/>
              <a:ext cx="5429250" cy="1304925"/>
            </a:xfrm>
            <a:prstGeom prst="rect">
              <a:avLst/>
            </a:prstGeom>
            <a:noFill/>
            <a:ln>
              <a:noFill/>
            </a:ln>
          </p:spPr>
        </p:pic>
        <p:pic>
          <p:nvPicPr>
            <p:cNvPr id="11" name="Google Shape;221;p17" descr="image.png">
              <a:extLst>
                <a:ext uri="{FF2B5EF4-FFF2-40B4-BE49-F238E27FC236}">
                  <a16:creationId xmlns:a16="http://schemas.microsoft.com/office/drawing/2014/main" id="{FB19F350-B36B-4B35-B9F4-641C242186E9}"/>
                </a:ext>
              </a:extLst>
            </p:cNvPr>
            <p:cNvPicPr preferRelativeResize="0"/>
            <p:nvPr/>
          </p:nvPicPr>
          <p:blipFill rotWithShape="1">
            <a:blip r:embed="rId4">
              <a:alphaModFix/>
            </a:blip>
            <a:srcRect/>
            <a:stretch/>
          </p:blipFill>
          <p:spPr>
            <a:xfrm>
              <a:off x="6191250" y="4029075"/>
              <a:ext cx="5429250" cy="1304925"/>
            </a:xfrm>
            <a:prstGeom prst="rect">
              <a:avLst/>
            </a:prstGeom>
            <a:noFill/>
            <a:ln>
              <a:noFill/>
            </a:ln>
          </p:spPr>
        </p:pic>
        <p:pic>
          <p:nvPicPr>
            <p:cNvPr id="13" name="Google Shape;222;p17" descr="image.png">
              <a:extLst>
                <a:ext uri="{FF2B5EF4-FFF2-40B4-BE49-F238E27FC236}">
                  <a16:creationId xmlns:a16="http://schemas.microsoft.com/office/drawing/2014/main" id="{A247B372-ACDE-4EA8-B4A3-DF1F2AFE7C9B}"/>
                </a:ext>
              </a:extLst>
            </p:cNvPr>
            <p:cNvPicPr preferRelativeResize="0"/>
            <p:nvPr/>
          </p:nvPicPr>
          <p:blipFill rotWithShape="1">
            <a:blip r:embed="rId3">
              <a:alphaModFix/>
            </a:blip>
            <a:srcRect/>
            <a:stretch/>
          </p:blipFill>
          <p:spPr>
            <a:xfrm>
              <a:off x="571500" y="5524500"/>
              <a:ext cx="5429250" cy="1304925"/>
            </a:xfrm>
            <a:prstGeom prst="rect">
              <a:avLst/>
            </a:prstGeom>
            <a:noFill/>
            <a:ln>
              <a:noFill/>
            </a:ln>
          </p:spPr>
        </p:pic>
        <p:pic>
          <p:nvPicPr>
            <p:cNvPr id="14" name="Google Shape;223;p17" descr="image.png">
              <a:extLst>
                <a:ext uri="{FF2B5EF4-FFF2-40B4-BE49-F238E27FC236}">
                  <a16:creationId xmlns:a16="http://schemas.microsoft.com/office/drawing/2014/main" id="{0436A814-7CA8-446A-82B2-5F701000AFF0}"/>
                </a:ext>
              </a:extLst>
            </p:cNvPr>
            <p:cNvPicPr preferRelativeResize="0"/>
            <p:nvPr/>
          </p:nvPicPr>
          <p:blipFill rotWithShape="1">
            <a:blip r:embed="rId4">
              <a:alphaModFix/>
            </a:blip>
            <a:srcRect/>
            <a:stretch/>
          </p:blipFill>
          <p:spPr>
            <a:xfrm>
              <a:off x="6191250" y="5524500"/>
              <a:ext cx="5429250" cy="1304925"/>
            </a:xfrm>
            <a:prstGeom prst="rect">
              <a:avLst/>
            </a:prstGeom>
            <a:noFill/>
            <a:ln>
              <a:noFill/>
            </a:ln>
          </p:spPr>
        </p:pic>
        <p:sp>
          <p:nvSpPr>
            <p:cNvPr id="15" name="Google Shape;224;p17">
              <a:extLst>
                <a:ext uri="{FF2B5EF4-FFF2-40B4-BE49-F238E27FC236}">
                  <a16:creationId xmlns:a16="http://schemas.microsoft.com/office/drawing/2014/main" id="{BB1B437D-BD33-4CD7-AB74-CB7880362400}"/>
                </a:ext>
              </a:extLst>
            </p:cNvPr>
            <p:cNvSpPr txBox="1"/>
            <p:nvPr/>
          </p:nvSpPr>
          <p:spPr>
            <a:xfrm>
              <a:off x="723900" y="1562100"/>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200" b="0" i="0" u="none" strike="noStrike" cap="none" dirty="0">
                  <a:solidFill>
                    <a:srgbClr val="005088"/>
                  </a:solidFill>
                  <a:latin typeface="Open Sans SemiBold"/>
                  <a:ea typeface="Open Sans SemiBold"/>
                  <a:cs typeface="Open Sans SemiBold"/>
                  <a:sym typeface="Open Sans SemiBold"/>
                </a:rPr>
                <a:t>File raw lưu </a:t>
              </a:r>
              <a:r>
                <a:rPr lang="en-US" sz="1200" b="0" i="0" u="none" strike="noStrike" cap="none" dirty="0">
                  <a:solidFill>
                    <a:srgbClr val="005088"/>
                  </a:solidFill>
                  <a:latin typeface="Open Sans SemiBold"/>
                  <a:ea typeface="Open Sans SemiBold"/>
                  <a:cs typeface="Open Sans SemiBold"/>
                  <a:sym typeface="Open Sans SemiBold"/>
                </a:rPr>
                <a:t>3 </a:t>
              </a:r>
              <a:r>
                <a:rPr lang="vi-VN" sz="1200" b="0" i="0" u="none" strike="noStrike" cap="none" dirty="0">
                  <a:solidFill>
                    <a:srgbClr val="005088"/>
                  </a:solidFill>
                  <a:latin typeface="Open Sans SemiBold"/>
                  <a:ea typeface="Open Sans SemiBold"/>
                  <a:cs typeface="Open Sans SemiBold"/>
                  <a:sym typeface="Open Sans SemiBold"/>
                </a:rPr>
                <a:t>Tháng, dữ liệu ingest lưu 1 năm</a:t>
              </a:r>
              <a:endParaRPr sz="1200" dirty="0"/>
            </a:p>
          </p:txBody>
        </p:sp>
        <p:pic>
          <p:nvPicPr>
            <p:cNvPr id="16" name="Google Shape;225;p17" descr="image.png">
              <a:extLst>
                <a:ext uri="{FF2B5EF4-FFF2-40B4-BE49-F238E27FC236}">
                  <a16:creationId xmlns:a16="http://schemas.microsoft.com/office/drawing/2014/main" id="{772400C8-255C-4767-9299-557843655DCE}"/>
                </a:ext>
              </a:extLst>
            </p:cNvPr>
            <p:cNvPicPr preferRelativeResize="0"/>
            <p:nvPr/>
          </p:nvPicPr>
          <p:blipFill rotWithShape="1">
            <a:blip r:embed="rId6">
              <a:alphaModFix/>
            </a:blip>
            <a:srcRect/>
            <a:stretch/>
          </p:blipFill>
          <p:spPr>
            <a:xfrm>
              <a:off x="723900" y="1943101"/>
              <a:ext cx="1371600" cy="247650"/>
            </a:xfrm>
            <a:prstGeom prst="rect">
              <a:avLst/>
            </a:prstGeom>
            <a:noFill/>
            <a:ln>
              <a:noFill/>
            </a:ln>
          </p:spPr>
        </p:pic>
        <p:sp>
          <p:nvSpPr>
            <p:cNvPr id="17" name="Google Shape;226;p17">
              <a:extLst>
                <a:ext uri="{FF2B5EF4-FFF2-40B4-BE49-F238E27FC236}">
                  <a16:creationId xmlns:a16="http://schemas.microsoft.com/office/drawing/2014/main" id="{D19C0F93-BD80-4CC8-B419-A662E83260E2}"/>
                </a:ext>
              </a:extLst>
            </p:cNvPr>
            <p:cNvSpPr txBox="1"/>
            <p:nvPr/>
          </p:nvSpPr>
          <p:spPr>
            <a:xfrm>
              <a:off x="6343650" y="1562100"/>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005088"/>
                  </a:solidFill>
                  <a:latin typeface="Open Sans SemiBold"/>
                  <a:ea typeface="Open Sans SemiBold"/>
                  <a:cs typeface="Open Sans SemiBold"/>
                  <a:sym typeface="Open Sans SemiBold"/>
                </a:rPr>
                <a:t>XML, CSV, Excel</a:t>
              </a:r>
              <a:endParaRPr sz="1200" dirty="0"/>
            </a:p>
          </p:txBody>
        </p:sp>
        <p:pic>
          <p:nvPicPr>
            <p:cNvPr id="18" name="Google Shape;227;p17" descr="image.png">
              <a:extLst>
                <a:ext uri="{FF2B5EF4-FFF2-40B4-BE49-F238E27FC236}">
                  <a16:creationId xmlns:a16="http://schemas.microsoft.com/office/drawing/2014/main" id="{F8590895-3BCC-4857-BAB5-36A5A4D61918}"/>
                </a:ext>
              </a:extLst>
            </p:cNvPr>
            <p:cNvPicPr preferRelativeResize="0"/>
            <p:nvPr/>
          </p:nvPicPr>
          <p:blipFill rotWithShape="1">
            <a:blip r:embed="rId7">
              <a:alphaModFix/>
            </a:blip>
            <a:srcRect/>
            <a:stretch/>
          </p:blipFill>
          <p:spPr>
            <a:xfrm>
              <a:off x="6343650" y="1943100"/>
              <a:ext cx="2019300" cy="247650"/>
            </a:xfrm>
            <a:prstGeom prst="rect">
              <a:avLst/>
            </a:prstGeom>
            <a:noFill/>
            <a:ln>
              <a:noFill/>
            </a:ln>
          </p:spPr>
        </p:pic>
        <p:sp>
          <p:nvSpPr>
            <p:cNvPr id="19" name="Google Shape;228;p17">
              <a:extLst>
                <a:ext uri="{FF2B5EF4-FFF2-40B4-BE49-F238E27FC236}">
                  <a16:creationId xmlns:a16="http://schemas.microsoft.com/office/drawing/2014/main" id="{59C35B78-2942-4FF2-B8AC-314BB8B40770}"/>
                </a:ext>
              </a:extLst>
            </p:cNvPr>
            <p:cNvSpPr txBox="1"/>
            <p:nvPr/>
          </p:nvSpPr>
          <p:spPr>
            <a:xfrm>
              <a:off x="723900" y="3012064"/>
              <a:ext cx="5124450" cy="694496"/>
            </a:xfrm>
            <a:prstGeom prst="rect">
              <a:avLst/>
            </a:prstGeom>
            <a:noFill/>
            <a:ln>
              <a:noFill/>
            </a:ln>
          </p:spPr>
          <p:txBody>
            <a:bodyPr spcFirstLastPara="1" wrap="square" lIns="0" tIns="0" rIns="0" bIns="0" anchor="t" anchorCtr="0">
              <a:spAutoFit/>
            </a:bodyPr>
            <a:lstStyle/>
            <a:p>
              <a:pPr>
                <a:lnSpc>
                  <a:spcPct val="160000"/>
                </a:lnSpc>
              </a:pPr>
              <a:r>
                <a:rPr lang="en-US" sz="1200" dirty="0" err="1">
                  <a:solidFill>
                    <a:srgbClr val="005088"/>
                  </a:solidFill>
                  <a:latin typeface="Open Sans SemiBold"/>
                  <a:ea typeface="Open Sans SemiBold"/>
                  <a:cs typeface="Open Sans SemiBold"/>
                  <a:sym typeface="Open Sans SemiBold"/>
                </a:rPr>
                <a:t>Cấu</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hình</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theo</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từng</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loại</a:t>
              </a:r>
              <a:r>
                <a:rPr lang="en-US" sz="1200" dirty="0">
                  <a:solidFill>
                    <a:srgbClr val="005088"/>
                  </a:solidFill>
                  <a:latin typeface="Open Sans SemiBold"/>
                  <a:ea typeface="Open Sans SemiBold"/>
                  <a:cs typeface="Open Sans SemiBold"/>
                  <a:sym typeface="Open Sans SemiBold"/>
                </a:rPr>
                <a:t> file </a:t>
              </a:r>
              <a:r>
                <a:rPr lang="en-US" sz="1200" dirty="0" err="1">
                  <a:solidFill>
                    <a:srgbClr val="005088"/>
                  </a:solidFill>
                  <a:latin typeface="Open Sans SemiBold"/>
                  <a:ea typeface="Open Sans SemiBold"/>
                  <a:cs typeface="Open Sans SemiBold"/>
                  <a:sym typeface="Open Sans SemiBold"/>
                </a:rPr>
                <a:t>cụ</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thể</a:t>
              </a:r>
              <a:endParaRPr lang="vi-VN" sz="1200" dirty="0">
                <a:solidFill>
                  <a:srgbClr val="005088"/>
                </a:solidFill>
                <a:latin typeface="Open Sans SemiBold"/>
                <a:ea typeface="Open Sans SemiBold"/>
                <a:cs typeface="Open Sans SemiBold"/>
                <a:sym typeface="Open Sans SemiBold"/>
              </a:endParaRPr>
            </a:p>
            <a:p>
              <a:pPr>
                <a:lnSpc>
                  <a:spcPct val="160000"/>
                </a:lnSpc>
              </a:pPr>
              <a:r>
                <a:rPr lang="vi-VN" sz="1200" dirty="0">
                  <a:solidFill>
                    <a:srgbClr val="005088"/>
                  </a:solidFill>
                  <a:latin typeface="Open Sans SemiBold"/>
                  <a:ea typeface="Open Sans SemiBold"/>
                  <a:cs typeface="Open Sans SemiBold"/>
                  <a:sym typeface="Open Sans SemiBold"/>
                </a:rPr>
                <a:t>T</a:t>
              </a:r>
              <a:r>
                <a:rPr lang="en-US" sz="1200" dirty="0" err="1">
                  <a:solidFill>
                    <a:srgbClr val="005088"/>
                  </a:solidFill>
                  <a:latin typeface="Open Sans SemiBold"/>
                  <a:ea typeface="Open Sans SemiBold"/>
                  <a:cs typeface="Open Sans SemiBold"/>
                  <a:sym typeface="Open Sans SemiBold"/>
                </a:rPr>
                <a:t>ối</a:t>
              </a:r>
              <a:r>
                <a:rPr lang="en-US" sz="1200" dirty="0">
                  <a:solidFill>
                    <a:srgbClr val="005088"/>
                  </a:solidFill>
                  <a:latin typeface="Open Sans SemiBold"/>
                  <a:ea typeface="Open Sans SemiBold"/>
                  <a:cs typeface="Open Sans SemiBold"/>
                  <a:sym typeface="Open Sans SemiBold"/>
                </a:rPr>
                <a:t> </a:t>
              </a:r>
              <a:r>
                <a:rPr lang="en-US" sz="1200" dirty="0" err="1">
                  <a:solidFill>
                    <a:srgbClr val="005088"/>
                  </a:solidFill>
                  <a:latin typeface="Open Sans SemiBold"/>
                  <a:ea typeface="Open Sans SemiBold"/>
                  <a:cs typeface="Open Sans SemiBold"/>
                  <a:sym typeface="Open Sans SemiBold"/>
                </a:rPr>
                <a:t>đa</a:t>
              </a:r>
              <a:r>
                <a:rPr lang="en-US" sz="1200" dirty="0">
                  <a:solidFill>
                    <a:srgbClr val="005088"/>
                  </a:solidFill>
                  <a:latin typeface="Open Sans SemiBold"/>
                  <a:ea typeface="Open Sans SemiBold"/>
                  <a:cs typeface="Open Sans SemiBold"/>
                  <a:sym typeface="Open Sans SemiBold"/>
                </a:rPr>
                <a:t> </a:t>
              </a:r>
              <a:r>
                <a:rPr lang="vi-VN" sz="1200" dirty="0">
                  <a:solidFill>
                    <a:srgbClr val="005088"/>
                  </a:solidFill>
                  <a:latin typeface="Open Sans SemiBold"/>
                  <a:ea typeface="Open Sans SemiBold"/>
                  <a:cs typeface="Open Sans SemiBold"/>
                  <a:sym typeface="Open Sans SemiBold"/>
                </a:rPr>
                <a:t>1</a:t>
              </a:r>
              <a:r>
                <a:rPr lang="en-US" sz="1200" dirty="0">
                  <a:solidFill>
                    <a:srgbClr val="005088"/>
                  </a:solidFill>
                  <a:latin typeface="Open Sans SemiBold"/>
                  <a:ea typeface="Open Sans SemiBold"/>
                  <a:cs typeface="Open Sans SemiBold"/>
                  <a:sym typeface="Open Sans SemiBold"/>
                </a:rPr>
                <a:t> GB</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lần</a:t>
              </a:r>
              <a:r>
                <a:rPr lang="en-US" sz="1200" b="0" i="0" u="none" strike="noStrike" cap="none" dirty="0">
                  <a:solidFill>
                    <a:srgbClr val="005088"/>
                  </a:solidFill>
                  <a:latin typeface="Open Sans SemiBold"/>
                  <a:ea typeface="Open Sans SemiBold"/>
                  <a:cs typeface="Open Sans SemiBold"/>
                  <a:sym typeface="Open Sans SemiBold"/>
                </a:rPr>
                <a:t> upload, 10 files/</a:t>
              </a:r>
              <a:r>
                <a:rPr lang="en-US" sz="1200" b="0" i="0" u="none" strike="noStrike" cap="none" dirty="0" err="1">
                  <a:solidFill>
                    <a:srgbClr val="005088"/>
                  </a:solidFill>
                  <a:latin typeface="Open Sans SemiBold"/>
                  <a:ea typeface="Open Sans SemiBold"/>
                  <a:cs typeface="Open Sans SemiBold"/>
                  <a:sym typeface="Open Sans SemiBold"/>
                </a:rPr>
                <a:t>lần</a:t>
              </a:r>
              <a:r>
                <a:rPr lang="en-US" sz="1200" b="0" i="0" u="none" strike="noStrike" cap="none" dirty="0">
                  <a:solidFill>
                    <a:srgbClr val="005088"/>
                  </a:solidFill>
                  <a:latin typeface="Open Sans SemiBold"/>
                  <a:ea typeface="Open Sans SemiBold"/>
                  <a:cs typeface="Open Sans SemiBold"/>
                  <a:sym typeface="Open Sans SemiBold"/>
                </a:rPr>
                <a:t> upload</a:t>
              </a:r>
              <a:endParaRPr sz="1200" dirty="0"/>
            </a:p>
          </p:txBody>
        </p:sp>
        <p:sp>
          <p:nvSpPr>
            <p:cNvPr id="21" name="Google Shape;230;p17">
              <a:extLst>
                <a:ext uri="{FF2B5EF4-FFF2-40B4-BE49-F238E27FC236}">
                  <a16:creationId xmlns:a16="http://schemas.microsoft.com/office/drawing/2014/main" id="{DD1BDF32-A9D1-430D-A072-D765BCB6F637}"/>
                </a:ext>
              </a:extLst>
            </p:cNvPr>
            <p:cNvSpPr txBox="1"/>
            <p:nvPr/>
          </p:nvSpPr>
          <p:spPr>
            <a:xfrm>
              <a:off x="6400187" y="3048000"/>
              <a:ext cx="5124450" cy="6944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005088"/>
                  </a:solidFill>
                  <a:latin typeface="Open Sans SemiBold"/>
                  <a:ea typeface="Open Sans SemiBold"/>
                  <a:cs typeface="Open Sans SemiBold"/>
                  <a:sym typeface="Open Sans SemiBold"/>
                </a:rPr>
                <a:t>Limit </a:t>
              </a:r>
              <a:r>
                <a:rPr lang="vi-VN" sz="1200" b="0" i="0" u="none" strike="noStrike" cap="none" dirty="0">
                  <a:solidFill>
                    <a:srgbClr val="005088"/>
                  </a:solidFill>
                  <a:latin typeface="Open Sans SemiBold"/>
                  <a:ea typeface="Open Sans SemiBold"/>
                  <a:cs typeface="Open Sans SemiBold"/>
                  <a:sym typeface="Open Sans SemiBold"/>
                </a:rPr>
                <a:t>1</a:t>
              </a:r>
              <a:r>
                <a:rPr lang="en-US" sz="1200" b="0" i="0" u="none" strike="noStrike" cap="none" dirty="0">
                  <a:solidFill>
                    <a:srgbClr val="005088"/>
                  </a:solidFill>
                  <a:latin typeface="Open Sans SemiBold"/>
                  <a:ea typeface="Open Sans SemiBold"/>
                  <a:cs typeface="Open Sans SemiBold"/>
                  <a:sym typeface="Open Sans SemiBold"/>
                </a:rPr>
                <a:t>0 req</a:t>
              </a:r>
              <a:r>
                <a:rPr lang="vi-VN" sz="1200" b="0" i="0" u="none" strike="noStrike" cap="none" dirty="0">
                  <a:solidFill>
                    <a:srgbClr val="005088"/>
                  </a:solidFill>
                  <a:latin typeface="Open Sans SemiBold"/>
                  <a:ea typeface="Open Sans SemiBold"/>
                  <a:cs typeface="Open Sans SemiBold"/>
                  <a:sym typeface="Open Sans SemiBold"/>
                </a:rPr>
                <a:t> upload</a:t>
              </a:r>
              <a:r>
                <a:rPr lang="en-US" sz="1200" b="0" i="0" u="none" strike="noStrike" cap="none" dirty="0">
                  <a:solidFill>
                    <a:srgbClr val="005088"/>
                  </a:solidFill>
                  <a:latin typeface="Open Sans SemiBold"/>
                  <a:ea typeface="Open Sans SemiBold"/>
                  <a:cs typeface="Open Sans SemiBold"/>
                  <a:sym typeface="Open Sans SemiBold"/>
                </a:rPr>
                <a:t>/</a:t>
              </a:r>
              <a:r>
                <a:rPr lang="vi-VN" sz="1200" b="0" i="0" u="none" strike="noStrike" cap="none" dirty="0">
                  <a:solidFill>
                    <a:srgbClr val="005088"/>
                  </a:solidFill>
                  <a:latin typeface="Open Sans SemiBold"/>
                  <a:ea typeface="Open Sans SemiBold"/>
                  <a:cs typeface="Open Sans SemiBold"/>
                  <a:sym typeface="Open Sans SemiBold"/>
                </a:rPr>
                <a:t>phút</a:t>
              </a:r>
            </a:p>
            <a:p>
              <a:pPr marL="0" marR="0" lvl="0" indent="0" algn="l" rtl="0">
                <a:lnSpc>
                  <a:spcPct val="160000"/>
                </a:lnSpc>
                <a:spcBef>
                  <a:spcPts val="0"/>
                </a:spcBef>
                <a:spcAft>
                  <a:spcPts val="0"/>
                </a:spcAft>
                <a:buNone/>
              </a:pPr>
              <a:r>
                <a:rPr lang="vi-VN" sz="1200" dirty="0">
                  <a:solidFill>
                    <a:srgbClr val="005088"/>
                  </a:solidFill>
                  <a:latin typeface="Open Sans SemiBold"/>
                  <a:sym typeface="Open Sans SemiBold"/>
                </a:rPr>
                <a:t>Limit 5 job validate chạy đồng thời</a:t>
              </a:r>
              <a:endParaRPr sz="1200" dirty="0"/>
            </a:p>
          </p:txBody>
        </p:sp>
        <p:sp>
          <p:nvSpPr>
            <p:cNvPr id="23" name="Google Shape;232;p17">
              <a:extLst>
                <a:ext uri="{FF2B5EF4-FFF2-40B4-BE49-F238E27FC236}">
                  <a16:creationId xmlns:a16="http://schemas.microsoft.com/office/drawing/2014/main" id="{2167EE31-0437-437F-985C-B7AFB9C9DBFC}"/>
                </a:ext>
              </a:extLst>
            </p:cNvPr>
            <p:cNvSpPr txBox="1"/>
            <p:nvPr/>
          </p:nvSpPr>
          <p:spPr>
            <a:xfrm>
              <a:off x="723900" y="4552950"/>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005088"/>
                  </a:solidFill>
                  <a:latin typeface="Open Sans SemiBold"/>
                  <a:ea typeface="Open Sans SemiBold"/>
                  <a:cs typeface="Open Sans SemiBold"/>
                  <a:sym typeface="Open Sans SemiBold"/>
                </a:rPr>
                <a:t>Hỗ</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trợ</a:t>
              </a:r>
              <a:r>
                <a:rPr lang="vi-VN" sz="1200" b="0" i="0" u="none" strike="noStrike" cap="none" dirty="0">
                  <a:solidFill>
                    <a:srgbClr val="005088"/>
                  </a:solidFill>
                  <a:latin typeface="Open Sans SemiBold"/>
                  <a:ea typeface="Open Sans SemiBold"/>
                  <a:cs typeface="Open Sans SemiBold"/>
                  <a:sym typeface="Open Sans SemiBold"/>
                </a:rPr>
                <a:t> multi-part upload/resume</a:t>
              </a:r>
              <a:endParaRPr sz="1200" dirty="0"/>
            </a:p>
          </p:txBody>
        </p:sp>
        <p:pic>
          <p:nvPicPr>
            <p:cNvPr id="24" name="Google Shape;233;p17" descr="image.png">
              <a:extLst>
                <a:ext uri="{FF2B5EF4-FFF2-40B4-BE49-F238E27FC236}">
                  <a16:creationId xmlns:a16="http://schemas.microsoft.com/office/drawing/2014/main" id="{A193C247-5F2F-47B7-881B-8E0156135C1F}"/>
                </a:ext>
              </a:extLst>
            </p:cNvPr>
            <p:cNvPicPr preferRelativeResize="0"/>
            <p:nvPr/>
          </p:nvPicPr>
          <p:blipFill rotWithShape="1">
            <a:blip r:embed="rId8">
              <a:alphaModFix/>
            </a:blip>
            <a:srcRect/>
            <a:stretch/>
          </p:blipFill>
          <p:spPr>
            <a:xfrm>
              <a:off x="723900" y="4933950"/>
              <a:ext cx="1905000" cy="247650"/>
            </a:xfrm>
            <a:prstGeom prst="rect">
              <a:avLst/>
            </a:prstGeom>
            <a:noFill/>
            <a:ln>
              <a:noFill/>
            </a:ln>
          </p:spPr>
        </p:pic>
        <p:sp>
          <p:nvSpPr>
            <p:cNvPr id="25" name="Google Shape;234;p17">
              <a:extLst>
                <a:ext uri="{FF2B5EF4-FFF2-40B4-BE49-F238E27FC236}">
                  <a16:creationId xmlns:a16="http://schemas.microsoft.com/office/drawing/2014/main" id="{4CF169CA-3960-4520-8517-AF5F2333D4AE}"/>
                </a:ext>
              </a:extLst>
            </p:cNvPr>
            <p:cNvSpPr txBox="1"/>
            <p:nvPr/>
          </p:nvSpPr>
          <p:spPr>
            <a:xfrm>
              <a:off x="6477000" y="4552608"/>
              <a:ext cx="5124450" cy="6944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005088"/>
                  </a:solidFill>
                  <a:latin typeface="Open Sans SemiBold"/>
                  <a:ea typeface="Open Sans SemiBold"/>
                  <a:cs typeface="Open Sans SemiBold"/>
                  <a:sym typeface="Open Sans SemiBold"/>
                </a:rPr>
                <a:t>Thời</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gian</a:t>
              </a:r>
              <a:r>
                <a:rPr lang="en-US" sz="1200" b="0" i="0" u="none" strike="noStrike" cap="none" dirty="0">
                  <a:solidFill>
                    <a:srgbClr val="005088"/>
                  </a:solidFill>
                  <a:latin typeface="Open Sans SemiBold"/>
                  <a:ea typeface="Open Sans SemiBold"/>
                  <a:cs typeface="Open Sans SemiBold"/>
                  <a:sym typeface="Open Sans SemiBold"/>
                </a:rPr>
                <a:t> validate, ingest </a:t>
              </a:r>
              <a:r>
                <a:rPr lang="en-US" sz="1200" b="0" i="0" u="none" strike="noStrike" cap="none" dirty="0" err="1">
                  <a:solidFill>
                    <a:srgbClr val="005088"/>
                  </a:solidFill>
                  <a:latin typeface="Open Sans SemiBold"/>
                  <a:ea typeface="Open Sans SemiBold"/>
                  <a:cs typeface="Open Sans SemiBold"/>
                  <a:sym typeface="Open Sans SemiBold"/>
                </a:rPr>
                <a:t>không</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quá</a:t>
              </a:r>
              <a:r>
                <a:rPr lang="en-US" sz="1200" b="0" i="0" u="none" strike="noStrike" cap="none" dirty="0">
                  <a:solidFill>
                    <a:srgbClr val="005088"/>
                  </a:solidFill>
                  <a:latin typeface="Open Sans SemiBold"/>
                  <a:ea typeface="Open Sans SemiBold"/>
                  <a:cs typeface="Open Sans SemiBold"/>
                  <a:sym typeface="Open Sans SemiBold"/>
                </a:rPr>
                <a:t> 15 </a:t>
              </a:r>
              <a:r>
                <a:rPr lang="en-US" sz="1200" b="0" i="0" u="none" strike="noStrike" cap="none" dirty="0" err="1">
                  <a:solidFill>
                    <a:srgbClr val="005088"/>
                  </a:solidFill>
                  <a:latin typeface="Open Sans SemiBold"/>
                  <a:ea typeface="Open Sans SemiBold"/>
                  <a:cs typeface="Open Sans SemiBold"/>
                  <a:sym typeface="Open Sans SemiBold"/>
                </a:rPr>
                <a:t>phút</a:t>
              </a:r>
              <a:endParaRPr lang="vi-VN" sz="1200" b="0" i="0" u="none" strike="noStrike" cap="none" dirty="0">
                <a:solidFill>
                  <a:srgbClr val="005088"/>
                </a:solidFill>
                <a:latin typeface="Open Sans SemiBold"/>
                <a:ea typeface="Open Sans SemiBold"/>
                <a:cs typeface="Open Sans SemiBold"/>
                <a:sym typeface="Open Sans SemiBold"/>
              </a:endParaRPr>
            </a:p>
            <a:p>
              <a:pPr marL="0" marR="0" lvl="0" indent="0" algn="l" rtl="0">
                <a:lnSpc>
                  <a:spcPct val="160000"/>
                </a:lnSpc>
                <a:spcBef>
                  <a:spcPts val="0"/>
                </a:spcBef>
                <a:spcAft>
                  <a:spcPts val="0"/>
                </a:spcAft>
                <a:buNone/>
              </a:pPr>
              <a:r>
                <a:rPr lang="vi-VN" sz="1200" dirty="0">
                  <a:solidFill>
                    <a:srgbClr val="005088"/>
                  </a:solidFill>
                  <a:latin typeface="Open Sans SemiBold"/>
                  <a:sym typeface="Open Sans SemiBold"/>
                </a:rPr>
                <a:t>Presigned url hết hạn 15 phút</a:t>
              </a:r>
              <a:endParaRPr sz="1200" dirty="0"/>
            </a:p>
          </p:txBody>
        </p:sp>
        <p:sp>
          <p:nvSpPr>
            <p:cNvPr id="27" name="Google Shape;236;p17">
              <a:extLst>
                <a:ext uri="{FF2B5EF4-FFF2-40B4-BE49-F238E27FC236}">
                  <a16:creationId xmlns:a16="http://schemas.microsoft.com/office/drawing/2014/main" id="{7DD978FA-C4E3-44DB-A996-02C6F37B67EA}"/>
                </a:ext>
              </a:extLst>
            </p:cNvPr>
            <p:cNvSpPr txBox="1"/>
            <p:nvPr/>
          </p:nvSpPr>
          <p:spPr>
            <a:xfrm>
              <a:off x="723900" y="6048375"/>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005088"/>
                  </a:solidFill>
                  <a:latin typeface="Open Sans SemiBold"/>
                  <a:ea typeface="Open Sans SemiBold"/>
                  <a:cs typeface="Open Sans SemiBold"/>
                  <a:sym typeface="Open Sans SemiBold"/>
                </a:rPr>
                <a:t>Trường</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thông</a:t>
              </a:r>
              <a:r>
                <a:rPr lang="en-US" sz="1200" b="0" i="0" u="none" strike="noStrike" cap="none" dirty="0">
                  <a:solidFill>
                    <a:srgbClr val="005088"/>
                  </a:solidFill>
                  <a:latin typeface="Open Sans SemiBold"/>
                  <a:ea typeface="Open Sans SemiBold"/>
                  <a:cs typeface="Open Sans SemiBold"/>
                  <a:sym typeface="Open Sans SemiBold"/>
                </a:rPr>
                <a:t> tin </a:t>
              </a:r>
              <a:r>
                <a:rPr lang="en-US" sz="1200" b="0" i="0" u="none" strike="noStrike" cap="none" dirty="0" err="1">
                  <a:solidFill>
                    <a:srgbClr val="005088"/>
                  </a:solidFill>
                  <a:latin typeface="Open Sans SemiBold"/>
                  <a:ea typeface="Open Sans SemiBold"/>
                  <a:cs typeface="Open Sans SemiBold"/>
                  <a:sym typeface="Open Sans SemiBold"/>
                </a:rPr>
                <a:t>nhạy</a:t>
              </a:r>
              <a:r>
                <a:rPr lang="en-US" sz="1200" b="0" i="0" u="none" strike="noStrike" cap="none" dirty="0">
                  <a:solidFill>
                    <a:srgbClr val="005088"/>
                  </a:solidFill>
                  <a:latin typeface="Open Sans SemiBold"/>
                  <a:ea typeface="Open Sans SemiBold"/>
                  <a:cs typeface="Open Sans SemiBold"/>
                  <a:sym typeface="Open Sans SemiBold"/>
                </a:rPr>
                <a:t> </a:t>
              </a:r>
              <a:r>
                <a:rPr lang="en-US" sz="1200" b="0" i="0" u="none" strike="noStrike" cap="none" dirty="0" err="1">
                  <a:solidFill>
                    <a:srgbClr val="005088"/>
                  </a:solidFill>
                  <a:latin typeface="Open Sans SemiBold"/>
                  <a:ea typeface="Open Sans SemiBold"/>
                  <a:cs typeface="Open Sans SemiBold"/>
                  <a:sym typeface="Open Sans SemiBold"/>
                </a:rPr>
                <a:t>cảm</a:t>
              </a:r>
              <a:endParaRPr sz="1200" dirty="0"/>
            </a:p>
          </p:txBody>
        </p:sp>
        <p:pic>
          <p:nvPicPr>
            <p:cNvPr id="28" name="Google Shape;237;p17" descr="image.png">
              <a:extLst>
                <a:ext uri="{FF2B5EF4-FFF2-40B4-BE49-F238E27FC236}">
                  <a16:creationId xmlns:a16="http://schemas.microsoft.com/office/drawing/2014/main" id="{F2267180-793E-4AAE-8DBD-CCB05A5E329E}"/>
                </a:ext>
              </a:extLst>
            </p:cNvPr>
            <p:cNvPicPr preferRelativeResize="0"/>
            <p:nvPr/>
          </p:nvPicPr>
          <p:blipFill rotWithShape="1">
            <a:blip r:embed="rId9">
              <a:alphaModFix/>
            </a:blip>
            <a:srcRect/>
            <a:stretch/>
          </p:blipFill>
          <p:spPr>
            <a:xfrm>
              <a:off x="723900" y="6429375"/>
              <a:ext cx="1895475" cy="247650"/>
            </a:xfrm>
            <a:prstGeom prst="rect">
              <a:avLst/>
            </a:prstGeom>
            <a:noFill/>
            <a:ln>
              <a:noFill/>
            </a:ln>
          </p:spPr>
        </p:pic>
        <p:sp>
          <p:nvSpPr>
            <p:cNvPr id="29" name="Google Shape;238;p17">
              <a:extLst>
                <a:ext uri="{FF2B5EF4-FFF2-40B4-BE49-F238E27FC236}">
                  <a16:creationId xmlns:a16="http://schemas.microsoft.com/office/drawing/2014/main" id="{F7D269D6-6DF3-4F80-94A7-5C278944BA7B}"/>
                </a:ext>
              </a:extLst>
            </p:cNvPr>
            <p:cNvSpPr txBox="1"/>
            <p:nvPr/>
          </p:nvSpPr>
          <p:spPr>
            <a:xfrm>
              <a:off x="6464879" y="6048375"/>
              <a:ext cx="5124450" cy="34724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200" b="0" i="0" u="none" strike="noStrike" cap="none" dirty="0">
                  <a:solidFill>
                    <a:srgbClr val="005088"/>
                  </a:solidFill>
                  <a:latin typeface="Open Sans SemiBold"/>
                  <a:ea typeface="Open Sans SemiBold"/>
                  <a:cs typeface="Open Sans SemiBold"/>
                  <a:sym typeface="Open Sans SemiBold"/>
                </a:rPr>
                <a:t>Services </a:t>
              </a:r>
              <a:r>
                <a:rPr lang="vi-VN" sz="1200" dirty="0">
                  <a:solidFill>
                    <a:srgbClr val="005088"/>
                  </a:solidFill>
                  <a:latin typeface="Open Sans SemiBold"/>
                  <a:ea typeface="Open Sans SemiBold"/>
                  <a:cs typeface="Open Sans SemiBold"/>
                  <a:sym typeface="Open Sans SemiBold"/>
                </a:rPr>
                <a:t>a</a:t>
              </a:r>
              <a:r>
                <a:rPr lang="en-US" sz="1200" b="0" i="0" u="none" strike="noStrike" cap="none" dirty="0" err="1">
                  <a:solidFill>
                    <a:srgbClr val="005088"/>
                  </a:solidFill>
                  <a:latin typeface="Open Sans SemiBold"/>
                  <a:ea typeface="Open Sans SemiBold"/>
                  <a:cs typeface="Open Sans SemiBold"/>
                  <a:sym typeface="Open Sans SemiBold"/>
                </a:rPr>
                <a:t>uto</a:t>
              </a:r>
              <a:r>
                <a:rPr lang="en-US" sz="1200" b="0" i="0" u="none" strike="noStrike" cap="none" dirty="0">
                  <a:solidFill>
                    <a:srgbClr val="005088"/>
                  </a:solidFill>
                  <a:latin typeface="Open Sans SemiBold"/>
                  <a:ea typeface="Open Sans SemiBold"/>
                  <a:cs typeface="Open Sans SemiBold"/>
                  <a:sym typeface="Open Sans SemiBold"/>
                </a:rPr>
                <a:t>-scale</a:t>
              </a:r>
              <a:r>
                <a:rPr lang="vi-VN" sz="1200" b="0" i="0" u="none" strike="noStrike" cap="none" dirty="0">
                  <a:solidFill>
                    <a:srgbClr val="005088"/>
                  </a:solidFill>
                  <a:latin typeface="Open Sans SemiBold"/>
                  <a:ea typeface="Open Sans SemiBold"/>
                  <a:cs typeface="Open Sans SemiBold"/>
                  <a:sym typeface="Open Sans SemiBold"/>
                </a:rPr>
                <a:t> HPA theo mức độ sử dụng CPU/Ram</a:t>
              </a:r>
              <a:endParaRPr sz="1200" dirty="0"/>
            </a:p>
          </p:txBody>
        </p:sp>
        <p:pic>
          <p:nvPicPr>
            <p:cNvPr id="31" name="Google Shape;240;p17" descr="image.png">
              <a:extLst>
                <a:ext uri="{FF2B5EF4-FFF2-40B4-BE49-F238E27FC236}">
                  <a16:creationId xmlns:a16="http://schemas.microsoft.com/office/drawing/2014/main" id="{E81AFE92-9E8F-4B9B-B8B2-A5AA1FEA2E59}"/>
                </a:ext>
              </a:extLst>
            </p:cNvPr>
            <p:cNvPicPr preferRelativeResize="0"/>
            <p:nvPr/>
          </p:nvPicPr>
          <p:blipFill rotWithShape="1">
            <a:blip r:embed="rId10">
              <a:alphaModFix/>
            </a:blip>
            <a:srcRect/>
            <a:stretch/>
          </p:blipFill>
          <p:spPr>
            <a:xfrm>
              <a:off x="723900" y="1209675"/>
              <a:ext cx="152400" cy="171450"/>
            </a:xfrm>
            <a:prstGeom prst="rect">
              <a:avLst/>
            </a:prstGeom>
            <a:noFill/>
            <a:ln>
              <a:noFill/>
            </a:ln>
          </p:spPr>
        </p:pic>
        <p:sp>
          <p:nvSpPr>
            <p:cNvPr id="32" name="Google Shape;241;p17">
              <a:extLst>
                <a:ext uri="{FF2B5EF4-FFF2-40B4-BE49-F238E27FC236}">
                  <a16:creationId xmlns:a16="http://schemas.microsoft.com/office/drawing/2014/main" id="{9282B1D4-65B7-4BE2-A55C-A2A6E1042BD1}"/>
                </a:ext>
              </a:extLst>
            </p:cNvPr>
            <p:cNvSpPr txBox="1"/>
            <p:nvPr/>
          </p:nvSpPr>
          <p:spPr>
            <a:xfrm>
              <a:off x="920750" y="1190625"/>
              <a:ext cx="2443956"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1" i="0" u="none" strike="noStrike" cap="none" dirty="0">
                  <a:solidFill>
                    <a:srgbClr val="0F172A"/>
                  </a:solidFill>
                  <a:latin typeface="Roboto"/>
                  <a:ea typeface="Open Sans"/>
                  <a:cs typeface="Open Sans"/>
                  <a:sym typeface="Open Sans"/>
                </a:rPr>
                <a:t>Thời gian l</a:t>
              </a:r>
              <a:r>
                <a:rPr lang="en-US" sz="1200" b="1" i="0" u="none" strike="noStrike" cap="none" dirty="0" err="1">
                  <a:solidFill>
                    <a:srgbClr val="0F172A"/>
                  </a:solidFill>
                  <a:latin typeface="Roboto"/>
                  <a:ea typeface="Open Sans"/>
                  <a:cs typeface="Open Sans"/>
                  <a:sym typeface="Open Sans"/>
                </a:rPr>
                <a:t>ưu</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trữ</a:t>
              </a:r>
              <a:r>
                <a:rPr lang="en-US" sz="1200" b="1" i="0" u="none" strike="noStrike" cap="none" dirty="0">
                  <a:solidFill>
                    <a:srgbClr val="0F172A"/>
                  </a:solidFill>
                  <a:latin typeface="Roboto"/>
                  <a:ea typeface="Open Sans"/>
                  <a:cs typeface="Open Sans"/>
                  <a:sym typeface="Open Sans"/>
                </a:rPr>
                <a:t> </a:t>
              </a:r>
              <a:r>
                <a:rPr lang="vi-VN" sz="1200" b="1" dirty="0">
                  <a:solidFill>
                    <a:srgbClr val="0F172A"/>
                  </a:solidFill>
                  <a:latin typeface="Roboto"/>
                  <a:ea typeface="Open Sans"/>
                  <a:cs typeface="Open Sans"/>
                  <a:sym typeface="Open Sans"/>
                </a:rPr>
                <a:t>dữ liệu</a:t>
              </a:r>
              <a:endParaRPr dirty="0">
                <a:latin typeface="Roboto"/>
              </a:endParaRPr>
            </a:p>
          </p:txBody>
        </p:sp>
        <p:pic>
          <p:nvPicPr>
            <p:cNvPr id="33" name="Google Shape;242;p17" descr="image.png">
              <a:extLst>
                <a:ext uri="{FF2B5EF4-FFF2-40B4-BE49-F238E27FC236}">
                  <a16:creationId xmlns:a16="http://schemas.microsoft.com/office/drawing/2014/main" id="{0856028F-950D-4D3D-A71F-C7DBA0F9A37C}"/>
                </a:ext>
              </a:extLst>
            </p:cNvPr>
            <p:cNvPicPr preferRelativeResize="0"/>
            <p:nvPr/>
          </p:nvPicPr>
          <p:blipFill rotWithShape="1">
            <a:blip r:embed="rId11">
              <a:alphaModFix/>
            </a:blip>
            <a:srcRect/>
            <a:stretch/>
          </p:blipFill>
          <p:spPr>
            <a:xfrm>
              <a:off x="6343650" y="1209675"/>
              <a:ext cx="133350" cy="171450"/>
            </a:xfrm>
            <a:prstGeom prst="rect">
              <a:avLst/>
            </a:prstGeom>
            <a:noFill/>
            <a:ln>
              <a:noFill/>
            </a:ln>
          </p:spPr>
        </p:pic>
        <p:sp>
          <p:nvSpPr>
            <p:cNvPr id="34" name="Google Shape;243;p17">
              <a:extLst>
                <a:ext uri="{FF2B5EF4-FFF2-40B4-BE49-F238E27FC236}">
                  <a16:creationId xmlns:a16="http://schemas.microsoft.com/office/drawing/2014/main" id="{9642EC40-6F2D-48B1-80CC-68353221BC76}"/>
                </a:ext>
              </a:extLst>
            </p:cNvPr>
            <p:cNvSpPr txBox="1"/>
            <p:nvPr/>
          </p:nvSpPr>
          <p:spPr>
            <a:xfrm>
              <a:off x="6592570" y="1190625"/>
              <a:ext cx="2725578"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Kiểu</a:t>
              </a:r>
              <a:r>
                <a:rPr lang="en-US" sz="1200" b="1" i="0" u="none" strike="noStrike" cap="none" dirty="0">
                  <a:solidFill>
                    <a:srgbClr val="0F172A"/>
                  </a:solidFill>
                  <a:latin typeface="Roboto"/>
                  <a:ea typeface="Open Sans"/>
                  <a:cs typeface="Open Sans"/>
                  <a:sym typeface="Open Sans"/>
                </a:rPr>
                <a:t> file </a:t>
              </a:r>
              <a:r>
                <a:rPr lang="en-US" sz="1200" b="1" i="0" u="none" strike="noStrike" cap="none" dirty="0" err="1">
                  <a:solidFill>
                    <a:srgbClr val="0F172A"/>
                  </a:solidFill>
                  <a:latin typeface="Roboto"/>
                  <a:ea typeface="Open Sans"/>
                  <a:cs typeface="Open Sans"/>
                  <a:sym typeface="Open Sans"/>
                </a:rPr>
                <a:t>hỗ</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trợ</a:t>
              </a:r>
              <a:endParaRPr dirty="0">
                <a:latin typeface="Roboto"/>
              </a:endParaRPr>
            </a:p>
          </p:txBody>
        </p:sp>
        <p:pic>
          <p:nvPicPr>
            <p:cNvPr id="35" name="Google Shape;244;p17" descr="image.png">
              <a:extLst>
                <a:ext uri="{FF2B5EF4-FFF2-40B4-BE49-F238E27FC236}">
                  <a16:creationId xmlns:a16="http://schemas.microsoft.com/office/drawing/2014/main" id="{B904E90A-4069-4FBE-9A7F-2433984BC934}"/>
                </a:ext>
              </a:extLst>
            </p:cNvPr>
            <p:cNvPicPr preferRelativeResize="0"/>
            <p:nvPr/>
          </p:nvPicPr>
          <p:blipFill rotWithShape="1">
            <a:blip r:embed="rId12">
              <a:alphaModFix/>
            </a:blip>
            <a:srcRect/>
            <a:stretch/>
          </p:blipFill>
          <p:spPr>
            <a:xfrm>
              <a:off x="723900" y="2705100"/>
              <a:ext cx="171450" cy="171450"/>
            </a:xfrm>
            <a:prstGeom prst="rect">
              <a:avLst/>
            </a:prstGeom>
            <a:noFill/>
            <a:ln>
              <a:noFill/>
            </a:ln>
          </p:spPr>
        </p:pic>
        <p:sp>
          <p:nvSpPr>
            <p:cNvPr id="36" name="Google Shape;245;p17">
              <a:extLst>
                <a:ext uri="{FF2B5EF4-FFF2-40B4-BE49-F238E27FC236}">
                  <a16:creationId xmlns:a16="http://schemas.microsoft.com/office/drawing/2014/main" id="{87C5FB6E-12D9-4085-8A38-9C3566B53566}"/>
                </a:ext>
              </a:extLst>
            </p:cNvPr>
            <p:cNvSpPr txBox="1"/>
            <p:nvPr/>
          </p:nvSpPr>
          <p:spPr>
            <a:xfrm>
              <a:off x="960120" y="2686050"/>
              <a:ext cx="3392170"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Open Sans"/>
                  <a:cs typeface="Open Sans"/>
                  <a:sym typeface="Open Sans"/>
                </a:rPr>
                <a:t>Dung </a:t>
              </a:r>
              <a:r>
                <a:rPr lang="en-US" sz="1200" b="1" i="0" u="none" strike="noStrike" cap="none" dirty="0" err="1">
                  <a:solidFill>
                    <a:srgbClr val="0F172A"/>
                  </a:solidFill>
                  <a:latin typeface="Roboto"/>
                  <a:ea typeface="Open Sans"/>
                  <a:cs typeface="Open Sans"/>
                  <a:sym typeface="Open Sans"/>
                </a:rPr>
                <a:t>lượng</a:t>
              </a:r>
              <a:r>
                <a:rPr lang="en-US" sz="1200" b="1" i="0" u="none" strike="noStrike" cap="none" dirty="0">
                  <a:solidFill>
                    <a:srgbClr val="0F172A"/>
                  </a:solidFill>
                  <a:latin typeface="Roboto"/>
                  <a:ea typeface="Open Sans"/>
                  <a:cs typeface="Open Sans"/>
                  <a:sym typeface="Open Sans"/>
                </a:rPr>
                <a:t> </a:t>
              </a:r>
              <a:r>
                <a:rPr lang="vi-VN" sz="1200" b="1" i="0" u="none" strike="noStrike" cap="none" dirty="0">
                  <a:solidFill>
                    <a:srgbClr val="0F172A"/>
                  </a:solidFill>
                  <a:latin typeface="Roboto"/>
                  <a:ea typeface="Open Sans"/>
                  <a:cs typeface="Open Sans"/>
                  <a:sym typeface="Open Sans"/>
                </a:rPr>
                <a:t>upload </a:t>
              </a:r>
              <a:r>
                <a:rPr lang="en-US" sz="1200" b="1" i="0" u="none" strike="noStrike" cap="none" dirty="0" err="1">
                  <a:solidFill>
                    <a:srgbClr val="0F172A"/>
                  </a:solidFill>
                  <a:latin typeface="Roboto"/>
                  <a:ea typeface="Open Sans"/>
                  <a:cs typeface="Open Sans"/>
                  <a:sym typeface="Open Sans"/>
                </a:rPr>
                <a:t>tối</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đa</a:t>
              </a:r>
              <a:endParaRPr dirty="0">
                <a:latin typeface="Roboto"/>
              </a:endParaRPr>
            </a:p>
          </p:txBody>
        </p:sp>
        <p:pic>
          <p:nvPicPr>
            <p:cNvPr id="37" name="Google Shape;246;p17" descr="image.png">
              <a:extLst>
                <a:ext uri="{FF2B5EF4-FFF2-40B4-BE49-F238E27FC236}">
                  <a16:creationId xmlns:a16="http://schemas.microsoft.com/office/drawing/2014/main" id="{6E4E0E2E-0E38-4AB4-8D78-EF9518916D8B}"/>
                </a:ext>
              </a:extLst>
            </p:cNvPr>
            <p:cNvPicPr preferRelativeResize="0"/>
            <p:nvPr/>
          </p:nvPicPr>
          <p:blipFill rotWithShape="1">
            <a:blip r:embed="rId13">
              <a:alphaModFix/>
            </a:blip>
            <a:srcRect/>
            <a:stretch/>
          </p:blipFill>
          <p:spPr>
            <a:xfrm>
              <a:off x="6343650" y="2705100"/>
              <a:ext cx="171450" cy="171450"/>
            </a:xfrm>
            <a:prstGeom prst="rect">
              <a:avLst/>
            </a:prstGeom>
            <a:noFill/>
            <a:ln>
              <a:noFill/>
            </a:ln>
          </p:spPr>
        </p:pic>
        <p:sp>
          <p:nvSpPr>
            <p:cNvPr id="38" name="Google Shape;247;p17">
              <a:extLst>
                <a:ext uri="{FF2B5EF4-FFF2-40B4-BE49-F238E27FC236}">
                  <a16:creationId xmlns:a16="http://schemas.microsoft.com/office/drawing/2014/main" id="{8C19E3BE-BAB4-48A6-B909-3EBCEC3E847A}"/>
                </a:ext>
              </a:extLst>
            </p:cNvPr>
            <p:cNvSpPr txBox="1"/>
            <p:nvPr/>
          </p:nvSpPr>
          <p:spPr>
            <a:xfrm>
              <a:off x="6590030" y="2706371"/>
              <a:ext cx="2882900"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Open Sans"/>
                  <a:cs typeface="Open Sans"/>
                  <a:sym typeface="Open Sans"/>
                </a:rPr>
                <a:t>Rate Limit</a:t>
              </a:r>
              <a:endParaRPr dirty="0">
                <a:latin typeface="Roboto"/>
              </a:endParaRPr>
            </a:p>
          </p:txBody>
        </p:sp>
        <p:pic>
          <p:nvPicPr>
            <p:cNvPr id="39" name="Google Shape;248;p17" descr="image.png">
              <a:extLst>
                <a:ext uri="{FF2B5EF4-FFF2-40B4-BE49-F238E27FC236}">
                  <a16:creationId xmlns:a16="http://schemas.microsoft.com/office/drawing/2014/main" id="{E0109177-6BB0-475C-9291-BFF514E26CC3}"/>
                </a:ext>
              </a:extLst>
            </p:cNvPr>
            <p:cNvPicPr preferRelativeResize="0"/>
            <p:nvPr/>
          </p:nvPicPr>
          <p:blipFill rotWithShape="1">
            <a:blip r:embed="rId14">
              <a:alphaModFix/>
            </a:blip>
            <a:srcRect/>
            <a:stretch/>
          </p:blipFill>
          <p:spPr>
            <a:xfrm>
              <a:off x="723900" y="4200525"/>
              <a:ext cx="104775" cy="171450"/>
            </a:xfrm>
            <a:prstGeom prst="rect">
              <a:avLst/>
            </a:prstGeom>
            <a:noFill/>
            <a:ln>
              <a:noFill/>
            </a:ln>
          </p:spPr>
        </p:pic>
        <p:sp>
          <p:nvSpPr>
            <p:cNvPr id="40" name="Google Shape;249;p17">
              <a:extLst>
                <a:ext uri="{FF2B5EF4-FFF2-40B4-BE49-F238E27FC236}">
                  <a16:creationId xmlns:a16="http://schemas.microsoft.com/office/drawing/2014/main" id="{B532D1E6-9483-499E-A445-CCEADEF57E94}"/>
                </a:ext>
              </a:extLst>
            </p:cNvPr>
            <p:cNvSpPr txBox="1"/>
            <p:nvPr/>
          </p:nvSpPr>
          <p:spPr>
            <a:xfrm>
              <a:off x="923925" y="4181475"/>
              <a:ext cx="2069005"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Roboto"/>
                  <a:ea typeface="Open Sans"/>
                  <a:cs typeface="Open Sans"/>
                  <a:sym typeface="Open Sans"/>
                </a:rPr>
                <a:t>Resume Upload</a:t>
              </a:r>
              <a:endParaRPr dirty="0">
                <a:latin typeface="Roboto"/>
              </a:endParaRPr>
            </a:p>
          </p:txBody>
        </p:sp>
        <p:pic>
          <p:nvPicPr>
            <p:cNvPr id="41" name="Google Shape;250;p17" descr="image.png">
              <a:extLst>
                <a:ext uri="{FF2B5EF4-FFF2-40B4-BE49-F238E27FC236}">
                  <a16:creationId xmlns:a16="http://schemas.microsoft.com/office/drawing/2014/main" id="{5E14B4D6-4A71-4164-B216-3F38369A9CBD}"/>
                </a:ext>
              </a:extLst>
            </p:cNvPr>
            <p:cNvPicPr preferRelativeResize="0"/>
            <p:nvPr/>
          </p:nvPicPr>
          <p:blipFill rotWithShape="1">
            <a:blip r:embed="rId15">
              <a:alphaModFix/>
            </a:blip>
            <a:srcRect/>
            <a:stretch/>
          </p:blipFill>
          <p:spPr>
            <a:xfrm>
              <a:off x="6343650" y="4200525"/>
              <a:ext cx="133350" cy="171450"/>
            </a:xfrm>
            <a:prstGeom prst="rect">
              <a:avLst/>
            </a:prstGeom>
            <a:noFill/>
            <a:ln>
              <a:noFill/>
            </a:ln>
          </p:spPr>
        </p:pic>
        <p:sp>
          <p:nvSpPr>
            <p:cNvPr id="42" name="Google Shape;251;p17">
              <a:extLst>
                <a:ext uri="{FF2B5EF4-FFF2-40B4-BE49-F238E27FC236}">
                  <a16:creationId xmlns:a16="http://schemas.microsoft.com/office/drawing/2014/main" id="{A5BF30ED-904D-4242-8F1A-15DF3807893D}"/>
                </a:ext>
              </a:extLst>
            </p:cNvPr>
            <p:cNvSpPr txBox="1"/>
            <p:nvPr/>
          </p:nvSpPr>
          <p:spPr>
            <a:xfrm>
              <a:off x="6572250" y="4181475"/>
              <a:ext cx="1885056"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Thời</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gian</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xử</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lý</a:t>
              </a:r>
              <a:endParaRPr dirty="0">
                <a:latin typeface="Roboto"/>
              </a:endParaRPr>
            </a:p>
          </p:txBody>
        </p:sp>
        <p:pic>
          <p:nvPicPr>
            <p:cNvPr id="43" name="Google Shape;252;p17" descr="image.png">
              <a:extLst>
                <a:ext uri="{FF2B5EF4-FFF2-40B4-BE49-F238E27FC236}">
                  <a16:creationId xmlns:a16="http://schemas.microsoft.com/office/drawing/2014/main" id="{1915303D-4D93-4189-A09E-46614AC49682}"/>
                </a:ext>
              </a:extLst>
            </p:cNvPr>
            <p:cNvPicPr preferRelativeResize="0"/>
            <p:nvPr/>
          </p:nvPicPr>
          <p:blipFill rotWithShape="1">
            <a:blip r:embed="rId16">
              <a:alphaModFix/>
            </a:blip>
            <a:srcRect/>
            <a:stretch/>
          </p:blipFill>
          <p:spPr>
            <a:xfrm>
              <a:off x="723900" y="5695950"/>
              <a:ext cx="152400" cy="171450"/>
            </a:xfrm>
            <a:prstGeom prst="rect">
              <a:avLst/>
            </a:prstGeom>
            <a:noFill/>
            <a:ln>
              <a:noFill/>
            </a:ln>
          </p:spPr>
        </p:pic>
        <p:sp>
          <p:nvSpPr>
            <p:cNvPr id="44" name="Google Shape;253;p17">
              <a:extLst>
                <a:ext uri="{FF2B5EF4-FFF2-40B4-BE49-F238E27FC236}">
                  <a16:creationId xmlns:a16="http://schemas.microsoft.com/office/drawing/2014/main" id="{267DC7A1-451C-429F-8BE6-3CC9796472D4}"/>
                </a:ext>
              </a:extLst>
            </p:cNvPr>
            <p:cNvSpPr txBox="1"/>
            <p:nvPr/>
          </p:nvSpPr>
          <p:spPr>
            <a:xfrm>
              <a:off x="920750" y="5676900"/>
              <a:ext cx="2440781"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Mã</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hóa</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dữ</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liệu</a:t>
              </a:r>
              <a:endParaRPr dirty="0">
                <a:latin typeface="Roboto"/>
              </a:endParaRPr>
            </a:p>
          </p:txBody>
        </p:sp>
        <p:pic>
          <p:nvPicPr>
            <p:cNvPr id="45" name="Google Shape;254;p17" descr="image.png">
              <a:extLst>
                <a:ext uri="{FF2B5EF4-FFF2-40B4-BE49-F238E27FC236}">
                  <a16:creationId xmlns:a16="http://schemas.microsoft.com/office/drawing/2014/main" id="{F578ED04-A306-4A92-BEDB-B77C577A00D7}"/>
                </a:ext>
              </a:extLst>
            </p:cNvPr>
            <p:cNvPicPr preferRelativeResize="0"/>
            <p:nvPr/>
          </p:nvPicPr>
          <p:blipFill rotWithShape="1">
            <a:blip r:embed="rId17">
              <a:alphaModFix/>
            </a:blip>
            <a:srcRect/>
            <a:stretch/>
          </p:blipFill>
          <p:spPr>
            <a:xfrm>
              <a:off x="6343650" y="5695950"/>
              <a:ext cx="152400" cy="171450"/>
            </a:xfrm>
            <a:prstGeom prst="rect">
              <a:avLst/>
            </a:prstGeom>
            <a:noFill/>
            <a:ln>
              <a:noFill/>
            </a:ln>
          </p:spPr>
        </p:pic>
        <p:sp>
          <p:nvSpPr>
            <p:cNvPr id="46" name="Google Shape;255;p17">
              <a:extLst>
                <a:ext uri="{FF2B5EF4-FFF2-40B4-BE49-F238E27FC236}">
                  <a16:creationId xmlns:a16="http://schemas.microsoft.com/office/drawing/2014/main" id="{4C86FBCA-14D6-4600-80E6-7E864503636D}"/>
                </a:ext>
              </a:extLst>
            </p:cNvPr>
            <p:cNvSpPr txBox="1"/>
            <p:nvPr/>
          </p:nvSpPr>
          <p:spPr>
            <a:xfrm>
              <a:off x="6591299" y="5705475"/>
              <a:ext cx="2078905" cy="2170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0F172A"/>
                  </a:solidFill>
                  <a:latin typeface="Roboto"/>
                  <a:ea typeface="Open Sans"/>
                  <a:cs typeface="Open Sans"/>
                  <a:sym typeface="Open Sans"/>
                </a:rPr>
                <a:t>Khả</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năng</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mở</a:t>
              </a:r>
              <a:r>
                <a:rPr lang="en-US" sz="1200" b="1" i="0" u="none" strike="noStrike" cap="none" dirty="0">
                  <a:solidFill>
                    <a:srgbClr val="0F172A"/>
                  </a:solidFill>
                  <a:latin typeface="Roboto"/>
                  <a:ea typeface="Open Sans"/>
                  <a:cs typeface="Open Sans"/>
                  <a:sym typeface="Open Sans"/>
                </a:rPr>
                <a:t> </a:t>
              </a:r>
              <a:r>
                <a:rPr lang="en-US" sz="1200" b="1" i="0" u="none" strike="noStrike" cap="none" dirty="0" err="1">
                  <a:solidFill>
                    <a:srgbClr val="0F172A"/>
                  </a:solidFill>
                  <a:latin typeface="Roboto"/>
                  <a:ea typeface="Open Sans"/>
                  <a:cs typeface="Open Sans"/>
                  <a:sym typeface="Open Sans"/>
                </a:rPr>
                <a:t>rộng</a:t>
              </a:r>
              <a:endParaRPr dirty="0">
                <a:latin typeface="Roboto"/>
              </a:endParaRPr>
            </a:p>
          </p:txBody>
        </p:sp>
      </p:grpSp>
    </p:spTree>
    <p:extLst>
      <p:ext uri="{BB962C8B-B14F-4D97-AF65-F5344CB8AC3E}">
        <p14:creationId xmlns:p14="http://schemas.microsoft.com/office/powerpoint/2010/main" val="226218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2AFC0-1AF4-7DC1-9E2B-9104AAA9B403}"/>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5B3F39FA-81C5-0CF6-B6CE-E21B2F502E4F}"/>
              </a:ext>
            </a:extLst>
          </p:cNvPr>
          <p:cNvSpPr>
            <a:spLocks noGrp="1"/>
          </p:cNvSpPr>
          <p:nvPr>
            <p:ph type="title"/>
          </p:nvPr>
        </p:nvSpPr>
        <p:spPr>
          <a:xfrm>
            <a:off x="527456" y="152400"/>
            <a:ext cx="10769600" cy="914400"/>
          </a:xfrm>
          <a:ln>
            <a:noFill/>
          </a:ln>
        </p:spPr>
        <p:txBody>
          <a:bodyPr>
            <a:normAutofit/>
          </a:bodyPr>
          <a:lstStyle/>
          <a:p>
            <a:pPr>
              <a:tabLst>
                <a:tab pos="228600" algn="l"/>
              </a:tabLst>
            </a:pPr>
            <a:r>
              <a:rPr lang="en-AU" sz="3200">
                <a:latin typeface="+mn-lt"/>
                <a:cs typeface="Times New Roman" panose="02020603050405020304" pitchFamily="18" charset="0"/>
              </a:rPr>
              <a:t>Biz Cap</a:t>
            </a:r>
          </a:p>
        </p:txBody>
      </p:sp>
      <p:sp>
        <p:nvSpPr>
          <p:cNvPr id="5" name="Slide Number Placeholder 4">
            <a:extLst>
              <a:ext uri="{FF2B5EF4-FFF2-40B4-BE49-F238E27FC236}">
                <a16:creationId xmlns:a16="http://schemas.microsoft.com/office/drawing/2014/main" id="{845679A0-EE1F-B77B-DA68-936E3F623300}"/>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BD5762-3BDC-484D-9503-7EA6D5A9A8CE}" type="slidenum">
              <a:rPr kumimoji="0" lang="en-US" sz="10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prstClr val="black"/>
              </a:solidFill>
              <a:effectLst/>
              <a:uLnTx/>
              <a:uFillTx/>
              <a:latin typeface="Arial" pitchFamily="34" charset="0"/>
              <a:ea typeface="+mn-ea"/>
              <a:cs typeface="Arial" pitchFamily="34" charset="0"/>
            </a:endParaRPr>
          </a:p>
        </p:txBody>
      </p:sp>
      <p:sp>
        <p:nvSpPr>
          <p:cNvPr id="2" name="Rectangle 1">
            <a:extLst>
              <a:ext uri="{FF2B5EF4-FFF2-40B4-BE49-F238E27FC236}">
                <a16:creationId xmlns:a16="http://schemas.microsoft.com/office/drawing/2014/main" id="{F706D86E-6831-47C6-DD72-4D753C2F3A10}"/>
              </a:ext>
            </a:extLst>
          </p:cNvPr>
          <p:cNvSpPr/>
          <p:nvPr/>
        </p:nvSpPr>
        <p:spPr>
          <a:xfrm>
            <a:off x="596199" y="933812"/>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36" name="Google Shape;807;p104">
            <a:extLst>
              <a:ext uri="{FF2B5EF4-FFF2-40B4-BE49-F238E27FC236}">
                <a16:creationId xmlns:a16="http://schemas.microsoft.com/office/drawing/2014/main" id="{4B5BB798-52DC-B863-E1D5-B54D58C54454}"/>
              </a:ext>
            </a:extLst>
          </p:cNvPr>
          <p:cNvGrpSpPr/>
          <p:nvPr/>
        </p:nvGrpSpPr>
        <p:grpSpPr>
          <a:xfrm>
            <a:off x="9251808" y="2540443"/>
            <a:ext cx="908004" cy="902639"/>
            <a:chOff x="5483226" y="5110164"/>
            <a:chExt cx="260350" cy="258763"/>
          </a:xfrm>
        </p:grpSpPr>
        <p:sp>
          <p:nvSpPr>
            <p:cNvPr id="37" name="Google Shape;808;p104">
              <a:extLst>
                <a:ext uri="{FF2B5EF4-FFF2-40B4-BE49-F238E27FC236}">
                  <a16:creationId xmlns:a16="http://schemas.microsoft.com/office/drawing/2014/main" id="{D7214A92-56CE-1676-C52D-7575390BC19A}"/>
                </a:ext>
              </a:extLst>
            </p:cNvPr>
            <p:cNvSpPr/>
            <p:nvPr/>
          </p:nvSpPr>
          <p:spPr>
            <a:xfrm>
              <a:off x="5522913" y="5275264"/>
              <a:ext cx="82550" cy="93663"/>
            </a:xfrm>
            <a:custGeom>
              <a:avLst/>
              <a:gdLst/>
              <a:ahLst/>
              <a:cxnLst/>
              <a:rect l="l" t="t" r="r" b="b"/>
              <a:pathLst>
                <a:path w="92" h="104" extrusionOk="0">
                  <a:moveTo>
                    <a:pt x="0" y="0"/>
                  </a:moveTo>
                  <a:cubicBezTo>
                    <a:pt x="18" y="24"/>
                    <a:pt x="18" y="24"/>
                    <a:pt x="18" y="24"/>
                  </a:cubicBezTo>
                  <a:cubicBezTo>
                    <a:pt x="18" y="89"/>
                    <a:pt x="18" y="89"/>
                    <a:pt x="18" y="89"/>
                  </a:cubicBezTo>
                  <a:cubicBezTo>
                    <a:pt x="18" y="97"/>
                    <a:pt x="25" y="104"/>
                    <a:pt x="33" y="104"/>
                  </a:cubicBezTo>
                  <a:cubicBezTo>
                    <a:pt x="76" y="104"/>
                    <a:pt x="76" y="104"/>
                    <a:pt x="76" y="104"/>
                  </a:cubicBezTo>
                  <a:cubicBezTo>
                    <a:pt x="85" y="104"/>
                    <a:pt x="92" y="97"/>
                    <a:pt x="92" y="89"/>
                  </a:cubicBezTo>
                  <a:cubicBezTo>
                    <a:pt x="74" y="24"/>
                    <a:pt x="74" y="24"/>
                    <a:pt x="74" y="24"/>
                  </a:cubicBezTo>
                  <a:cubicBezTo>
                    <a:pt x="84" y="9"/>
                    <a:pt x="84" y="9"/>
                    <a:pt x="84" y="9"/>
                  </a:cubicBezTo>
                  <a:cubicBezTo>
                    <a:pt x="62" y="5"/>
                    <a:pt x="40" y="2"/>
                    <a:pt x="22" y="2"/>
                  </a:cubicBezTo>
                  <a:cubicBezTo>
                    <a:pt x="14" y="2"/>
                    <a:pt x="7" y="1"/>
                    <a:pt x="0" y="0"/>
                  </a:cubicBez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sp>
          <p:nvSpPr>
            <p:cNvPr id="38" name="Google Shape;809;p104">
              <a:extLst>
                <a:ext uri="{FF2B5EF4-FFF2-40B4-BE49-F238E27FC236}">
                  <a16:creationId xmlns:a16="http://schemas.microsoft.com/office/drawing/2014/main" id="{7A607149-C00F-E322-9A16-D18F7E9F3231}"/>
                </a:ext>
              </a:extLst>
            </p:cNvPr>
            <p:cNvSpPr/>
            <p:nvPr/>
          </p:nvSpPr>
          <p:spPr>
            <a:xfrm>
              <a:off x="5564188" y="5110164"/>
              <a:ext cx="179388" cy="196850"/>
            </a:xfrm>
            <a:custGeom>
              <a:avLst/>
              <a:gdLst/>
              <a:ahLst/>
              <a:cxnLst/>
              <a:rect l="l" t="t" r="r" b="b"/>
              <a:pathLst>
                <a:path w="198" h="219" extrusionOk="0">
                  <a:moveTo>
                    <a:pt x="0" y="160"/>
                  </a:moveTo>
                  <a:cubicBezTo>
                    <a:pt x="78" y="168"/>
                    <a:pt x="185" y="207"/>
                    <a:pt x="198" y="219"/>
                  </a:cubicBezTo>
                  <a:cubicBezTo>
                    <a:pt x="198" y="0"/>
                    <a:pt x="198" y="0"/>
                    <a:pt x="198" y="0"/>
                  </a:cubicBezTo>
                  <a:cubicBezTo>
                    <a:pt x="182" y="14"/>
                    <a:pt x="77" y="52"/>
                    <a:pt x="0" y="59"/>
                  </a:cubicBezTo>
                  <a:lnTo>
                    <a:pt x="0" y="160"/>
                  </a:ln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sp>
          <p:nvSpPr>
            <p:cNvPr id="39" name="Google Shape;810;p104">
              <a:extLst>
                <a:ext uri="{FF2B5EF4-FFF2-40B4-BE49-F238E27FC236}">
                  <a16:creationId xmlns:a16="http://schemas.microsoft.com/office/drawing/2014/main" id="{4CCD7BE1-D5B2-2C84-C4E4-71972BF6E49E}"/>
                </a:ext>
              </a:extLst>
            </p:cNvPr>
            <p:cNvSpPr/>
            <p:nvPr/>
          </p:nvSpPr>
          <p:spPr>
            <a:xfrm>
              <a:off x="5483226" y="5164139"/>
              <a:ext cx="52388" cy="88900"/>
            </a:xfrm>
            <a:custGeom>
              <a:avLst/>
              <a:gdLst/>
              <a:ahLst/>
              <a:cxnLst/>
              <a:rect l="l" t="t" r="r" b="b"/>
              <a:pathLst>
                <a:path w="57" h="98" extrusionOk="0">
                  <a:moveTo>
                    <a:pt x="57" y="98"/>
                  </a:moveTo>
                  <a:cubicBezTo>
                    <a:pt x="57" y="0"/>
                    <a:pt x="57" y="0"/>
                    <a:pt x="57" y="0"/>
                  </a:cubicBezTo>
                  <a:cubicBezTo>
                    <a:pt x="11" y="3"/>
                    <a:pt x="0" y="31"/>
                    <a:pt x="0" y="49"/>
                  </a:cubicBezTo>
                  <a:cubicBezTo>
                    <a:pt x="0" y="68"/>
                    <a:pt x="10" y="94"/>
                    <a:pt x="57" y="98"/>
                  </a:cubicBezTo>
                  <a:close/>
                </a:path>
              </a:pathLst>
            </a:custGeom>
            <a:solidFill>
              <a:schemeClr val="lt1"/>
            </a:solidFill>
            <a:ln>
              <a:noFill/>
            </a:ln>
          </p:spPr>
          <p:txBody>
            <a:bodyPr spcFirstLastPara="1" wrap="square" lIns="91433" tIns="45700" rIns="91433" bIns="45700" anchor="t" anchorCtr="0">
              <a:noAutofit/>
            </a:bodyPr>
            <a:lstStyle/>
            <a:p>
              <a:pPr marL="0" marR="0" lvl="0" indent="0" algn="l" defTabSz="914400" rtl="0" eaLnBrk="1" fontAlgn="auto" latinLnBrk="0" hangingPunct="1">
                <a:lnSpc>
                  <a:spcPct val="100000"/>
                </a:lnSpc>
                <a:spcBef>
                  <a:spcPts val="0"/>
                </a:spcBef>
                <a:spcAft>
                  <a:spcPts val="0"/>
                </a:spcAft>
                <a:buClrTx/>
                <a:buSzPts val="1400"/>
                <a:buFontTx/>
                <a:buNone/>
                <a:tabLst/>
                <a:defRPr/>
              </a:pPr>
              <a:endParaRPr kumimoji="0" sz="2489" b="0" i="0" u="none" strike="noStrike" kern="1200" cap="none" spc="0" normalizeH="0" baseline="0" noProof="0">
                <a:ln>
                  <a:noFill/>
                </a:ln>
                <a:solidFill>
                  <a:prstClr val="black"/>
                </a:solidFill>
                <a:effectLst/>
                <a:uLnTx/>
                <a:uFillTx/>
                <a:latin typeface="Calibri"/>
                <a:ea typeface="+mn-ea"/>
                <a:cs typeface="+mn-cs"/>
              </a:endParaRPr>
            </a:p>
          </p:txBody>
        </p:sp>
      </p:grpSp>
      <p:sp>
        <p:nvSpPr>
          <p:cNvPr id="3" name="TextBox 2">
            <a:extLst>
              <a:ext uri="{FF2B5EF4-FFF2-40B4-BE49-F238E27FC236}">
                <a16:creationId xmlns:a16="http://schemas.microsoft.com/office/drawing/2014/main" id="{FDB4B5A9-8E16-A618-A985-250EE44F02A4}"/>
              </a:ext>
            </a:extLst>
          </p:cNvPr>
          <p:cNvSpPr txBox="1"/>
          <p:nvPr/>
        </p:nvSpPr>
        <p:spPr>
          <a:xfrm>
            <a:off x="527456" y="1366887"/>
            <a:ext cx="6702903" cy="369332"/>
          </a:xfrm>
          <a:prstGeom prst="rect">
            <a:avLst/>
          </a:prstGeom>
          <a:noFill/>
        </p:spPr>
        <p:txBody>
          <a:bodyPr wrap="square" rtlCol="0">
            <a:spAutoFit/>
          </a:bodyPr>
          <a:lstStyle/>
          <a:p>
            <a:r>
              <a:rPr lang="vi-VN" b="1" dirty="0"/>
              <a:t>Biz Cap không thay đổi</a:t>
            </a:r>
            <a:endParaRPr lang="en-US" b="1" dirty="0"/>
          </a:p>
        </p:txBody>
      </p:sp>
    </p:spTree>
    <p:extLst>
      <p:ext uri="{BB962C8B-B14F-4D97-AF65-F5344CB8AC3E}">
        <p14:creationId xmlns:p14="http://schemas.microsoft.com/office/powerpoint/2010/main" val="1946165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AEA9D-35E3-4997-E95E-7B73F58BCDE1}"/>
            </a:ext>
          </a:extLst>
        </p:cNvPr>
        <p:cNvGrpSpPr/>
        <p:nvPr/>
      </p:nvGrpSpPr>
      <p:grpSpPr>
        <a:xfrm>
          <a:off x="0" y="0"/>
          <a:ext cx="0" cy="0"/>
          <a:chOff x="0" y="0"/>
          <a:chExt cx="0" cy="0"/>
        </a:xfrm>
      </p:grpSpPr>
      <p:pic>
        <p:nvPicPr>
          <p:cNvPr id="5" name="Google Shape;216;p17" descr="image.png">
            <a:extLst>
              <a:ext uri="{FF2B5EF4-FFF2-40B4-BE49-F238E27FC236}">
                <a16:creationId xmlns:a16="http://schemas.microsoft.com/office/drawing/2014/main" id="{A901B831-5158-CCEC-3BAE-C74EE8268C9F}"/>
              </a:ext>
            </a:extLst>
          </p:cNvPr>
          <p:cNvPicPr preferRelativeResize="0"/>
          <p:nvPr/>
        </p:nvPicPr>
        <p:blipFill rotWithShape="1">
          <a:blip r:embed="rId3">
            <a:alphaModFix/>
          </a:blip>
          <a:srcRect/>
          <a:stretch/>
        </p:blipFill>
        <p:spPr>
          <a:xfrm>
            <a:off x="5721168" y="912633"/>
            <a:ext cx="5419578" cy="5499046"/>
          </a:xfrm>
          <a:prstGeom prst="rect">
            <a:avLst/>
          </a:prstGeom>
          <a:noFill/>
          <a:ln>
            <a:noFill/>
          </a:ln>
        </p:spPr>
      </p:pic>
      <p:pic>
        <p:nvPicPr>
          <p:cNvPr id="4" name="Google Shape;216;p17" descr="image.png">
            <a:extLst>
              <a:ext uri="{FF2B5EF4-FFF2-40B4-BE49-F238E27FC236}">
                <a16:creationId xmlns:a16="http://schemas.microsoft.com/office/drawing/2014/main" id="{22559884-D408-2A35-79C0-E481694D7409}"/>
              </a:ext>
            </a:extLst>
          </p:cNvPr>
          <p:cNvPicPr preferRelativeResize="0"/>
          <p:nvPr/>
        </p:nvPicPr>
        <p:blipFill rotWithShape="1">
          <a:blip r:embed="rId3">
            <a:alphaModFix/>
          </a:blip>
          <a:srcRect/>
          <a:stretch/>
        </p:blipFill>
        <p:spPr>
          <a:xfrm>
            <a:off x="525598" y="912633"/>
            <a:ext cx="5135098" cy="5499046"/>
          </a:xfrm>
          <a:prstGeom prst="rect">
            <a:avLst/>
          </a:prstGeom>
          <a:noFill/>
          <a:ln>
            <a:noFill/>
          </a:ln>
        </p:spPr>
      </p:pic>
      <p:sp>
        <p:nvSpPr>
          <p:cNvPr id="12" name="Title 1">
            <a:extLst>
              <a:ext uri="{FF2B5EF4-FFF2-40B4-BE49-F238E27FC236}">
                <a16:creationId xmlns:a16="http://schemas.microsoft.com/office/drawing/2014/main" id="{27AAC702-0F5E-53E5-DE99-A7C943996F97}"/>
              </a:ext>
            </a:extLst>
          </p:cNvPr>
          <p:cNvSpPr>
            <a:spLocks noGrp="1"/>
          </p:cNvSpPr>
          <p:nvPr>
            <p:ph type="title"/>
          </p:nvPr>
        </p:nvSpPr>
        <p:spPr>
          <a:xfrm>
            <a:off x="527456" y="152400"/>
            <a:ext cx="10769600" cy="616857"/>
          </a:xfrm>
          <a:ln>
            <a:noFill/>
          </a:ln>
        </p:spPr>
        <p:txBody>
          <a:bodyPr>
            <a:noAutofit/>
          </a:bodyPr>
          <a:lstStyle/>
          <a:p>
            <a:pPr>
              <a:tabLst>
                <a:tab pos="228600" algn="l"/>
              </a:tabLst>
            </a:pPr>
            <a:r>
              <a:rPr lang="en-AU" sz="4000" dirty="0" err="1">
                <a:solidFill>
                  <a:srgbClr val="F04E23"/>
                </a:solidFill>
                <a:latin typeface="+mn-lt"/>
                <a:ea typeface="Calibri" charset="0"/>
                <a:cs typeface="Calibri" panose="020F0502020204030204" pitchFamily="34" charset="0"/>
              </a:rPr>
              <a:t>Kế</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hoạch</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triển</a:t>
            </a:r>
            <a:r>
              <a:rPr lang="en-AU" sz="4000" dirty="0">
                <a:solidFill>
                  <a:srgbClr val="F04E23"/>
                </a:solidFill>
                <a:latin typeface="+mn-lt"/>
                <a:ea typeface="Calibri" charset="0"/>
                <a:cs typeface="Calibri" panose="020F0502020204030204" pitchFamily="34" charset="0"/>
              </a:rPr>
              <a:t> </a:t>
            </a:r>
            <a:r>
              <a:rPr lang="en-AU" sz="4000" dirty="0" err="1">
                <a:solidFill>
                  <a:srgbClr val="F04E23"/>
                </a:solidFill>
                <a:latin typeface="+mn-lt"/>
                <a:ea typeface="Calibri" charset="0"/>
                <a:cs typeface="Calibri" panose="020F0502020204030204" pitchFamily="34" charset="0"/>
              </a:rPr>
              <a:t>khai</a:t>
            </a:r>
            <a:endParaRPr lang="en-AU" sz="4000" dirty="0">
              <a:solidFill>
                <a:srgbClr val="F04E23"/>
              </a:solidFill>
              <a:latin typeface="+mn-lt"/>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195EA0D5-98FC-09D9-5AB1-B3CE9C1EE52E}"/>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oogle Shape;417;p26" descr="image.png">
            <a:extLst>
              <a:ext uri="{FF2B5EF4-FFF2-40B4-BE49-F238E27FC236}">
                <a16:creationId xmlns:a16="http://schemas.microsoft.com/office/drawing/2014/main" id="{13A97CAC-442F-44F8-98DC-7D344A94222E}"/>
              </a:ext>
            </a:extLst>
          </p:cNvPr>
          <p:cNvPicPr preferRelativeResize="0"/>
          <p:nvPr/>
        </p:nvPicPr>
        <p:blipFill rotWithShape="1">
          <a:blip r:embed="rId4">
            <a:alphaModFix/>
          </a:blip>
          <a:srcRect/>
          <a:stretch/>
        </p:blipFill>
        <p:spPr>
          <a:xfrm>
            <a:off x="714375" y="5276234"/>
            <a:ext cx="4772660" cy="853440"/>
          </a:xfrm>
          <a:prstGeom prst="rect">
            <a:avLst/>
          </a:prstGeom>
          <a:noFill/>
          <a:ln>
            <a:noFill/>
          </a:ln>
        </p:spPr>
      </p:pic>
      <p:pic>
        <p:nvPicPr>
          <p:cNvPr id="10" name="Google Shape;418;p26" descr="image.png">
            <a:extLst>
              <a:ext uri="{FF2B5EF4-FFF2-40B4-BE49-F238E27FC236}">
                <a16:creationId xmlns:a16="http://schemas.microsoft.com/office/drawing/2014/main" id="{18CAEC7C-2DEE-448F-A22D-90BA4BB18810}"/>
              </a:ext>
            </a:extLst>
          </p:cNvPr>
          <p:cNvPicPr preferRelativeResize="0"/>
          <p:nvPr/>
        </p:nvPicPr>
        <p:blipFill rotWithShape="1">
          <a:blip r:embed="rId4">
            <a:alphaModFix/>
          </a:blip>
          <a:srcRect/>
          <a:stretch/>
        </p:blipFill>
        <p:spPr>
          <a:xfrm>
            <a:off x="5845175" y="5346719"/>
            <a:ext cx="4762500" cy="833120"/>
          </a:xfrm>
          <a:prstGeom prst="rect">
            <a:avLst/>
          </a:prstGeom>
          <a:noFill/>
          <a:ln>
            <a:noFill/>
          </a:ln>
        </p:spPr>
      </p:pic>
      <p:sp>
        <p:nvSpPr>
          <p:cNvPr id="11" name="Google Shape;419;p26">
            <a:extLst>
              <a:ext uri="{FF2B5EF4-FFF2-40B4-BE49-F238E27FC236}">
                <a16:creationId xmlns:a16="http://schemas.microsoft.com/office/drawing/2014/main" id="{9D6BFE7D-9475-426B-BA98-A2EEEDFBFB6E}"/>
              </a:ext>
            </a:extLst>
          </p:cNvPr>
          <p:cNvSpPr txBox="1"/>
          <p:nvPr/>
        </p:nvSpPr>
        <p:spPr>
          <a:xfrm>
            <a:off x="714375" y="2024360"/>
            <a:ext cx="4762500" cy="369332"/>
          </a:xfrm>
          <a:prstGeom prst="rect">
            <a:avLst/>
          </a:prstGeom>
          <a:noFill/>
          <a:ln>
            <a:noFill/>
          </a:ln>
        </p:spPr>
        <p:txBody>
          <a:bodyPr spcFirstLastPara="1" wrap="square" lIns="0" tIns="0" rIns="0" bIns="0" anchor="t" anchorCtr="0">
            <a:spAutoFit/>
          </a:bodyPr>
          <a:lstStyle/>
          <a:p>
            <a:r>
              <a:rPr lang="en-US" sz="1200" b="1" i="0" u="none" strike="noStrike" cap="none" dirty="0" err="1">
                <a:solidFill>
                  <a:srgbClr val="0F172A"/>
                </a:solidFill>
                <a:latin typeface="Open Sans"/>
                <a:ea typeface="Open Sans"/>
                <a:cs typeface="Open Sans"/>
                <a:sym typeface="Open Sans"/>
              </a:rPr>
              <a:t>Mục</a:t>
            </a:r>
            <a:r>
              <a:rPr lang="en-US" sz="1200" b="1" i="0" u="none" strike="noStrike" cap="none" dirty="0">
                <a:solidFill>
                  <a:srgbClr val="0F172A"/>
                </a:solidFill>
                <a:latin typeface="Open Sans"/>
                <a:ea typeface="Open Sans"/>
                <a:cs typeface="Open Sans"/>
                <a:sym typeface="Open Sans"/>
              </a:rPr>
              <a:t> </a:t>
            </a:r>
            <a:r>
              <a:rPr lang="en-US" sz="1200" b="1" i="0" u="none" strike="noStrike" cap="none" dirty="0" err="1">
                <a:solidFill>
                  <a:srgbClr val="0F172A"/>
                </a:solidFill>
                <a:latin typeface="Open Sans"/>
                <a:ea typeface="Open Sans"/>
                <a:cs typeface="Open Sans"/>
                <a:sym typeface="Open Sans"/>
              </a:rPr>
              <a:t>tiêu</a:t>
            </a:r>
            <a:r>
              <a:rPr lang="en-US" sz="1200" b="1" i="0" u="none" strike="noStrike" cap="none" dirty="0">
                <a:solidFill>
                  <a:srgbClr val="0F172A"/>
                </a:solidFill>
                <a:latin typeface="Open Sans"/>
                <a:ea typeface="Open Sans"/>
                <a:cs typeface="Open Sans"/>
                <a:sym typeface="Open Sans"/>
              </a:rPr>
              <a:t>:</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Giải</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quyết</a:t>
            </a:r>
            <a:r>
              <a:rPr lang="vi-VN" sz="1200" dirty="0">
                <a:solidFill>
                  <a:srgbClr val="000000"/>
                </a:solidFill>
                <a:latin typeface="Open Sans"/>
                <a:ea typeface="Open Sans"/>
                <a:cs typeface="Open Sans"/>
                <a:sym typeface="Open Sans"/>
              </a:rPr>
              <a:t> Tech-debt</a:t>
            </a:r>
            <a:r>
              <a:rPr lang="en-US" sz="1200" dirty="0">
                <a:solidFill>
                  <a:srgbClr val="000000"/>
                </a:solidFill>
                <a:latin typeface="Open Sans"/>
                <a:ea typeface="Open Sans"/>
                <a:cs typeface="Open Sans"/>
                <a:sym typeface="Open Sans"/>
              </a:rPr>
              <a:t> upload file </a:t>
            </a:r>
            <a:r>
              <a:rPr lang="en-US" sz="1200" dirty="0" err="1">
                <a:solidFill>
                  <a:srgbClr val="000000"/>
                </a:solidFill>
                <a:latin typeface="Open Sans"/>
                <a:ea typeface="Open Sans"/>
                <a:cs typeface="Open Sans"/>
                <a:sym typeface="Open Sans"/>
              </a:rPr>
              <a:t>Thuế</a:t>
            </a:r>
            <a:r>
              <a:rPr lang="en-US" sz="1200" dirty="0">
                <a:solidFill>
                  <a:srgbClr val="000000"/>
                </a:solidFill>
                <a:latin typeface="Open Sans"/>
                <a:ea typeface="Open Sans"/>
                <a:cs typeface="Open Sans"/>
                <a:sym typeface="Open Sans"/>
              </a:rPr>
              <a:t> (XML)</a:t>
            </a:r>
            <a:r>
              <a:rPr lang="en-US" sz="1200" b="0" i="0" u="none" strike="noStrike" cap="none" dirty="0">
                <a:solidFill>
                  <a:srgbClr val="000000"/>
                </a:solidFill>
                <a:latin typeface="Open Sans"/>
                <a:ea typeface="Open Sans"/>
                <a:cs typeface="Open Sans"/>
                <a:sym typeface="Open Sans"/>
              </a:rPr>
              <a:t>, </a:t>
            </a:r>
            <a:r>
              <a:rPr lang="en-US" sz="1200" b="0" i="0" u="none" strike="noStrike" cap="none" dirty="0" err="1">
                <a:solidFill>
                  <a:srgbClr val="000000"/>
                </a:solidFill>
                <a:latin typeface="Open Sans"/>
                <a:ea typeface="Open Sans"/>
                <a:cs typeface="Open Sans"/>
                <a:sym typeface="Open Sans"/>
              </a:rPr>
              <a:t>kiểm</a:t>
            </a:r>
            <a:r>
              <a:rPr lang="en-US" sz="1200" b="0" i="0" u="none" strike="noStrike" cap="none" dirty="0">
                <a:solidFill>
                  <a:srgbClr val="000000"/>
                </a:solidFill>
                <a:latin typeface="Open Sans"/>
                <a:ea typeface="Open Sans"/>
                <a:cs typeface="Open Sans"/>
                <a:sym typeface="Open Sans"/>
              </a:rPr>
              <a:t> </a:t>
            </a:r>
            <a:r>
              <a:rPr lang="en-US" sz="1200" b="0" i="0" u="none" strike="noStrike" cap="none" dirty="0" err="1">
                <a:solidFill>
                  <a:srgbClr val="000000"/>
                </a:solidFill>
                <a:latin typeface="Open Sans"/>
                <a:ea typeface="Open Sans"/>
                <a:cs typeface="Open Sans"/>
                <a:sym typeface="Open Sans"/>
              </a:rPr>
              <a:t>chứng</a:t>
            </a:r>
            <a:r>
              <a:rPr lang="en-US" sz="1200" dirty="0">
                <a:solidFill>
                  <a:srgbClr val="000000"/>
                </a:solidFill>
                <a:latin typeface="Open Sans"/>
                <a:ea typeface="Open Sans"/>
                <a:cs typeface="Open Sans"/>
                <a:sym typeface="Open Sans"/>
              </a:rPr>
              <a:t> </a:t>
            </a:r>
            <a:r>
              <a:rPr lang="en-US" sz="1200" dirty="0" err="1">
                <a:solidFill>
                  <a:srgbClr val="000000"/>
                </a:solidFill>
                <a:latin typeface="Open Sans"/>
                <a:ea typeface="Open Sans"/>
                <a:cs typeface="Open Sans"/>
                <a:sym typeface="Open Sans"/>
              </a:rPr>
              <a:t>kiến</a:t>
            </a:r>
            <a:r>
              <a:rPr lang="en-US" sz="1200" dirty="0">
                <a:solidFill>
                  <a:srgbClr val="000000"/>
                </a:solidFill>
                <a:latin typeface="Open Sans"/>
                <a:ea typeface="Open Sans"/>
                <a:cs typeface="Open Sans"/>
                <a:sym typeface="Open Sans"/>
              </a:rPr>
              <a:t> trúc Microservices</a:t>
            </a:r>
            <a:r>
              <a:rPr lang="en-US" sz="1200" b="0" i="0" u="none" strike="noStrike" cap="none" dirty="0">
                <a:solidFill>
                  <a:srgbClr val="000000"/>
                </a:solidFill>
                <a:latin typeface="Open Sans"/>
                <a:ea typeface="Open Sans"/>
                <a:cs typeface="Open Sans"/>
                <a:sym typeface="Open Sans"/>
              </a:rPr>
              <a:t> &amp; Event-driven</a:t>
            </a:r>
            <a:r>
              <a:rPr lang="vi-VN" sz="1200" b="0" i="0" u="none" strike="noStrike" cap="none" dirty="0">
                <a:solidFill>
                  <a:srgbClr val="000000"/>
                </a:solidFill>
                <a:latin typeface="Open Sans"/>
                <a:ea typeface="Open Sans"/>
                <a:cs typeface="Open Sans"/>
                <a:sym typeface="Open Sans"/>
              </a:rPr>
              <a:t> cho upload và xử lý file lớn.</a:t>
            </a:r>
            <a:endParaRPr dirty="0"/>
          </a:p>
        </p:txBody>
      </p:sp>
      <p:sp>
        <p:nvSpPr>
          <p:cNvPr id="13" name="Google Shape;420;p26">
            <a:extLst>
              <a:ext uri="{FF2B5EF4-FFF2-40B4-BE49-F238E27FC236}">
                <a16:creationId xmlns:a16="http://schemas.microsoft.com/office/drawing/2014/main" id="{8693C71B-5836-4891-8FDC-BC77DFBBE063}"/>
              </a:ext>
            </a:extLst>
          </p:cNvPr>
          <p:cNvSpPr txBox="1"/>
          <p:nvPr/>
        </p:nvSpPr>
        <p:spPr>
          <a:xfrm>
            <a:off x="6200775" y="2033885"/>
            <a:ext cx="4762500"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F172A"/>
                </a:solidFill>
                <a:latin typeface="Open Sans"/>
                <a:ea typeface="Open Sans"/>
                <a:cs typeface="Open Sans"/>
                <a:sym typeface="Open Sans"/>
              </a:rPr>
              <a:t>Mục tiêu:</a:t>
            </a:r>
            <a:r>
              <a:rPr lang="en-US" sz="1200" b="0" i="0" u="none" strike="noStrike" cap="none">
                <a:solidFill>
                  <a:srgbClr val="000000"/>
                </a:solidFill>
                <a:latin typeface="Open Sans"/>
                <a:ea typeface="Open Sans"/>
                <a:cs typeface="Open Sans"/>
                <a:sym typeface="Open Sans"/>
              </a:rPr>
              <a:t> Mở rộng chức năng không thay đổi kiến trúc lõi.</a:t>
            </a:r>
            <a:endParaRPr/>
          </a:p>
        </p:txBody>
      </p:sp>
      <p:pic>
        <p:nvPicPr>
          <p:cNvPr id="14" name="Google Shape;421;p26" descr="image.png">
            <a:extLst>
              <a:ext uri="{FF2B5EF4-FFF2-40B4-BE49-F238E27FC236}">
                <a16:creationId xmlns:a16="http://schemas.microsoft.com/office/drawing/2014/main" id="{6D9EE55B-8E9F-49DC-B460-960B1058FCA4}"/>
              </a:ext>
            </a:extLst>
          </p:cNvPr>
          <p:cNvPicPr preferRelativeResize="0"/>
          <p:nvPr/>
        </p:nvPicPr>
        <p:blipFill rotWithShape="1">
          <a:blip r:embed="rId5">
            <a:alphaModFix/>
          </a:blip>
          <a:srcRect/>
          <a:stretch/>
        </p:blipFill>
        <p:spPr>
          <a:xfrm>
            <a:off x="714375" y="1414760"/>
            <a:ext cx="266700" cy="266700"/>
          </a:xfrm>
          <a:prstGeom prst="rect">
            <a:avLst/>
          </a:prstGeom>
          <a:noFill/>
          <a:ln>
            <a:noFill/>
          </a:ln>
        </p:spPr>
      </p:pic>
      <p:sp>
        <p:nvSpPr>
          <p:cNvPr id="15" name="Google Shape;422;p26">
            <a:extLst>
              <a:ext uri="{FF2B5EF4-FFF2-40B4-BE49-F238E27FC236}">
                <a16:creationId xmlns:a16="http://schemas.microsoft.com/office/drawing/2014/main" id="{2C4790D1-DD07-447D-9247-069BADD8D032}"/>
              </a:ext>
            </a:extLst>
          </p:cNvPr>
          <p:cNvSpPr txBox="1"/>
          <p:nvPr/>
        </p:nvSpPr>
        <p:spPr>
          <a:xfrm>
            <a:off x="1123950" y="1414760"/>
            <a:ext cx="286035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latin typeface="Roboto SemiBold"/>
                <a:ea typeface="Roboto SemiBold"/>
                <a:cs typeface="Roboto SemiBold"/>
                <a:sym typeface="Roboto SemiBold"/>
              </a:rPr>
              <a:t>Phase 1: MVP Core &amp; XML</a:t>
            </a:r>
            <a:endParaRPr dirty="0"/>
          </a:p>
        </p:txBody>
      </p:sp>
      <p:sp>
        <p:nvSpPr>
          <p:cNvPr id="16" name="Google Shape;423;p26">
            <a:extLst>
              <a:ext uri="{FF2B5EF4-FFF2-40B4-BE49-F238E27FC236}">
                <a16:creationId xmlns:a16="http://schemas.microsoft.com/office/drawing/2014/main" id="{3CD23595-1287-46BA-A34A-176435BFEF38}"/>
              </a:ext>
            </a:extLst>
          </p:cNvPr>
          <p:cNvSpPr txBox="1"/>
          <p:nvPr/>
        </p:nvSpPr>
        <p:spPr>
          <a:xfrm>
            <a:off x="714375" y="2560300"/>
            <a:ext cx="47625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err="1">
                <a:solidFill>
                  <a:srgbClr val="0F172A"/>
                </a:solidFill>
                <a:latin typeface="Open Sans"/>
                <a:ea typeface="Open Sans"/>
                <a:cs typeface="Open Sans"/>
                <a:sym typeface="Open Sans"/>
              </a:rPr>
              <a:t>Phạm</a:t>
            </a:r>
            <a:r>
              <a:rPr lang="en-US" sz="1275" b="1" i="0" u="none" strike="noStrike" cap="none" dirty="0">
                <a:solidFill>
                  <a:srgbClr val="0F172A"/>
                </a:solidFill>
                <a:latin typeface="Open Sans"/>
                <a:ea typeface="Open Sans"/>
                <a:cs typeface="Open Sans"/>
                <a:sym typeface="Open Sans"/>
              </a:rPr>
              <a:t> vi </a:t>
            </a:r>
            <a:r>
              <a:rPr lang="en-US" sz="1275" b="1" i="0" u="none" strike="noStrike" cap="none" dirty="0" err="1">
                <a:solidFill>
                  <a:srgbClr val="0F172A"/>
                </a:solidFill>
                <a:latin typeface="Open Sans"/>
                <a:ea typeface="Open Sans"/>
                <a:cs typeface="Open Sans"/>
                <a:sym typeface="Open Sans"/>
              </a:rPr>
              <a:t>triển</a:t>
            </a:r>
            <a:r>
              <a:rPr lang="en-US" sz="1275" b="1" i="0" u="none" strike="noStrike" cap="none" dirty="0">
                <a:solidFill>
                  <a:srgbClr val="0F172A"/>
                </a:solidFill>
                <a:latin typeface="Open Sans"/>
                <a:ea typeface="Open Sans"/>
                <a:cs typeface="Open Sans"/>
                <a:sym typeface="Open Sans"/>
              </a:rPr>
              <a:t> </a:t>
            </a:r>
            <a:r>
              <a:rPr lang="en-US" sz="1275" b="1" i="0" u="none" strike="noStrike" cap="none" dirty="0" err="1">
                <a:solidFill>
                  <a:srgbClr val="0F172A"/>
                </a:solidFill>
                <a:latin typeface="Open Sans"/>
                <a:ea typeface="Open Sans"/>
                <a:cs typeface="Open Sans"/>
                <a:sym typeface="Open Sans"/>
              </a:rPr>
              <a:t>khai</a:t>
            </a:r>
            <a:r>
              <a:rPr lang="en-US" sz="1275" b="1" i="0" u="none" strike="noStrike" cap="none" dirty="0">
                <a:solidFill>
                  <a:srgbClr val="0F172A"/>
                </a:solidFill>
                <a:latin typeface="Open Sans"/>
                <a:ea typeface="Open Sans"/>
                <a:cs typeface="Open Sans"/>
                <a:sym typeface="Open Sans"/>
              </a:rPr>
              <a:t>:</a:t>
            </a:r>
            <a:endParaRPr dirty="0"/>
          </a:p>
        </p:txBody>
      </p:sp>
      <p:sp>
        <p:nvSpPr>
          <p:cNvPr id="17" name="Google Shape;424;p26">
            <a:extLst>
              <a:ext uri="{FF2B5EF4-FFF2-40B4-BE49-F238E27FC236}">
                <a16:creationId xmlns:a16="http://schemas.microsoft.com/office/drawing/2014/main" id="{9AF0B125-946A-4726-BCC2-DDC4A225EEAD}"/>
              </a:ext>
            </a:extLst>
          </p:cNvPr>
          <p:cNvSpPr txBox="1"/>
          <p:nvPr/>
        </p:nvSpPr>
        <p:spPr>
          <a:xfrm>
            <a:off x="922337" y="5341405"/>
            <a:ext cx="4505325" cy="541687"/>
          </a:xfrm>
          <a:prstGeom prst="rect">
            <a:avLst/>
          </a:prstGeom>
          <a:noFill/>
          <a:ln>
            <a:noFill/>
          </a:ln>
        </p:spPr>
        <p:txBody>
          <a:bodyPr spcFirstLastPara="1" wrap="square" lIns="123825" tIns="0" rIns="0" bIns="0" anchor="t" anchorCtr="0">
            <a:spAutoFit/>
          </a:bodyPr>
          <a:lstStyle/>
          <a:p>
            <a:pPr>
              <a:lnSpc>
                <a:spcPct val="160000"/>
              </a:lnSpc>
            </a:pPr>
            <a:r>
              <a:rPr lang="en-US" sz="1100" b="0" i="0" u="none" strike="noStrike" cap="none" dirty="0" err="1">
                <a:solidFill>
                  <a:srgbClr val="334155"/>
                </a:solidFill>
                <a:latin typeface="Open Sans Medium"/>
                <a:ea typeface="Open Sans Medium"/>
                <a:cs typeface="Open Sans Medium"/>
                <a:sym typeface="Open Sans Medium"/>
              </a:rPr>
              <a:t>Kết</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quả</a:t>
            </a:r>
            <a:r>
              <a:rPr lang="en-US" sz="1100" b="0" i="0" u="none" strike="noStrike" cap="none" dirty="0">
                <a:solidFill>
                  <a:srgbClr val="334155"/>
                </a:solidFill>
                <a:latin typeface="Open Sans Medium"/>
                <a:ea typeface="Open Sans Medium"/>
                <a:cs typeface="Open Sans Medium"/>
                <a:sym typeface="Open Sans Medium"/>
              </a:rPr>
              <a:t>: </a:t>
            </a:r>
            <a:r>
              <a:rPr lang="en-US" sz="1100" dirty="0" err="1">
                <a:solidFill>
                  <a:srgbClr val="334155"/>
                </a:solidFill>
                <a:latin typeface="Open Sans Medium"/>
                <a:ea typeface="Open Sans Medium"/>
                <a:cs typeface="Open Sans Medium"/>
                <a:sym typeface="Open Sans Medium"/>
              </a:rPr>
              <a:t>Upl</a:t>
            </a:r>
            <a:r>
              <a:rPr lang="en-US" sz="1100" dirty="0">
                <a:solidFill>
                  <a:srgbClr val="334155"/>
                </a:solidFill>
                <a:latin typeface="Open Sans Medium"/>
                <a:ea typeface="Open Sans Medium"/>
                <a:cs typeface="Open Sans Medium"/>
                <a:sym typeface="Open Sans Medium"/>
              </a:rPr>
              <a:t>oad file XML </a:t>
            </a:r>
            <a:r>
              <a:rPr lang="en-US" sz="1100" dirty="0" err="1">
                <a:solidFill>
                  <a:srgbClr val="334155"/>
                </a:solidFill>
                <a:latin typeface="Open Sans Medium"/>
                <a:ea typeface="Open Sans Medium"/>
                <a:cs typeface="Open Sans Medium"/>
                <a:sym typeface="Open Sans Medium"/>
              </a:rPr>
              <a:t>theo</a:t>
            </a:r>
            <a:r>
              <a:rPr lang="en-US" sz="1100" dirty="0">
                <a:solidFill>
                  <a:srgbClr val="334155"/>
                </a:solidFill>
                <a:latin typeface="Open Sans Medium"/>
                <a:ea typeface="Open Sans Medium"/>
                <a:cs typeface="Open Sans Medium"/>
                <a:sym typeface="Open Sans Medium"/>
              </a:rPr>
              <a:t> luồng</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bất</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đồng</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bộ</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tách</a:t>
            </a:r>
            <a:r>
              <a:rPr lang="en-US" sz="1100" b="0" i="0" u="none" strike="noStrike" cap="none" dirty="0">
                <a:solidFill>
                  <a:srgbClr val="334155"/>
                </a:solidFill>
                <a:latin typeface="Open Sans Medium"/>
                <a:ea typeface="Open Sans Medium"/>
                <a:cs typeface="Open Sans Medium"/>
                <a:sym typeface="Open Sans Medium"/>
              </a:rPr>
              <a:t> </a:t>
            </a:r>
            <a:r>
              <a:rPr lang="en-US" sz="1100" b="0" i="0" u="none" strike="noStrike" cap="none" dirty="0" err="1">
                <a:solidFill>
                  <a:srgbClr val="334155"/>
                </a:solidFill>
                <a:latin typeface="Open Sans Medium"/>
                <a:ea typeface="Open Sans Medium"/>
                <a:cs typeface="Open Sans Medium"/>
                <a:sym typeface="Open Sans Medium"/>
              </a:rPr>
              <a:t>biệt</a:t>
            </a:r>
            <a:r>
              <a:rPr lang="en-US" sz="1100" b="0" i="0" u="none" strike="noStrike" cap="none" dirty="0">
                <a:solidFill>
                  <a:srgbClr val="334155"/>
                </a:solidFill>
                <a:latin typeface="Open Sans Medium"/>
                <a:ea typeface="Open Sans Medium"/>
                <a:cs typeface="Open Sans Medium"/>
                <a:sym typeface="Open Sans Medium"/>
              </a:rPr>
              <a:t> Upload-Validate-Ingest.</a:t>
            </a:r>
            <a:endParaRPr lang="en-US" sz="1100">
              <a:ea typeface="Calibri"/>
              <a:cs typeface="Calibri"/>
            </a:endParaRPr>
          </a:p>
        </p:txBody>
      </p:sp>
      <p:pic>
        <p:nvPicPr>
          <p:cNvPr id="18" name="Google Shape;425;p26" descr="image.png">
            <a:extLst>
              <a:ext uri="{FF2B5EF4-FFF2-40B4-BE49-F238E27FC236}">
                <a16:creationId xmlns:a16="http://schemas.microsoft.com/office/drawing/2014/main" id="{70C80D48-60F2-43F5-AB62-CD401E5A9B18}"/>
              </a:ext>
            </a:extLst>
          </p:cNvPr>
          <p:cNvPicPr preferRelativeResize="0"/>
          <p:nvPr/>
        </p:nvPicPr>
        <p:blipFill rotWithShape="1">
          <a:blip r:embed="rId6">
            <a:alphaModFix/>
          </a:blip>
          <a:srcRect/>
          <a:stretch/>
        </p:blipFill>
        <p:spPr>
          <a:xfrm>
            <a:off x="6200775" y="1424285"/>
            <a:ext cx="266700" cy="266700"/>
          </a:xfrm>
          <a:prstGeom prst="rect">
            <a:avLst/>
          </a:prstGeom>
          <a:noFill/>
          <a:ln>
            <a:noFill/>
          </a:ln>
        </p:spPr>
      </p:pic>
      <p:sp>
        <p:nvSpPr>
          <p:cNvPr id="19" name="Google Shape;426;p26">
            <a:extLst>
              <a:ext uri="{FF2B5EF4-FFF2-40B4-BE49-F238E27FC236}">
                <a16:creationId xmlns:a16="http://schemas.microsoft.com/office/drawing/2014/main" id="{7B58EA84-BFB1-4F20-A441-8C93271061B6}"/>
              </a:ext>
            </a:extLst>
          </p:cNvPr>
          <p:cNvSpPr txBox="1"/>
          <p:nvPr/>
        </p:nvSpPr>
        <p:spPr>
          <a:xfrm>
            <a:off x="6610350" y="1424285"/>
            <a:ext cx="292036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latin typeface="Roboto SemiBold"/>
                <a:ea typeface="Roboto SemiBold"/>
                <a:cs typeface="Roboto SemiBold"/>
                <a:sym typeface="Roboto SemiBold"/>
              </a:rPr>
              <a:t>Phase 2: Scale &amp; Extension</a:t>
            </a:r>
            <a:endParaRPr dirty="0"/>
          </a:p>
        </p:txBody>
      </p:sp>
      <p:sp>
        <p:nvSpPr>
          <p:cNvPr id="20" name="Google Shape;427;p26">
            <a:extLst>
              <a:ext uri="{FF2B5EF4-FFF2-40B4-BE49-F238E27FC236}">
                <a16:creationId xmlns:a16="http://schemas.microsoft.com/office/drawing/2014/main" id="{D6B7C43D-D9EB-4D5D-8749-40A1F83D96FC}"/>
              </a:ext>
            </a:extLst>
          </p:cNvPr>
          <p:cNvSpPr txBox="1"/>
          <p:nvPr/>
        </p:nvSpPr>
        <p:spPr>
          <a:xfrm>
            <a:off x="6200775" y="2681585"/>
            <a:ext cx="47625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err="1">
                <a:solidFill>
                  <a:srgbClr val="0F172A"/>
                </a:solidFill>
                <a:latin typeface="Open Sans"/>
                <a:ea typeface="Open Sans"/>
                <a:cs typeface="Open Sans"/>
                <a:sym typeface="Open Sans"/>
              </a:rPr>
              <a:t>Phạm</a:t>
            </a:r>
            <a:r>
              <a:rPr lang="en-US" sz="1275" b="1" i="0" u="none" strike="noStrike" cap="none" dirty="0">
                <a:solidFill>
                  <a:srgbClr val="0F172A"/>
                </a:solidFill>
                <a:latin typeface="Open Sans"/>
                <a:ea typeface="Open Sans"/>
                <a:cs typeface="Open Sans"/>
                <a:sym typeface="Open Sans"/>
              </a:rPr>
              <a:t> vi </a:t>
            </a:r>
            <a:r>
              <a:rPr lang="en-US" sz="1275" b="1" i="0" u="none" strike="noStrike" cap="none" dirty="0" err="1">
                <a:solidFill>
                  <a:srgbClr val="0F172A"/>
                </a:solidFill>
                <a:latin typeface="Open Sans"/>
                <a:ea typeface="Open Sans"/>
                <a:cs typeface="Open Sans"/>
                <a:sym typeface="Open Sans"/>
              </a:rPr>
              <a:t>mở</a:t>
            </a:r>
            <a:r>
              <a:rPr lang="en-US" sz="1275" b="1" i="0" u="none" strike="noStrike" cap="none" dirty="0">
                <a:solidFill>
                  <a:srgbClr val="0F172A"/>
                </a:solidFill>
                <a:latin typeface="Open Sans"/>
                <a:ea typeface="Open Sans"/>
                <a:cs typeface="Open Sans"/>
                <a:sym typeface="Open Sans"/>
              </a:rPr>
              <a:t> </a:t>
            </a:r>
            <a:r>
              <a:rPr lang="en-US" sz="1275" b="1" i="0" u="none" strike="noStrike" cap="none" dirty="0" err="1">
                <a:solidFill>
                  <a:srgbClr val="0F172A"/>
                </a:solidFill>
                <a:latin typeface="Open Sans"/>
                <a:ea typeface="Open Sans"/>
                <a:cs typeface="Open Sans"/>
                <a:sym typeface="Open Sans"/>
              </a:rPr>
              <a:t>rộng</a:t>
            </a:r>
            <a:r>
              <a:rPr lang="en-US" sz="1275" b="1" i="0" u="none" strike="noStrike" cap="none" dirty="0">
                <a:solidFill>
                  <a:srgbClr val="0F172A"/>
                </a:solidFill>
                <a:latin typeface="Open Sans"/>
                <a:ea typeface="Open Sans"/>
                <a:cs typeface="Open Sans"/>
                <a:sym typeface="Open Sans"/>
              </a:rPr>
              <a:t>:</a:t>
            </a:r>
            <a:endParaRPr dirty="0"/>
          </a:p>
        </p:txBody>
      </p:sp>
      <p:sp>
        <p:nvSpPr>
          <p:cNvPr id="21" name="Google Shape;428;p26">
            <a:extLst>
              <a:ext uri="{FF2B5EF4-FFF2-40B4-BE49-F238E27FC236}">
                <a16:creationId xmlns:a16="http://schemas.microsoft.com/office/drawing/2014/main" id="{58FE372A-B7CE-40AF-8E37-9FE2712BAFE1}"/>
              </a:ext>
            </a:extLst>
          </p:cNvPr>
          <p:cNvSpPr txBox="1"/>
          <p:nvPr/>
        </p:nvSpPr>
        <p:spPr>
          <a:xfrm>
            <a:off x="6421501" y="5513490"/>
            <a:ext cx="4505325" cy="228600"/>
          </a:xfrm>
          <a:prstGeom prst="rect">
            <a:avLst/>
          </a:prstGeom>
          <a:noFill/>
          <a:ln>
            <a:noFill/>
          </a:ln>
        </p:spPr>
        <p:txBody>
          <a:bodyPr spcFirstLastPara="1" wrap="square" lIns="104775"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err="1">
                <a:solidFill>
                  <a:srgbClr val="334155"/>
                </a:solidFill>
                <a:latin typeface="Open Sans Medium"/>
                <a:ea typeface="Open Sans Medium"/>
                <a:cs typeface="Open Sans Medium"/>
                <a:sym typeface="Open Sans Medium"/>
              </a:rPr>
              <a:t>Kết</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quả</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Kiến</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trúc</a:t>
            </a:r>
            <a:r>
              <a:rPr lang="en-US" sz="1125" b="0" i="0" u="none" strike="noStrike" cap="none" dirty="0">
                <a:solidFill>
                  <a:srgbClr val="334155"/>
                </a:solidFill>
                <a:latin typeface="Open Sans Medium"/>
                <a:ea typeface="Open Sans Medium"/>
                <a:cs typeface="Open Sans Medium"/>
                <a:sym typeface="Open Sans Medium"/>
              </a:rPr>
              <a:t> Plug-in </a:t>
            </a:r>
            <a:r>
              <a:rPr lang="en-US" sz="1125" b="0" i="0" u="none" strike="noStrike" cap="none" dirty="0" err="1">
                <a:solidFill>
                  <a:srgbClr val="334155"/>
                </a:solidFill>
                <a:latin typeface="Open Sans Medium"/>
                <a:ea typeface="Open Sans Medium"/>
                <a:cs typeface="Open Sans Medium"/>
                <a:sym typeface="Open Sans Medium"/>
              </a:rPr>
              <a:t>theo</a:t>
            </a:r>
            <a:r>
              <a:rPr lang="en-US" sz="1125" b="0" i="0" u="none" strike="noStrike" cap="none" dirty="0">
                <a:solidFill>
                  <a:srgbClr val="334155"/>
                </a:solidFill>
                <a:latin typeface="Open Sans Medium"/>
                <a:ea typeface="Open Sans Medium"/>
                <a:cs typeface="Open Sans Medium"/>
                <a:sym typeface="Open Sans Medium"/>
              </a:rPr>
              <a:t> file type, </a:t>
            </a:r>
            <a:r>
              <a:rPr lang="en-US" sz="1125" b="0" i="0" u="none" strike="noStrike" cap="none" dirty="0" err="1">
                <a:solidFill>
                  <a:srgbClr val="334155"/>
                </a:solidFill>
                <a:latin typeface="Open Sans Medium"/>
                <a:ea typeface="Open Sans Medium"/>
                <a:cs typeface="Open Sans Medium"/>
                <a:sym typeface="Open Sans Medium"/>
              </a:rPr>
              <a:t>dễ</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dàng</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mở</a:t>
            </a:r>
            <a:r>
              <a:rPr lang="en-US" sz="1125" b="0" i="0" u="none" strike="noStrike" cap="none" dirty="0">
                <a:solidFill>
                  <a:srgbClr val="334155"/>
                </a:solidFill>
                <a:latin typeface="Open Sans Medium"/>
                <a:ea typeface="Open Sans Medium"/>
                <a:cs typeface="Open Sans Medium"/>
                <a:sym typeface="Open Sans Medium"/>
              </a:rPr>
              <a:t> </a:t>
            </a:r>
            <a:r>
              <a:rPr lang="en-US" sz="1125" b="0" i="0" u="none" strike="noStrike" cap="none" dirty="0" err="1">
                <a:solidFill>
                  <a:srgbClr val="334155"/>
                </a:solidFill>
                <a:latin typeface="Open Sans Medium"/>
                <a:ea typeface="Open Sans Medium"/>
                <a:cs typeface="Open Sans Medium"/>
                <a:sym typeface="Open Sans Medium"/>
              </a:rPr>
              <a:t>rộng</a:t>
            </a:r>
            <a:r>
              <a:rPr lang="en-US" sz="1125" b="0" i="0" u="none" strike="noStrike" cap="none" dirty="0">
                <a:solidFill>
                  <a:srgbClr val="334155"/>
                </a:solidFill>
                <a:latin typeface="Open Sans Medium"/>
                <a:ea typeface="Open Sans Medium"/>
                <a:cs typeface="Open Sans Medium"/>
                <a:sym typeface="Open Sans Medium"/>
              </a:rPr>
              <a:t>.</a:t>
            </a:r>
            <a:endParaRPr dirty="0"/>
          </a:p>
        </p:txBody>
      </p:sp>
      <p:sp>
        <p:nvSpPr>
          <p:cNvPr id="22" name="Google Shape;429;p26">
            <a:extLst>
              <a:ext uri="{FF2B5EF4-FFF2-40B4-BE49-F238E27FC236}">
                <a16:creationId xmlns:a16="http://schemas.microsoft.com/office/drawing/2014/main" id="{6864A06A-14ED-4718-B705-A6814FB83013}"/>
              </a:ext>
            </a:extLst>
          </p:cNvPr>
          <p:cNvSpPr txBox="1"/>
          <p:nvPr/>
        </p:nvSpPr>
        <p:spPr>
          <a:xfrm>
            <a:off x="838200" y="2966382"/>
            <a:ext cx="66675"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A5568"/>
                </a:solidFill>
                <a:latin typeface="Open Sans"/>
                <a:ea typeface="Open Sans"/>
                <a:cs typeface="Open Sans"/>
                <a:sym typeface="Open Sans"/>
              </a:rPr>
              <a:t>•</a:t>
            </a:r>
            <a:endParaRPr dirty="0"/>
          </a:p>
        </p:txBody>
      </p:sp>
      <p:sp>
        <p:nvSpPr>
          <p:cNvPr id="23" name="Google Shape;430;p26">
            <a:extLst>
              <a:ext uri="{FF2B5EF4-FFF2-40B4-BE49-F238E27FC236}">
                <a16:creationId xmlns:a16="http://schemas.microsoft.com/office/drawing/2014/main" id="{6E4BA795-92A9-4077-8B5F-FFB8CD7E27C0}"/>
              </a:ext>
            </a:extLst>
          </p:cNvPr>
          <p:cNvSpPr txBox="1"/>
          <p:nvPr/>
        </p:nvSpPr>
        <p:spPr>
          <a:xfrm>
            <a:off x="904875" y="2872085"/>
            <a:ext cx="4572000" cy="332399"/>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Frontend:</a:t>
            </a:r>
            <a:r>
              <a:rPr lang="en-US" sz="1350" b="0" i="0" u="none" strike="noStrike" cap="none" dirty="0">
                <a:solidFill>
                  <a:srgbClr val="4A5568"/>
                </a:solidFill>
                <a:latin typeface="Open Sans"/>
                <a:ea typeface="Open Sans"/>
                <a:cs typeface="Open Sans"/>
                <a:sym typeface="Open Sans"/>
              </a:rPr>
              <a:t> Upload, preview</a:t>
            </a:r>
            <a:r>
              <a:rPr lang="vi-VN" sz="1350" b="0" i="0" u="none" strike="noStrike" cap="none" dirty="0">
                <a:solidFill>
                  <a:srgbClr val="4A5568"/>
                </a:solidFill>
                <a:latin typeface="Open Sans"/>
                <a:ea typeface="Open Sans"/>
                <a:cs typeface="Open Sans"/>
                <a:sym typeface="Open Sans"/>
              </a:rPr>
              <a:t>, tracking, email notification</a:t>
            </a:r>
            <a:r>
              <a:rPr lang="en-US" sz="1350" b="0" i="0" u="none" strike="noStrike" cap="none" dirty="0">
                <a:solidFill>
                  <a:srgbClr val="4A5568"/>
                </a:solidFill>
                <a:latin typeface="Open Sans"/>
                <a:ea typeface="Open Sans"/>
                <a:cs typeface="Open Sans"/>
                <a:sym typeface="Open Sans"/>
              </a:rPr>
              <a:t>.</a:t>
            </a:r>
            <a:endParaRPr dirty="0"/>
          </a:p>
        </p:txBody>
      </p:sp>
      <p:sp>
        <p:nvSpPr>
          <p:cNvPr id="24" name="Google Shape;431;p26">
            <a:extLst>
              <a:ext uri="{FF2B5EF4-FFF2-40B4-BE49-F238E27FC236}">
                <a16:creationId xmlns:a16="http://schemas.microsoft.com/office/drawing/2014/main" id="{41DFCD9B-7219-4244-8157-173424FFC21C}"/>
              </a:ext>
            </a:extLst>
          </p:cNvPr>
          <p:cNvSpPr txBox="1"/>
          <p:nvPr/>
        </p:nvSpPr>
        <p:spPr>
          <a:xfrm>
            <a:off x="838200" y="3642508"/>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5" name="Google Shape;432;p26">
            <a:extLst>
              <a:ext uri="{FF2B5EF4-FFF2-40B4-BE49-F238E27FC236}">
                <a16:creationId xmlns:a16="http://schemas.microsoft.com/office/drawing/2014/main" id="{C57840C6-DE3E-4992-935E-AC5C06A79576}"/>
              </a:ext>
            </a:extLst>
          </p:cNvPr>
          <p:cNvSpPr txBox="1"/>
          <p:nvPr/>
        </p:nvSpPr>
        <p:spPr>
          <a:xfrm>
            <a:off x="904875" y="3547259"/>
            <a:ext cx="4572000" cy="664797"/>
          </a:xfrm>
          <a:prstGeom prst="rect">
            <a:avLst/>
          </a:prstGeom>
          <a:noFill/>
          <a:ln>
            <a:noFill/>
          </a:ln>
        </p:spPr>
        <p:txBody>
          <a:bodyPr spcFirstLastPara="1" wrap="square" lIns="66675" tIns="0" rIns="0" bIns="0" anchor="t" anchorCtr="0">
            <a:spAutoFit/>
          </a:bodyPr>
          <a:lstStyle/>
          <a:p>
            <a:pPr>
              <a:lnSpc>
                <a:spcPct val="160000"/>
              </a:lnSpc>
            </a:pPr>
            <a:r>
              <a:rPr lang="en-US" sz="1350" b="1" i="0" u="none" strike="noStrike" cap="none" dirty="0">
                <a:solidFill>
                  <a:srgbClr val="0F172A"/>
                </a:solidFill>
                <a:latin typeface="Open Sans"/>
                <a:ea typeface="Open Sans"/>
                <a:cs typeface="Open Sans"/>
                <a:sym typeface="Open Sans"/>
              </a:rPr>
              <a:t>Core Services:</a:t>
            </a:r>
            <a:r>
              <a:rPr lang="en-US" sz="1350" b="0" i="0" u="none" strike="noStrike" cap="none">
                <a:solidFill>
                  <a:srgbClr val="4A5568"/>
                </a:solidFill>
                <a:latin typeface="Open Sans"/>
                <a:ea typeface="Open Sans"/>
                <a:cs typeface="Open Sans"/>
                <a:sym typeface="Open Sans"/>
              </a:rPr>
              <a:t> User, Upload, Validation (XML), Ingest</a:t>
            </a:r>
            <a:r>
              <a:rPr lang="en-US" sz="1350">
                <a:solidFill>
                  <a:srgbClr val="4A5568"/>
                </a:solidFill>
                <a:latin typeface="Open Sans"/>
                <a:ea typeface="Open Sans"/>
                <a:cs typeface="Open Sans"/>
                <a:sym typeface="Open Sans"/>
              </a:rPr>
              <a:t> (XML).</a:t>
            </a:r>
            <a:endParaRPr/>
          </a:p>
        </p:txBody>
      </p:sp>
      <p:sp>
        <p:nvSpPr>
          <p:cNvPr id="26" name="Google Shape;433;p26">
            <a:extLst>
              <a:ext uri="{FF2B5EF4-FFF2-40B4-BE49-F238E27FC236}">
                <a16:creationId xmlns:a16="http://schemas.microsoft.com/office/drawing/2014/main" id="{24DABF62-D8A6-4C70-A865-105AEE00EBDB}"/>
              </a:ext>
            </a:extLst>
          </p:cNvPr>
          <p:cNvSpPr txBox="1"/>
          <p:nvPr/>
        </p:nvSpPr>
        <p:spPr>
          <a:xfrm>
            <a:off x="838200" y="4318635"/>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7" name="Google Shape;434;p26">
            <a:extLst>
              <a:ext uri="{FF2B5EF4-FFF2-40B4-BE49-F238E27FC236}">
                <a16:creationId xmlns:a16="http://schemas.microsoft.com/office/drawing/2014/main" id="{3C0B4318-2C80-4A83-859B-2AAF1014EDA2}"/>
              </a:ext>
            </a:extLst>
          </p:cNvPr>
          <p:cNvSpPr txBox="1"/>
          <p:nvPr/>
        </p:nvSpPr>
        <p:spPr>
          <a:xfrm>
            <a:off x="904875" y="4213860"/>
            <a:ext cx="4238625" cy="332399"/>
          </a:xfrm>
          <a:prstGeom prst="rect">
            <a:avLst/>
          </a:prstGeom>
          <a:noFill/>
          <a:ln>
            <a:noFill/>
          </a:ln>
        </p:spPr>
        <p:txBody>
          <a:bodyPr spcFirstLastPara="1" wrap="square" lIns="66675" tIns="0" rIns="0" bIns="0" anchor="t" anchorCtr="0">
            <a:spAutoFit/>
          </a:bodyPr>
          <a:lstStyle/>
          <a:p>
            <a:pPr>
              <a:lnSpc>
                <a:spcPct val="160000"/>
              </a:lnSpc>
            </a:pPr>
            <a:r>
              <a:rPr lang="en-US" sz="1350" b="1" dirty="0">
                <a:solidFill>
                  <a:srgbClr val="0F172A"/>
                </a:solidFill>
                <a:latin typeface="Open Sans"/>
                <a:ea typeface="Open Sans"/>
                <a:cs typeface="Open Sans"/>
                <a:sym typeface="Open Sans"/>
              </a:rPr>
              <a:t>Infra:</a:t>
            </a:r>
            <a:r>
              <a:rPr lang="en-US" sz="1350" b="0" i="0" u="none" strike="noStrike" cap="none" dirty="0">
                <a:solidFill>
                  <a:srgbClr val="4A5568"/>
                </a:solidFill>
                <a:latin typeface="Open Sans"/>
                <a:ea typeface="Open Sans"/>
                <a:cs typeface="Open Sans"/>
                <a:sym typeface="Open Sans"/>
              </a:rPr>
              <a:t> API Gateway, Kafka, Dell ECS, Postgres</a:t>
            </a:r>
            <a:r>
              <a:rPr lang="en-US" sz="1350" dirty="0">
                <a:solidFill>
                  <a:srgbClr val="4A5568"/>
                </a:solidFill>
                <a:latin typeface="Open Sans"/>
                <a:ea typeface="Open Sans"/>
                <a:cs typeface="Open Sans"/>
                <a:sym typeface="Open Sans"/>
              </a:rPr>
              <a:t>.</a:t>
            </a:r>
            <a:endParaRPr dirty="0"/>
          </a:p>
        </p:txBody>
      </p:sp>
      <p:sp>
        <p:nvSpPr>
          <p:cNvPr id="28" name="Google Shape;435;p26">
            <a:extLst>
              <a:ext uri="{FF2B5EF4-FFF2-40B4-BE49-F238E27FC236}">
                <a16:creationId xmlns:a16="http://schemas.microsoft.com/office/drawing/2014/main" id="{02FA04D8-E760-42BE-B6E8-5772D823B5E3}"/>
              </a:ext>
            </a:extLst>
          </p:cNvPr>
          <p:cNvSpPr txBox="1"/>
          <p:nvPr/>
        </p:nvSpPr>
        <p:spPr>
          <a:xfrm>
            <a:off x="838200" y="4994761"/>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29" name="Google Shape;436;p26">
            <a:extLst>
              <a:ext uri="{FF2B5EF4-FFF2-40B4-BE49-F238E27FC236}">
                <a16:creationId xmlns:a16="http://schemas.microsoft.com/office/drawing/2014/main" id="{8655DD25-4551-4D29-9F3C-E5D748C516AB}"/>
              </a:ext>
            </a:extLst>
          </p:cNvPr>
          <p:cNvSpPr txBox="1"/>
          <p:nvPr/>
        </p:nvSpPr>
        <p:spPr>
          <a:xfrm>
            <a:off x="904875" y="4912742"/>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Security:</a:t>
            </a:r>
            <a:r>
              <a:rPr lang="en-US" sz="1350" b="0" i="0" u="none" strike="noStrike" cap="none" dirty="0">
                <a:solidFill>
                  <a:srgbClr val="4A5568"/>
                </a:solidFill>
                <a:latin typeface="Open Sans"/>
                <a:ea typeface="Open Sans"/>
                <a:cs typeface="Open Sans"/>
                <a:sym typeface="Open Sans"/>
              </a:rPr>
              <a:t> JWT, RBAC, Audit Logs.</a:t>
            </a:r>
            <a:endParaRPr dirty="0"/>
          </a:p>
        </p:txBody>
      </p:sp>
      <p:pic>
        <p:nvPicPr>
          <p:cNvPr id="30" name="Google Shape;437;p26" descr="image.png">
            <a:extLst>
              <a:ext uri="{FF2B5EF4-FFF2-40B4-BE49-F238E27FC236}">
                <a16:creationId xmlns:a16="http://schemas.microsoft.com/office/drawing/2014/main" id="{273C5C3F-4EBA-4BCF-9EBE-2E20D16B3104}"/>
              </a:ext>
            </a:extLst>
          </p:cNvPr>
          <p:cNvPicPr preferRelativeResize="0"/>
          <p:nvPr/>
        </p:nvPicPr>
        <p:blipFill rotWithShape="1">
          <a:blip r:embed="rId7">
            <a:alphaModFix/>
          </a:blip>
          <a:srcRect/>
          <a:stretch/>
        </p:blipFill>
        <p:spPr>
          <a:xfrm>
            <a:off x="897890" y="5458479"/>
            <a:ext cx="123825" cy="142875"/>
          </a:xfrm>
          <a:prstGeom prst="rect">
            <a:avLst/>
          </a:prstGeom>
          <a:noFill/>
          <a:ln>
            <a:noFill/>
          </a:ln>
        </p:spPr>
      </p:pic>
      <p:sp>
        <p:nvSpPr>
          <p:cNvPr id="31" name="Google Shape;438;p26">
            <a:extLst>
              <a:ext uri="{FF2B5EF4-FFF2-40B4-BE49-F238E27FC236}">
                <a16:creationId xmlns:a16="http://schemas.microsoft.com/office/drawing/2014/main" id="{BA7ACDBE-C4A0-4B3F-ADF6-1FB52693EACD}"/>
              </a:ext>
            </a:extLst>
          </p:cNvPr>
          <p:cNvSpPr txBox="1"/>
          <p:nvPr/>
        </p:nvSpPr>
        <p:spPr>
          <a:xfrm>
            <a:off x="6324600" y="2975907"/>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2" name="Google Shape;439;p26">
            <a:extLst>
              <a:ext uri="{FF2B5EF4-FFF2-40B4-BE49-F238E27FC236}">
                <a16:creationId xmlns:a16="http://schemas.microsoft.com/office/drawing/2014/main" id="{51BA1B26-3CA3-4AE8-AE4E-D82CB8670AE6}"/>
              </a:ext>
            </a:extLst>
          </p:cNvPr>
          <p:cNvSpPr txBox="1"/>
          <p:nvPr/>
        </p:nvSpPr>
        <p:spPr>
          <a:xfrm>
            <a:off x="6391021" y="3564118"/>
            <a:ext cx="4572000" cy="618976"/>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Multi-file:</a:t>
            </a:r>
            <a:r>
              <a:rPr lang="en-US" sz="1350" b="0" i="0" u="none" strike="noStrike" cap="none" dirty="0">
                <a:solidFill>
                  <a:srgbClr val="4A5568"/>
                </a:solidFill>
                <a:latin typeface="Open Sans"/>
                <a:ea typeface="Open Sans"/>
                <a:cs typeface="Open Sans"/>
                <a:sym typeface="Open Sans"/>
              </a:rPr>
              <a:t> Support Excel, CSV.</a:t>
            </a:r>
            <a:endParaRPr dirty="0"/>
          </a:p>
        </p:txBody>
      </p:sp>
      <p:sp>
        <p:nvSpPr>
          <p:cNvPr id="33" name="Google Shape;440;p26">
            <a:extLst>
              <a:ext uri="{FF2B5EF4-FFF2-40B4-BE49-F238E27FC236}">
                <a16:creationId xmlns:a16="http://schemas.microsoft.com/office/drawing/2014/main" id="{241C2B24-CDB4-450B-B9B4-B5A2E914EB55}"/>
              </a:ext>
            </a:extLst>
          </p:cNvPr>
          <p:cNvSpPr txBox="1"/>
          <p:nvPr/>
        </p:nvSpPr>
        <p:spPr>
          <a:xfrm>
            <a:off x="6324600" y="3652033"/>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4" name="Google Shape;441;p26">
            <a:extLst>
              <a:ext uri="{FF2B5EF4-FFF2-40B4-BE49-F238E27FC236}">
                <a16:creationId xmlns:a16="http://schemas.microsoft.com/office/drawing/2014/main" id="{D02E1C5A-F9CF-45EC-83BC-072275B043DA}"/>
              </a:ext>
            </a:extLst>
          </p:cNvPr>
          <p:cNvSpPr txBox="1"/>
          <p:nvPr/>
        </p:nvSpPr>
        <p:spPr>
          <a:xfrm>
            <a:off x="6388163" y="4035172"/>
            <a:ext cx="4572000" cy="332399"/>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Advanced Logic:</a:t>
            </a:r>
            <a:r>
              <a:rPr lang="en-US" sz="1350" b="0" i="0" u="none" strike="noStrike" cap="none" dirty="0">
                <a:solidFill>
                  <a:srgbClr val="4A5568"/>
                </a:solidFill>
                <a:latin typeface="Open Sans"/>
                <a:ea typeface="Open Sans"/>
                <a:cs typeface="Open Sans"/>
                <a:sym typeface="Open Sans"/>
              </a:rPr>
              <a:t> Rule engine, Data Quality </a:t>
            </a:r>
            <a:r>
              <a:rPr lang="vi-VN" sz="1350" b="0" i="0" u="none" strike="noStrike" cap="none" dirty="0">
                <a:solidFill>
                  <a:srgbClr val="4A5568"/>
                </a:solidFill>
                <a:latin typeface="Open Sans"/>
                <a:ea typeface="Open Sans"/>
                <a:cs typeface="Open Sans"/>
                <a:sym typeface="Open Sans"/>
              </a:rPr>
              <a:t>theo dataset</a:t>
            </a:r>
            <a:r>
              <a:rPr lang="en-US" sz="1350" b="0" i="0" u="none" strike="noStrike" cap="none" dirty="0">
                <a:solidFill>
                  <a:srgbClr val="4A5568"/>
                </a:solidFill>
                <a:latin typeface="Open Sans"/>
                <a:ea typeface="Open Sans"/>
                <a:cs typeface="Open Sans"/>
                <a:sym typeface="Open Sans"/>
              </a:rPr>
              <a:t>.</a:t>
            </a:r>
            <a:endParaRPr dirty="0"/>
          </a:p>
        </p:txBody>
      </p:sp>
      <p:sp>
        <p:nvSpPr>
          <p:cNvPr id="35" name="Google Shape;442;p26">
            <a:extLst>
              <a:ext uri="{FF2B5EF4-FFF2-40B4-BE49-F238E27FC236}">
                <a16:creationId xmlns:a16="http://schemas.microsoft.com/office/drawing/2014/main" id="{086A7F26-25F4-4EE3-8E9F-592E54F61B14}"/>
              </a:ext>
            </a:extLst>
          </p:cNvPr>
          <p:cNvSpPr txBox="1"/>
          <p:nvPr/>
        </p:nvSpPr>
        <p:spPr>
          <a:xfrm>
            <a:off x="6318630" y="4140475"/>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A5568"/>
                </a:solidFill>
                <a:latin typeface="Open Sans"/>
                <a:ea typeface="Open Sans"/>
                <a:cs typeface="Open Sans"/>
                <a:sym typeface="Open Sans"/>
              </a:rPr>
              <a:t>•</a:t>
            </a:r>
            <a:endParaRPr dirty="0"/>
          </a:p>
        </p:txBody>
      </p:sp>
      <p:sp>
        <p:nvSpPr>
          <p:cNvPr id="37" name="Google Shape;444;p26">
            <a:extLst>
              <a:ext uri="{FF2B5EF4-FFF2-40B4-BE49-F238E27FC236}">
                <a16:creationId xmlns:a16="http://schemas.microsoft.com/office/drawing/2014/main" id="{96C49DDC-2D25-4DF5-A780-2230D579BE61}"/>
              </a:ext>
            </a:extLst>
          </p:cNvPr>
          <p:cNvSpPr txBox="1"/>
          <p:nvPr/>
        </p:nvSpPr>
        <p:spPr>
          <a:xfrm>
            <a:off x="6324600" y="5004286"/>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38" name="Google Shape;445;p26">
            <a:extLst>
              <a:ext uri="{FF2B5EF4-FFF2-40B4-BE49-F238E27FC236}">
                <a16:creationId xmlns:a16="http://schemas.microsoft.com/office/drawing/2014/main" id="{650EAB87-D566-4C1D-B8FD-703B86B30A89}"/>
              </a:ext>
            </a:extLst>
          </p:cNvPr>
          <p:cNvSpPr txBox="1"/>
          <p:nvPr/>
        </p:nvSpPr>
        <p:spPr>
          <a:xfrm>
            <a:off x="6391021" y="4914677"/>
            <a:ext cx="4572000" cy="332399"/>
          </a:xfrm>
          <a:prstGeom prst="rect">
            <a:avLst/>
          </a:prstGeom>
          <a:noFill/>
          <a:ln>
            <a:noFill/>
          </a:ln>
        </p:spPr>
        <p:txBody>
          <a:bodyPr spcFirstLastPara="1" wrap="square" lIns="66675" tIns="0" rIns="0" bIns="0" anchor="t" anchorCtr="0">
            <a:spAutoFit/>
          </a:bodyPr>
          <a:lstStyle/>
          <a:p>
            <a:pPr>
              <a:lnSpc>
                <a:spcPct val="160000"/>
              </a:lnSpc>
            </a:pPr>
            <a:r>
              <a:rPr lang="en-US" sz="1350" b="1" i="0" u="none" strike="noStrike" cap="none" dirty="0">
                <a:solidFill>
                  <a:srgbClr val="0F172A"/>
                </a:solidFill>
                <a:latin typeface="Open Sans"/>
                <a:ea typeface="Open Sans"/>
                <a:cs typeface="Open Sans"/>
                <a:sym typeface="Open Sans"/>
              </a:rPr>
              <a:t>Ops:</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Tối</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ưu</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hiệu</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năng</a:t>
            </a:r>
            <a:r>
              <a:rPr lang="en-US" sz="1350" b="0" i="0" u="none" strike="noStrike" cap="none" dirty="0">
                <a:solidFill>
                  <a:srgbClr val="4A5568"/>
                </a:solidFill>
                <a:latin typeface="Open Sans"/>
                <a:ea typeface="Open Sans"/>
                <a:cs typeface="Open Sans"/>
                <a:sym typeface="Open Sans"/>
              </a:rPr>
              <a:t>, </a:t>
            </a:r>
            <a:r>
              <a:rPr lang="en-US" sz="1350" dirty="0" err="1">
                <a:solidFill>
                  <a:srgbClr val="4A5568"/>
                </a:solidFill>
                <a:latin typeface="Open Sans"/>
                <a:ea typeface="Open Sans"/>
                <a:cs typeface="Open Sans"/>
                <a:sym typeface="Open Sans"/>
              </a:rPr>
              <a:t>Cơ</a:t>
            </a:r>
            <a:r>
              <a:rPr lang="en-US" sz="1350" dirty="0">
                <a:solidFill>
                  <a:srgbClr val="4A5568"/>
                </a:solidFill>
                <a:latin typeface="Open Sans"/>
                <a:ea typeface="Open Sans"/>
                <a:cs typeface="Open Sans"/>
                <a:sym typeface="Open Sans"/>
              </a:rPr>
              <a:t> </a:t>
            </a:r>
            <a:r>
              <a:rPr lang="en-US" sz="1350" dirty="0" err="1">
                <a:solidFill>
                  <a:srgbClr val="4A5568"/>
                </a:solidFill>
                <a:latin typeface="Open Sans"/>
                <a:ea typeface="Open Sans"/>
                <a:cs typeface="Open Sans"/>
                <a:sym typeface="Open Sans"/>
              </a:rPr>
              <a:t>chế</a:t>
            </a:r>
            <a:r>
              <a:rPr lang="en-US" sz="1350" dirty="0">
                <a:solidFill>
                  <a:srgbClr val="4A5568"/>
                </a:solidFill>
                <a:latin typeface="Open Sans"/>
                <a:ea typeface="Open Sans"/>
                <a:cs typeface="Open Sans"/>
                <a:sym typeface="Open Sans"/>
              </a:rPr>
              <a:t> Retry</a:t>
            </a:r>
            <a:endParaRPr dirty="0"/>
          </a:p>
        </p:txBody>
      </p:sp>
      <p:pic>
        <p:nvPicPr>
          <p:cNvPr id="39" name="Google Shape;446;p26" descr="image.png">
            <a:extLst>
              <a:ext uri="{FF2B5EF4-FFF2-40B4-BE49-F238E27FC236}">
                <a16:creationId xmlns:a16="http://schemas.microsoft.com/office/drawing/2014/main" id="{C5A5B5A5-7B16-4874-826E-C97CEBD95681}"/>
              </a:ext>
            </a:extLst>
          </p:cNvPr>
          <p:cNvPicPr preferRelativeResize="0"/>
          <p:nvPr/>
        </p:nvPicPr>
        <p:blipFill rotWithShape="1">
          <a:blip r:embed="rId8">
            <a:alphaModFix/>
          </a:blip>
          <a:srcRect/>
          <a:stretch/>
        </p:blipFill>
        <p:spPr>
          <a:xfrm>
            <a:off x="6343650" y="5620404"/>
            <a:ext cx="104775" cy="142875"/>
          </a:xfrm>
          <a:prstGeom prst="rect">
            <a:avLst/>
          </a:prstGeom>
          <a:noFill/>
          <a:ln>
            <a:noFill/>
          </a:ln>
        </p:spPr>
      </p:pic>
      <p:sp>
        <p:nvSpPr>
          <p:cNvPr id="40" name="Google Shape;430;p26">
            <a:extLst>
              <a:ext uri="{FF2B5EF4-FFF2-40B4-BE49-F238E27FC236}">
                <a16:creationId xmlns:a16="http://schemas.microsoft.com/office/drawing/2014/main" id="{46A84A6C-A91E-4573-840B-82F77DBDECFF}"/>
              </a:ext>
            </a:extLst>
          </p:cNvPr>
          <p:cNvSpPr txBox="1"/>
          <p:nvPr/>
        </p:nvSpPr>
        <p:spPr>
          <a:xfrm>
            <a:off x="6391021" y="2891742"/>
            <a:ext cx="4572000" cy="664797"/>
          </a:xfrm>
          <a:prstGeom prst="rect">
            <a:avLst/>
          </a:prstGeom>
          <a:noFill/>
          <a:ln>
            <a:noFill/>
          </a:ln>
        </p:spPr>
        <p:txBody>
          <a:bodyPr spcFirstLastPara="1" wrap="square" lIns="66675" tIns="0" rIns="0" bIns="0" anchor="t" anchorCtr="0">
            <a:spAutoFit/>
          </a:bodyPr>
          <a:lstStyle/>
          <a:p>
            <a:pPr marL="0" marR="0" lvl="0" indent="0" algn="l" rtl="0">
              <a:lnSpc>
                <a:spcPct val="160000"/>
              </a:lnSpc>
              <a:spcBef>
                <a:spcPts val="0"/>
              </a:spcBef>
              <a:spcAft>
                <a:spcPts val="0"/>
              </a:spcAft>
              <a:buNone/>
            </a:pPr>
            <a:r>
              <a:rPr lang="en-US" sz="1350" b="1" i="0" u="none" strike="noStrike" cap="none" dirty="0">
                <a:solidFill>
                  <a:srgbClr val="0F172A"/>
                </a:solidFill>
                <a:latin typeface="Open Sans"/>
                <a:ea typeface="Open Sans"/>
                <a:cs typeface="Open Sans"/>
                <a:sym typeface="Open Sans"/>
              </a:rPr>
              <a:t>Frontend:</a:t>
            </a:r>
            <a:r>
              <a:rPr lang="en-US" sz="1350" b="0" i="0" u="none" strike="noStrike" cap="none" dirty="0">
                <a:solidFill>
                  <a:srgbClr val="4A5568"/>
                </a:solidFill>
                <a:latin typeface="Open Sans"/>
                <a:ea typeface="Open Sans"/>
                <a:cs typeface="Open Sans"/>
                <a:sym typeface="Open Sans"/>
              </a:rPr>
              <a:t> </a:t>
            </a:r>
            <a:r>
              <a:rPr lang="vi-VN" sz="1350" b="0" i="0" u="none" strike="noStrike" cap="none" dirty="0">
                <a:solidFill>
                  <a:srgbClr val="4A5568"/>
                </a:solidFill>
                <a:latin typeface="Open Sans"/>
                <a:ea typeface="Open Sans"/>
                <a:cs typeface="Open Sans"/>
                <a:sym typeface="Open Sans"/>
              </a:rPr>
              <a:t>Approve, Download file. Nhóm các chức năng quản trị</a:t>
            </a:r>
            <a:r>
              <a:rPr lang="en-US" sz="1350" b="0" i="0" u="none" strike="noStrike" cap="none" dirty="0">
                <a:solidFill>
                  <a:srgbClr val="4A5568"/>
                </a:solidFill>
                <a:latin typeface="Open Sans"/>
                <a:ea typeface="Open Sans"/>
                <a:cs typeface="Open Sans"/>
                <a:sym typeface="Open Sans"/>
              </a:rPr>
              <a:t>.</a:t>
            </a:r>
            <a:endParaRPr dirty="0"/>
          </a:p>
        </p:txBody>
      </p:sp>
      <p:sp>
        <p:nvSpPr>
          <p:cNvPr id="42" name="Google Shape;433;p26">
            <a:extLst>
              <a:ext uri="{FF2B5EF4-FFF2-40B4-BE49-F238E27FC236}">
                <a16:creationId xmlns:a16="http://schemas.microsoft.com/office/drawing/2014/main" id="{F59E4377-64F7-479D-BD19-ECBCF8EA6F76}"/>
              </a:ext>
            </a:extLst>
          </p:cNvPr>
          <p:cNvSpPr txBox="1"/>
          <p:nvPr/>
        </p:nvSpPr>
        <p:spPr>
          <a:xfrm>
            <a:off x="6321425" y="4595844"/>
            <a:ext cx="666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A5568"/>
                </a:solidFill>
                <a:latin typeface="Open Sans"/>
                <a:ea typeface="Open Sans"/>
                <a:cs typeface="Open Sans"/>
                <a:sym typeface="Open Sans"/>
              </a:rPr>
              <a:t>•</a:t>
            </a:r>
            <a:endParaRPr/>
          </a:p>
        </p:txBody>
      </p:sp>
      <p:sp>
        <p:nvSpPr>
          <p:cNvPr id="43" name="Google Shape;434;p26">
            <a:extLst>
              <a:ext uri="{FF2B5EF4-FFF2-40B4-BE49-F238E27FC236}">
                <a16:creationId xmlns:a16="http://schemas.microsoft.com/office/drawing/2014/main" id="{1FA36C31-CF1B-4E59-8255-571FDA42342F}"/>
              </a:ext>
            </a:extLst>
          </p:cNvPr>
          <p:cNvSpPr txBox="1"/>
          <p:nvPr/>
        </p:nvSpPr>
        <p:spPr>
          <a:xfrm>
            <a:off x="6388100" y="4491069"/>
            <a:ext cx="4238625" cy="332399"/>
          </a:xfrm>
          <a:prstGeom prst="rect">
            <a:avLst/>
          </a:prstGeom>
          <a:noFill/>
          <a:ln>
            <a:noFill/>
          </a:ln>
        </p:spPr>
        <p:txBody>
          <a:bodyPr spcFirstLastPara="1" wrap="square" lIns="66675" tIns="0" rIns="0" bIns="0" anchor="t" anchorCtr="0">
            <a:spAutoFit/>
          </a:bodyPr>
          <a:lstStyle/>
          <a:p>
            <a:pPr>
              <a:lnSpc>
                <a:spcPct val="160000"/>
              </a:lnSpc>
            </a:pPr>
            <a:r>
              <a:rPr lang="en-US" sz="1350" b="1" dirty="0">
                <a:solidFill>
                  <a:srgbClr val="0F172A"/>
                </a:solidFill>
                <a:latin typeface="Open Sans"/>
                <a:ea typeface="Open Sans"/>
                <a:cs typeface="Open Sans"/>
                <a:sym typeface="Open Sans"/>
              </a:rPr>
              <a:t>Infra:</a:t>
            </a:r>
            <a:r>
              <a:rPr lang="en-US" sz="1350" b="0" i="0" u="none" strike="noStrike" cap="none" dirty="0">
                <a:solidFill>
                  <a:srgbClr val="4A5568"/>
                </a:solidFill>
                <a:latin typeface="Open Sans"/>
                <a:ea typeface="Open Sans"/>
                <a:cs typeface="Open Sans"/>
                <a:sym typeface="Open Sans"/>
              </a:rPr>
              <a:t> </a:t>
            </a:r>
            <a:r>
              <a:rPr lang="vi-VN" sz="1350" b="0" i="0" u="none" strike="noStrike" cap="none" dirty="0">
                <a:solidFill>
                  <a:srgbClr val="4A5568"/>
                </a:solidFill>
                <a:latin typeface="Open Sans"/>
                <a:ea typeface="Open Sans"/>
                <a:cs typeface="Open Sans"/>
                <a:sym typeface="Open Sans"/>
              </a:rPr>
              <a:t>Redis</a:t>
            </a:r>
            <a:r>
              <a:rPr lang="en-US" sz="1350" dirty="0">
                <a:solidFill>
                  <a:srgbClr val="4A5568"/>
                </a:solidFill>
                <a:latin typeface="Open Sans"/>
                <a:ea typeface="Open Sans"/>
                <a:cs typeface="Open Sans"/>
                <a:sym typeface="Open Sans"/>
              </a:rPr>
              <a:t>.</a:t>
            </a:r>
            <a:endParaRPr dirty="0"/>
          </a:p>
        </p:txBody>
      </p:sp>
    </p:spTree>
    <p:extLst>
      <p:ext uri="{BB962C8B-B14F-4D97-AF65-F5344CB8AC3E}">
        <p14:creationId xmlns:p14="http://schemas.microsoft.com/office/powerpoint/2010/main" val="4016759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r="8697"/>
          <a:stretch/>
        </p:blipFill>
        <p:spPr>
          <a:xfrm>
            <a:off x="0" y="1482480"/>
            <a:ext cx="12186745" cy="3131038"/>
          </a:xfrm>
          <a:prstGeom prst="rect">
            <a:avLst/>
          </a:prstGeom>
        </p:spPr>
      </p:pic>
      <p:sp>
        <p:nvSpPr>
          <p:cNvPr id="4" name="Title Placeholder 7"/>
          <p:cNvSpPr txBox="1">
            <a:spLocks/>
          </p:cNvSpPr>
          <p:nvPr/>
        </p:nvSpPr>
        <p:spPr>
          <a:xfrm>
            <a:off x="576577" y="1762538"/>
            <a:ext cx="4300223" cy="257092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7000" b="0" i="0" u="none" strike="noStrike" kern="1200" cap="none" spc="0" normalizeH="0" baseline="0" noProof="0">
                <a:ln>
                  <a:noFill/>
                </a:ln>
                <a:solidFill>
                  <a:prstClr val="white"/>
                </a:solidFill>
                <a:effectLst/>
                <a:uLnTx/>
                <a:uFillTx/>
                <a:latin typeface="Calibri" charset="0"/>
                <a:cs typeface="Calibri" charset="0"/>
              </a:rPr>
              <a:t>0</a:t>
            </a:r>
            <a:r>
              <a:rPr lang="en-US" sz="27000" b="0">
                <a:solidFill>
                  <a:prstClr val="white"/>
                </a:solidFill>
              </a:rPr>
              <a:t>2</a:t>
            </a:r>
            <a:endParaRPr kumimoji="0" lang="en-US" sz="27000" b="0" i="0" u="none" strike="noStrike" kern="1200" cap="none" spc="0" normalizeH="0" baseline="0" noProof="0">
              <a:ln>
                <a:noFill/>
              </a:ln>
              <a:solidFill>
                <a:prstClr val="white"/>
              </a:solidFill>
              <a:effectLst/>
              <a:uLnTx/>
              <a:uFillTx/>
              <a:latin typeface="Calibri" charset="0"/>
              <a:cs typeface="Calibri" charset="0"/>
            </a:endParaRPr>
          </a:p>
        </p:txBody>
      </p:sp>
      <p:sp>
        <p:nvSpPr>
          <p:cNvPr id="5" name="Title Placeholder 7"/>
          <p:cNvSpPr txBox="1">
            <a:spLocks/>
          </p:cNvSpPr>
          <p:nvPr/>
        </p:nvSpPr>
        <p:spPr>
          <a:xfrm>
            <a:off x="4544391" y="2112579"/>
            <a:ext cx="7205649" cy="1240221"/>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Application Architecture</a:t>
            </a:r>
          </a:p>
        </p:txBody>
      </p:sp>
      <p:sp>
        <p:nvSpPr>
          <p:cNvPr id="6" name="Title Placeholder 7"/>
          <p:cNvSpPr txBox="1">
            <a:spLocks/>
          </p:cNvSpPr>
          <p:nvPr/>
        </p:nvSpPr>
        <p:spPr>
          <a:xfrm>
            <a:off x="4544391" y="3223743"/>
            <a:ext cx="6977049" cy="1109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120000"/>
              </a:lnSpc>
              <a:spcBef>
                <a:spcPct val="0"/>
              </a:spcBef>
              <a:spcAft>
                <a:spcPts val="0"/>
              </a:spcAft>
              <a:buClrTx/>
              <a:buSzTx/>
              <a:buFontTx/>
              <a:buNone/>
              <a:tabLst/>
              <a:defRPr/>
            </a:pPr>
            <a:r>
              <a:rPr lang="it-IT" sz="2300" dirty="0">
                <a:solidFill>
                  <a:srgbClr val="FFB81C"/>
                </a:solidFill>
              </a:rPr>
              <a:t>Data Upload Portal</a:t>
            </a:r>
          </a:p>
        </p:txBody>
      </p:sp>
      <p:cxnSp>
        <p:nvCxnSpPr>
          <p:cNvPr id="15" name="Straight Connector 14"/>
          <p:cNvCxnSpPr/>
          <p:nvPr/>
        </p:nvCxnSpPr>
        <p:spPr>
          <a:xfrm>
            <a:off x="914400" y="682388"/>
            <a:ext cx="3084394" cy="0"/>
          </a:xfrm>
          <a:prstGeom prst="line">
            <a:avLst/>
          </a:prstGeom>
          <a:ln w="165100" cap="rnd">
            <a:solidFill>
              <a:srgbClr val="FFB81C"/>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8062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6" name="Object 6" hidden="1">
            <a:extLst>
              <a:ext uri="{FF2B5EF4-FFF2-40B4-BE49-F238E27FC236}">
                <a16:creationId xmlns:a16="http://schemas.microsoft.com/office/drawing/2014/main" id="{0FE275B6-7C1E-4152-91DE-0508CCD455B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5718" name="think-cell Slide" r:id="rId6" imgW="473" imgH="476" progId="TCLayout.ActiveDocument.1">
                  <p:embed/>
                </p:oleObj>
              </mc:Choice>
              <mc:Fallback>
                <p:oleObj name="think-cell Slide" r:id="rId6" imgW="473" imgH="476" progId="TCLayout.ActiveDocument.1">
                  <p:embed/>
                  <p:pic>
                    <p:nvPicPr>
                      <p:cNvPr id="66" name="Object 6" hidden="1">
                        <a:extLst>
                          <a:ext uri="{FF2B5EF4-FFF2-40B4-BE49-F238E27FC236}">
                            <a16:creationId xmlns:a16="http://schemas.microsoft.com/office/drawing/2014/main" id="{0FE275B6-7C1E-4152-91DE-0508CCD455B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81" name="Google Shape;1405;p48">
            <a:extLst>
              <a:ext uri="{FF2B5EF4-FFF2-40B4-BE49-F238E27FC236}">
                <a16:creationId xmlns:a16="http://schemas.microsoft.com/office/drawing/2014/main" id="{095AB5BF-5089-854A-A575-89811E501E2D}"/>
              </a:ext>
            </a:extLst>
          </p:cNvPr>
          <p:cNvSpPr/>
          <p:nvPr/>
        </p:nvSpPr>
        <p:spPr>
          <a:xfrm rot="10800000">
            <a:off x="257230" y="253219"/>
            <a:ext cx="297504" cy="617816"/>
          </a:xfrm>
          <a:custGeom>
            <a:avLst/>
            <a:gdLst/>
            <a:ahLst/>
            <a:cxnLst/>
            <a:rect l="l" t="t" r="r" b="b"/>
            <a:pathLst>
              <a:path w="288" h="868" extrusionOk="0">
                <a:moveTo>
                  <a:pt x="144" y="0"/>
                </a:moveTo>
                <a:cubicBezTo>
                  <a:pt x="64" y="0"/>
                  <a:pt x="0" y="64"/>
                  <a:pt x="0" y="144"/>
                </a:cubicBezTo>
                <a:cubicBezTo>
                  <a:pt x="0" y="868"/>
                  <a:pt x="0" y="868"/>
                  <a:pt x="0" y="868"/>
                </a:cubicBezTo>
                <a:cubicBezTo>
                  <a:pt x="288" y="868"/>
                  <a:pt x="288" y="868"/>
                  <a:pt x="288" y="868"/>
                </a:cubicBezTo>
                <a:cubicBezTo>
                  <a:pt x="288" y="144"/>
                  <a:pt x="288" y="144"/>
                  <a:pt x="288" y="144"/>
                </a:cubicBezTo>
                <a:cubicBezTo>
                  <a:pt x="288" y="64"/>
                  <a:pt x="223" y="0"/>
                  <a:pt x="144" y="0"/>
                </a:cubicBezTo>
                <a:close/>
              </a:path>
            </a:pathLst>
          </a:custGeom>
          <a:gradFill flip="none" rotWithShape="1">
            <a:gsLst>
              <a:gs pos="0">
                <a:srgbClr val="FD4D00">
                  <a:shade val="30000"/>
                  <a:satMod val="115000"/>
                </a:srgbClr>
              </a:gs>
              <a:gs pos="44000">
                <a:srgbClr val="FD4D00">
                  <a:shade val="67500"/>
                  <a:satMod val="115000"/>
                </a:srgbClr>
              </a:gs>
              <a:gs pos="100000">
                <a:srgbClr val="FD9E00"/>
              </a:gs>
            </a:gsLst>
            <a:lin ang="16200000" scaled="1"/>
            <a:tileRect/>
          </a:gradFill>
          <a:ln>
            <a:noFill/>
          </a:ln>
        </p:spPr>
        <p:txBody>
          <a:bodyPr spcFirstLastPara="1" wrap="square" lIns="68575" tIns="34275" rIns="68575" bIns="3427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900" b="1" i="0" u="none" strike="noStrike" kern="1200" cap="none" spc="0" normalizeH="0" baseline="0" noProof="0">
              <a:ln>
                <a:noFill/>
              </a:ln>
              <a:solidFill>
                <a:prstClr val="white"/>
              </a:solidFill>
              <a:effectLst/>
              <a:uLnTx/>
              <a:uFillTx/>
              <a:latin typeface="Calibri" panose="020F0502020204030204" pitchFamily="34" charset="0"/>
              <a:cs typeface="Calibri" panose="020F0502020204030204" pitchFamily="34" charset="0"/>
              <a:sym typeface="Calibri"/>
            </a:endParaRPr>
          </a:p>
        </p:txBody>
      </p:sp>
      <p:pic>
        <p:nvPicPr>
          <p:cNvPr id="82" name="Picture 8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249145" y="270774"/>
            <a:ext cx="2580968" cy="640080"/>
          </a:xfrm>
          <a:prstGeom prst="rect">
            <a:avLst/>
          </a:prstGeom>
          <a:noFill/>
        </p:spPr>
      </p:pic>
      <p:sp>
        <p:nvSpPr>
          <p:cNvPr id="119" name="2. Slide Title">
            <a:extLst>
              <a:ext uri="{FF2B5EF4-FFF2-40B4-BE49-F238E27FC236}">
                <a16:creationId xmlns:a16="http://schemas.microsoft.com/office/drawing/2014/main" id="{1045D623-B91E-4408-A668-091F7249E04E}"/>
              </a:ext>
            </a:extLst>
          </p:cNvPr>
          <p:cNvSpPr txBox="1">
            <a:spLocks/>
          </p:cNvSpPr>
          <p:nvPr>
            <p:custDataLst>
              <p:tags r:id="rId3"/>
            </p:custDataLst>
          </p:nvPr>
        </p:nvSpPr>
        <p:spPr>
          <a:xfrm>
            <a:off x="639883" y="290333"/>
            <a:ext cx="11082528" cy="492443"/>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ctr" anchorCtr="0">
            <a:spAutoFit/>
          </a:bodyPr>
          <a:lstStyle>
            <a:lvl1pPr algn="l" defTabSz="914400" rtl="0" eaLnBrk="1" latinLnBrk="0" hangingPunct="1">
              <a:spcBef>
                <a:spcPct val="0"/>
              </a:spcBef>
              <a:buNone/>
              <a:defRPr lang="en-US" sz="2800" kern="1200" dirty="0">
                <a:solidFill>
                  <a:schemeClr val="tx1"/>
                </a:solidFill>
                <a:latin typeface="+mj-lt"/>
                <a:ea typeface="+mj-ea"/>
                <a:cs typeface="+mj-cs"/>
              </a:defRPr>
            </a:lvl1pPr>
          </a:lstStyle>
          <a:p>
            <a:r>
              <a:rPr lang="en-US" sz="3200" dirty="0">
                <a:solidFill>
                  <a:srgbClr val="F04E23"/>
                </a:solidFill>
                <a:latin typeface="Calibri" panose="020F0502020204030204" pitchFamily="34" charset="0"/>
                <a:ea typeface="Calibri" charset="0"/>
                <a:cs typeface="Calibri" panose="020F0502020204030204" pitchFamily="34" charset="0"/>
              </a:rPr>
              <a:t>IT Capabilities</a:t>
            </a:r>
          </a:p>
        </p:txBody>
      </p:sp>
      <p:sp>
        <p:nvSpPr>
          <p:cNvPr id="3" name="AutoShape 403" descr="data:image/png;base64,iVBORw0KGgoAAAANSUhEUgAABPEAAAKVCAYAAACu6H7uAAAAAXNSR0IArs4c6QAAAARnQU1BAACxjwv8YQUAAAAJcEhZcwAADsMAAA7DAcdvqGQAAP+lSURBVHhe7N0JvG5T+QfwbR4ykwyZoxBpkJBI6V/GkkyVKVJKSJlpECWSMoVU5iEKUVGmzJSpMiRRCsk8T/fu//6u+z6vdbb3nPOeO7mu9buf/bnn3cNaz3rm9ey1956iblAVFBQUFBQUFBQUFBQUFBQUFBQUTLKYsvN/QUFBQUFBQUFBQUFBQUFBQUFBwSSKUsQrKCgoKCgoKCgoKCgoKCgoKCiYxFGKeAUFBQUFBQUFBQUFBQUFBQUFBZM4ShGvoKCgoKCgoKCgoKCgoKCgoKBgEkcp4hUUFBQUFBQUFBQUFBQUFBQUFEziKEW8goKCgoKCgoKCgoKCgoKCgoKCSRyliFdQUFBQUFBQUFBQUFBQUFBQUDCJoxTxCgoKCgoKCgoKCgoKCgoKCgoKJnFMUTfo/D1Z4h//+Ef1z3/+sxo9enRnT/9YaKGFqje96U3peu1EG8sss0z1+te/vppiiinS74KC1wqeeOKJ6qabbqqee+659Hv++edPNjL11FOn3xMbf/zjH6vHHnss/T3DDDNUb3vb26rXve516Xc/uP/++6vbb7+9evHFF9PvN7/5zdV8881XTTnlwPsbxvvII49Uc8wxRzXttNN29ha82iH83XXXXdXdd9+d/ubT6RA5T2z//vDDDycaZp999q7++X3zzTdXDz74YPqNppVWWqmafvrp0++CyQ98DV2Yc845Jxtf89BDD1W33nprN27wsUsuuWT6ux88//zz1S233JLagVlmmSVdP9NMM6XfOR5//PHqySefTH1MShg1alTKJRdccMFXLF4WjBvolW2eeebp7KlS7mB+cM8996Tf8pC3vOUtKYZMSPzvf/+rbrvttmQbsOiiiybdmmqqqdLvVxroY/MvvPBC+m3eNPfcc6e/xxfY1AMPPFDNNttsie8Frzz46BtvvDH9LY9ZYIEF0hyhYNwhfv7lL3+pHn300fSbPS211FKTjM0XvAJoJgmTNfbaa6+6SfTqZvIz4u0b3/hG/eyzz9b7779/3QSItE9bv/zlL+smcHd6KCh47eDKK6+sm8lRsoUmQNdf+tKX6iagdI5OXDQJXL366qt37bUJZnWTPHSODo/Ro0fXxx57bN0k2+n6JhDWRx55ZLL5HE2SWB911FH11772tfrf//53Z2/B5ICnnnqq3mOPPeppppkm6QBd+P3vf590a2KhmYTV119/fb3TTjul2NIkap0jdf3II4/Ua621VtJN9DWTx/ree+/tHC2Y3HD//fcnH8TX+Htywdlnn13PP//8XV+9/fbbd470h//85z/1Rz7yke71733ve+tmMtM5Ogb8+R133JFyvu9+97udvZMGxMjjjz++3nTTTZNNF7z6cNttt9X77LNPffDBB3f2jAF5brfddl3dfPOb31xffPHFnaMTDqeffno977zzdvs1TxHPJhWcdtppKV4FfWeeeWbnyPjBww8/XB933HH1V77ylfruu+/u7C14pXHWWWd1ZT7zzDPXe++9d+dIwbjirrvuqldcccXE22mnnbbebLPN6qeffrpztOC1iMn+cdpmjOO0RRtW4eX7CgpeiwgbyLdXEuNKyzTTTJPu4M4444xpa6/A+9Of/lTtsssu1Z577lndcMMNY7Wit2DShtVOIX+60CRInSMTHs8++2x10kknVZ/73Oeqo48+urvSKEeu30X/Jk+Q7TXXXFPtsMMO1e67755WX05uyPXYNhLwy1afhp22Vyiyo7PPPrv64he/WH33u9+t/v3vf3eOvLJgr1Yj7bXXXtWuu+5aXXHFFWn1UMGrB0899VR11llnVdtvv3116KGHVvfee+/L9DfX64nlo63mDHuwTWqrcXKe2MYXtMWm2JPcjE0VTDrI9VI+VVYdj1+EPUVNouC1jcm+iOeRlEUWWWTAZsn5dNNN1zljjNNZeOGFX3aeJdoFBQWTJxRr1lprreo3v/lNdeWVV1aXX3559fGPf7w7QRQkDzzwwOrEE0/sPs5YMHlBYeCzn/1s9Yc//CHpwPnnn1+95z3veVkxd0JAAvbnP/+5OuCAA6prr722+6hhwWsPirdHHHFE9Ytf/KL7qEzBS5DHHXTQQclGbQreiy22WOdoVd15553VYYcdVv3+97/vPl44KeDpp5+ufv7zn1c/+clPqvvuu69Mul6F8LoFheGLLrpokvLR73//+1PhOmxiiy22eE08Uupx+eOOO6464YQTqv/+97+dvQWTCt73vvd1dZI/ll8VFBRMGEz2Rbztttuuuuyyy9KKmth+9atfVcstt1znjCo9r3/JJZcMOMe29dZbd84oKCiYHOG9Nd7Vsuyyy6bNZDFfiSVJjPflFUx+UKybd955u/Jfeuml0x3kiQWTfO8OKnhtw3ujFPLi/VEFA2HFtHd+hZ0q4OXvhVRcUfyc1Fa5uRHkXarPPPNMZ0/Bqw2Kwt5ROanplkUG4lXYhPdjTcxV5K8U2BR5WH1bMOlh5pln7uqk3Dp/f2RBQcH4xWT/YYte8ALaTTbZpLsM20toPcriZcltSA6/973vVd/85jfT316ab2XOaqutlh55sZJCMPEyci9EF1SHeun4v/71r3SdF6m7ThEhktNeL8K1bPziiy9Okz19fPCDH0x3nb3kWXFBMvuud70rOUoBnDiNL/pAs+v0oXA5tqsLfdBAm/o22YiExgQYDcbNeefwSIuVLZJYfFtllVXSOK6//vqU1Hrx9Lvf/e4BL+ONfnxsQKC2YtJxvH3jG984VkuzJWF33HFH9be//S3xxm/94bePlwg0/h4sAXLn769//Wt6oaiPKFipZcxeKOqlrTlN1113XXX11Vcnvpt4bLDBBunjD23goxVgdMDd0/e+971pjAH89diGj0g41+QOjT684IXeZNqm19h++9vfJhq98Bu/vYTZY6D4jQ78RrPxO8+YvJTZy4HpjjbpksI2mbZfHO7umjFZVeBcjy/tu+++1ayzzto54+Ug09/97nepH9csscQS1Yc//OHEH6DHiuaK7cB+Vlxxxeqd73xn+g1ovfDCC1MbsPjii1cf+tCH0ko69gH4cvLJJyf6yYH+k7Vxv/3tb08ya+uP8SvgkwPa1lhjjdQ2nlmZd+yxxya9AfxYb731UvsrrLBC4mWAvP7zn/905WVMCoIhL3bXlhdISI2JvnvpOftQWMJPcqKbb3jDGwasDDMm47vqqqvSb/RYQUiGYaNkaf/yyy+fVhUP9qiNIiUfhlexAohc8IxfJKv2o2s5rFLAQ7busSN0hj8b6gXuxsm3sSurHJ2HXuPF/8GuY4ts2bWKX/iOXtdaTc2GhvK/bbieTvtASrRFxvwCeZHpOeec0x3bpptummRjzPGifdeQMT/cr39F+wUXXJB0/vjjj0/2SUYf+9jHUjt8HV3E+09+8pPJrumKiRr/iTY2Q3dC1q4bStb05u9//3uSdzxumMt5bIuX6ArdQ0/wSmx461vfmmwgbD3ATvgEwM8PfOADSW9yiB1oBbHl//7v/5KMQT+u51tcv/LKKyfdIEe2h39WVM4111zVr3/966SngEfoYj98GHmJi/Q19JzvDj6Fn/MhK/6eD2jbg/P5fG0Cu+Uj8ST8Aflq4x3veEfSldBvfp3+8WFWbNEpwLf1118/+Xy5Bvp6+Y8c9AC9dJM94wegl5z1y7baspCTnHnmmUn/2Q6/yib5QGNjC/wdngbE9JC3v+mA8bFf+tTWJTb0+c9/PsU0EDfkVewfn9mDa8QdMhLfcohjbMC4wHjQKa8499xzUy53xhlndPVaPGXHYuu6666bZBKgn2G/aCcLY0M7+xnM94BrXcf/sH3jpn90nO/Jc0g55aWXXproE0vIhzy//OUvp7zGB2r4Zz7GCkxt2U/e5J/Lm61HnGvnC2KjVWL0DO3he/EEjXQ89C6eQCFXMQf/6Qx7JT9tipMjWdElduqLvgAe0l3jYo9sz1jke8Yb+R5Z9TpO3/J4lwOP6IoPOpADedDnuBGD9rZ+B/BfjHWt//kO/fIt9INt06vwn+zBai/66X/9siW5ydprr53O+/SnP514vscee1RHHnlkuo6NWSkqfzn99NOTjgHa+PR2TkW36QmdArqo/fZ5bchL5ER4AFZAyXOM39jOO++8rj3IVeSDYqfxyBWNjz9FZ/jVkYL/okM2/o7/oGf0TX7r9QCxWo6PoRc50EmOZBKFUnxl/2wq5hXkRPb0ha57vJl9AdmRg3yLTfEfZELexo82fgOfAY3kzJ/3ygmHAxrpArq1S776Ii+5GprFsqHalf8YM5njj7FFfs8P9ZqLimtyBXwC+k7meb7j2CmnnJLiDZ5pj5+kt/qI+Qm5sTc64SMUfAe+4wkdQgu4hh3jYcQx+oV/+u81TnrJ34NzyUN8Bv4IfXyG/tZZZ51ku/SST8ZX14gD9FL8No5eoDv0QX/+Jn+8w3/+0jiBv/nIRz7ysvnpUECH+BZ5Mfmig29i32Jc/jQf0Ac+Go/oLxvmR8M++GnxKng8GD30S5zUvzxEv/jNhslNPmhs+K6OcdRRR43IXxdMZmiU8zWHJmmtG6eieJm2xiDrxsA6RweicTb1fvvtVzcGm85tEs300umtttoqXWd/Y2TpBZ6NYdYHHHBAeuFqG42TSS92XXPNNevGqaQXqWuvcdbpRbif+cxn0svNG6fZuWIMTjzxxLpxZOncJuCkF0I3zjNd3zjBunF2dZMk1o1xpz6aRDa9CL0JbOnFl0GbPrbccsu6cXoj+ihH41ASXV7c2zifukkIU5vBu8Zx1o3jTMcbR9W5agyaxCT167xm8ll/7nOfq5ugUzdBJ30UoQl46YMBTUBL/TROMJ2jHzS7zhiapKZuJnDpJbZNIO603h+axKL+zne+k14G6oMMwXf9GwsZbrTRRnUzIXwZ79HUBJZ62223rZukum4ccLq2cZ5148zrJiGrm+Qu8T2gnSYodc/7wQ9+8LIXjzYJdP2jH/2oSwt9aBKeztE6jbGZ0NVN8E3HyNl5dAUdW2+9dU9daZKbugkw6Vy8bSZN6QXgwe9mol//+Mc/TvQ2Qa7eZptt6ibg1U3ASdfYnEemdOwLX/hCkik+BJpkvTs+ekAfvbR7KDQTwkRztN8kWmlfgL14qX/QwKaaic6A8flgRTORTMeNR79s8/3vf3/3uiWWWKL+1re+VX/sYx9LOoO/+msmJ+kDGCeddFLdBNhOiy992CLG79wjjjgi0fb1r3+92257I4dvf/vbnVbG2Papp56a9IHdaSfOYxv0B/1teTWT7KQHaCPn8DH42iSEyd69zN0LoulMQH9esB30sBd+4oMf/GC3/xh3MyFMdoNXOfz+9a9/XTdJdeondNtG3+gKfvu4T5PE9aQdP+moPskkrsV7YzrssMNe9hJ37cTL55dbbrnEe+MlKzpLX9lMr+v4h2byXzcThPQBiuCzPvmXZgKa/EczSen7wxTNBKjefffdk61qi09gw67X5yWXXNL1v2jkX/GEr28m713a2d0WW2zRd9833XRT/Z73vCe122trJrN1MylOfBAzYqzGTUeb5DfxHd0ha/LnN3IdB+PgBw888MBke87VFtr93SSHSZ+aiV3niv5Bjy644IJ6vfXWS3rUJJOp7aCJ38WvZjLVuWIM+P0YK91vJpydIy+Bf4pz6BR9DTjfPseaBDfpBZ6JF/rm6+l9M0GqP/zhD6d99KSZ7NWf+MQnEh9dK85svPHGXR/moyFeXE826HeNa/nEZjKS+GQsuT3IHbxcPWh1XjO5Tv0sssgiiSb76RZ+fP/730/2A2zZtfqJ6/OND8Gr4XSKzL1QnBz0KU+JNugIn032/Fb7gxmXX355V//xhW3yW/yRsTcTtfonP/lJOlee0Uyek66L7eiLfthyM/FKvryZnA7gkQ9bkEmc+9GPfjT5WLxiR/bRHXbkY0k+IpCDDyLHuF7+xtboNb2ny3Es3/iFyy67LNGCh7fffnvit/iGdtcZO9rkJngdssnhWn5rhx12SH6LLPHG9XwnH+wl41deeWXiEeB1zp/2Jo8k/2bil9qyDw/FpJx3QGfiOjLy8ZPAP//5z+QPHOOH6UAz0evSSMflZ+Su3fvuuy/lqXjPtxkD/fN32OtIPqrCR7G/oE/ckOuuu+663Y+ZaF9MaSa2yaf+9re/TTT3Oo6H7fEDHf/FL36R2qV7ecwRO+jEvvvumz5y0L6enxev5JELL7xw10/pm62wGXqE984FeRg9iXG1N3JvJtpp/HKt2E+HyVReQxZhW3JNdtGGuCbuOce5H//4x/t6Wf3pp5+eeBb9mqcE7Xx5nhvJl+Sq4rJr8Ixu8AtyDPJ6/vnn07X94qGHHqp/+MMfJnlHPCYTsmEn9J9cggZ9BMiH/dJLPOYDwgb877f9YkDkTnIgehtyb2/8lfxPTMI/OZm5UC5vm3hN71ZZZZXk6/NcdDig4fzzz0/+i5xjnmLTh3ZXXXXV9GGd//3vf52rXgLfIK7LreUQEYdsfIX83pjl2W15iDN0KM53Xpt2+hU+hy5tsskmXZ1Au4+fRJ7JV/O1+EMfxCn2f91116Xz2ZsPbdEP9hHXaZfe4B958ME5xKGgkY2IJwG6Hjxz7JhjjknzszynIx/9iZ/XXnvty2Kf33//+9+TzyGDkC2d0Q7/Ra+CBn7dnL8f0B0fNjMnNLeWh0c7aGM7/KYxiUk52Ffkiq49+eSTUywUSyO/RuuSSy6Z7OOuu+7qXPkS9E+/zGFi7hf85vfEJ/1ry375TD++omDyRSniNdtIingMWWCSbJlEKebERNRxyaBkIXfA2jChCKPUlvM4T0mmNjlQCQYHmicgeRHPdRy084N2CbZEQn8Sbc7DcYFOH5xh9OF6iYokfLhJQQCvOLRwlPo3DrRzLBxJ0CYw5YErL+I5z7Vxvo3TVYBEi0mtBE47aDVmvDVRMxb79Ct5jaA0HAQtDt34yUfwIDM80VY4aDKR3AiuATJAkwAmqDjHRM64BWr8QJO2JH7hSAU0hRPHtC2JkDTn4PwVTxx3nsmJhAjQTI76QbOx689vPAn90W67MJQX8Xrxm55KngUPE1ft2I8v+GEsuUwlt5LTvCg9NkU8uklu0a6xmFgFJN15wmkzvtAlYzQJxH/H8ENyQW/y6/BKIoBPxkPWxoBOfJYU0v3gmf97FfGMVyEJP8g+2heI6aSg7DwgL4mI/nJ5OQ8d2sRnAZidRt+SuVzO6HSdPu0zAQu6FacE9ri2XcTTp2voszH7Gx/oiusVN48//vju5FI7V111VZrUk4lznO86/Qfd2mY7Et3cn7E/8kSv8/iu3NfoF+3+PuSQQwYU3uk+f0I3naNfvMplRb+++c1vDtAr17kJEXZHZq7Tp77DP2lDYtPvJNRY+i3i6VfBi/9HI34p9KA55CCx7nUTpw1FCpM1tAevbdo2JpM/NxDaRTy8xXc05XyLY5JYBfrQFWBHvsDL36I1/CCdjX3kwZbxOb92KLgZZFLNHtCHh+jHF/yhF9G2ZDbny/gs4uk3ChZxvrjIZkxyooiHFuflNs02d9xxx6Tf9M3EAG+DbrThc66v4pxiX6BdxNNHFEhcb4skXhvkawKOz2zZxArP6E+0Eb6G7ZsMDBWvHRNr6SYdsEWs0pe/Y/z0je3m7eVFPNfmE2+b4qyiJHr5f36DbLVpjPqgk+jXh/8VkRSXAu0iHh10rX1hR0GDse+8884DcjJ62auIR77sXf+5XOk1uvDERBDtf/vb39LkO3xI+Dx6pE+0k5WCWZ5jxLUbbrhhGptrtU8+zo9JKZ6YMMojXOMGDdugO0GXa8Nv8at84/gs4hkDesIf2ug4+6fj8hM3yOioY8YRvsB1rneMTfTrQ9tFPLwMmfqfjPHGMTKWb5vIGod+HY9cxHG+r50zKSi4ARlFDOeJL/iYyw/tChcKrsFDfkphwbX4TIb6dK0NHa61yZ/cqGEfZCMndW7oVvThOrJ1k3OwIh5+yw3QZr//xeE8lqKRXwt5kf/RRx/dOTo0RlLEQ5O5Adumf7m94Al7kk/2C/JQwNGONviNkHfEJ7LNbTIv4rFnRW/jxlO5S9iFMYU+kNXmm2+e7FyuxabkM3lxxTn6It9DDz000SbP5TuNja6gB202PA556/NnP/tZh6qhQVbyRzHWeI0t4rV26aP+tKuPoCXgegVqNz7RjHa6hHZ0hJ9mK/oQW3NdGd9FPLwP32VDNz1w40uu+NOf/jTZqWNoipzHmLXtfGN2M0bbgX6LePjnxht526JtPIg+FfJibgR4+I9//CPpRPDQOPiA4KEtj2H9FvG0LXdShDU+1/IN2s3laz8euyma57Z5EQ8NFkj4P2Jc6J3jcjZ8E/8D+pdv0tvoH69y/eCrw3c7pxTxCkoRr9k4xn6LeDaGveeeeyaHqQDhbhQDd4xzN+nKjVNwlEwyYI5Jgnv11VenREVy606W62yKK/mdjbyIFxuHxTEpyHHKkggr7KIPzo1x68NkQ/DkLF2rf8lo7hiHggRf8swJcSKKBxJajv4Pf/hDuhuDbm1z+FaIBfIiXmwCPd6jXTKJfyZPkvYI+O5QnXLKKWnFg/asUoxEiDPT71CTmoAk32QKTzjdXXbZJQURgc+dnF133TUFD/zEHyueYpUinrqbg5ccN8eKJsmRScFnP/vZbiJBfzhfoC9WIEWAwTN8yOkVyCPIOE+CHgUWQSTu/tI5Kz4lDnhhlQ068RtNVreRQyAv4sWW89tEUwGPTAWqXKb4QSe0YZIWwUoAIe/A2BTxQJ+hC4KZIlnA+NAZNNusdog7ggKlok4EQMcEcjxtF/8keJJ9xyXY7niF7uCbu36R1AiavYp4ZCgpUfzAi2hbYZFOKUZEG3RBsHacLCVW6CYv+hQJn7atEovCpImXwp79Ya8mf47TMRM8hQj6SfcOOuigbkLXLuLZBHaFEoVC10tM8SnkaGUR3QLjk3C4Eyvh1o+Jg8TaxM0xCb/r8ByP89Upxocmx7SvIK0oyK4UV9mc/Y5boRKrRtFPjpFk6gO/ySpWyMQxOpbbo3ZDRxwzicVD/NK3pI4uS6hNvOhUPyDHfot4Nj5K8U0Rmv824eP3QjfRlhdrB4P28TQvTqNB4k8GbIpPaBfxbPwNvTV+NxpMIPl1x+g6HQ9/gn8me8E7fVkBxKbvvPPOZIdsHP0Sy+9973t9J4V8Nz8SeuBvxTV84fNMVoKvks9zzjmn6wfHZxEvNraCBr5O0QIdfFoU8eI89sYunbfBBhskn4ZPbCYmpfwzXY0Yn09Y6YiVFmGP7SKezbnOodcKCooi+YRJTIsJgImeuISeOK4o41q+Jp8I9oLjigXGZMIgBrhpKPbjAV0RN7WLD25M5TLOi3g28jT+yDGs1jBGuih3iTht1Yj8RAziuz71qU91ixHs2ISbr4F2EU9s23TTTZMd8TtyFP4q7EgOIKcJDFbEA/5QkTFfNRU3n2xsAY/oBLr0gUd8nlxQO+SjoOVaPsQEOkBOJlxRLCdbMVssVYznP0K2zpHXRAxho3KFGBddpw8RQ/iJ8VnEi40f4N8/8IEPJJmRMR3XtuudQx6ho8ZiFRP/hVbj0EfIbyjQi7yIZ2PvfLtYRMZukubHjRNP2Zc8VXE18kh08asBPuNXv/pVyh/QxteJSfwJHecDySByKvopL4kcl366AYTHjikSig/ybNezHT5VDq8wJ7ePcdN7uhXxEF/kFNomQzw1/l5FPDIUC8TXoEvhKp8b+Js/jmvFkjzfGgojKeLhG32Qw9J5tiVOhi3jjbwpLxoNBXmi2K5dm3xAvGan8gz+LS+02fIiHp2Q/+ANnWN/clAyEXNzW9ePnBnIRdzia+K43IYOhE3Z2At/om1+Cm18Ifrk5+GLjNtNxX7GrW8+JOaCbtZbhCAH0TZ9NJcTa+mT+UOen8sJY1GA690ccZOTPyATeVfk93hqPmfuGDFzfBfxbPqi2+xTfssW8IJPxFd0oBfddJq9iL3yYse0QT4x/4F+i3g2sVi/9Al/2DnfH8f5y7xtcUssjjGIN3QNveK0G+ORm0Yb/Rbx8IeOWo0ot+DnxTDXkq9xmV9E23hGnwLkF7mic4yN7zdHcD37ilzLOXwN3x3gU3I/KFezCIV+OE+uZs4WsYJ8SxGvoBTxmo1j7LeIx8Ak/gJGgGPLkyjJRtzFbDtOE1wrLCJJk2ByDlFdZ7gCXDjudhFPMm6fxFIbNk7aXQHHOQjJbP44ij4EsZgsclASk34gSRE0BSsOnqPMoRAWya3/LUUOtIt4EjfFCIEnaLdxcpybczhljjgmoY5zYpGQcIyKccNNbIDz53Rdx/mZSARfgdPESwm7gk+eXCkUCrKuxTeBHy0BiVYkpmiSuKPZORKKSNwcw6NICumDSXZMutElAAUvTAaDn4JJ/oiy41Z5hhwFGXQGXe0inmRdMmOc0T4I0ngqYJpM54kGvkoqgz4TG8E7+Da2RTw2EqsP2ZBklt7iGXnniYXNGK1AiWvdkbNf4BK08RNN7UTVePOgxg5isu+4xEfSDfgxWBEPtC9Ri/YlnXky4Ljkk4wdV9DO7c5xd96jfRMbBSf98gHxCI2xHn744V2dB7ooocADE+SYkIBjeRFPkmVCnBf/g69RvMFfPoL+Ad7TOxMBd1wj0QMJh/aifUmaBBvwhv5GIoq3+covx/kJfor+euzOhMFxNiOxdh39MmnM72QaIx2Jtsk5klQ0Bj2KpnxSDhNRSZLVVyakIcPhYNwjKeLxCbHSJq43jqDZ9bFKdDhE+2HPaDCGkBG0i3j8Y16k00buP9EhsYtJCduMYrHNZDaPdXRpt912S32zDxOHPDEdCnxH6JcJNF0SLwIm4mKRmKfwGa99gPFdxDMpUwA1NjwJ+dCpvIiHP25i0cX8PDqPT87BC3obfgLoaW7rHp1XfAZ95kU8uq1gnxe+TV7ynANNeQLPx5nMxHGP0/S7EgrQJ+54hEwxMo+PJvTai7bZYN53u4jHv4t36M955LFp8co5/Imbl7md8QMKBSYn8iGxKvxKu4hHJ/IiHX3Fw+Avfcp1YqgiHkTfcVzhMUd+XEyT0+W0Rw7HBugK3Yt8QAxmF64lWzaUxxj+xuRLHmmyG4/JAt2gN9p1PV1vT7zHdxGPjxBfxXj2GG2J8+JZ0NJeHYtWxbiIxfyOifVwaBfx9M+nhOzJVkE8jtv4+fYEOIqL4eMCbJNPi2v5f3E0B37LC+OGHV1TVDF+OWvYlgICf537WLLkW8RqN6jyOAp0J/JYuRk9zeUzWBEvjlm5az++O5YX6fBA3uA4G/TqjX4n5SMp4uGLGJqPm33lNikO5rFhMPAtiguhJ2igs3n+gufy49A1W17EoxP8J76jqx3PySiuQ6P5S4DO5rFBntGel/Bdbh7yQQqX+bjlMm4wxfX4T8eGA97Ki8JX8jG5/RiTfBwvFB35lDweKsJELqjAyceGvAD/8CP3sWw09IFsxmcRj2wUzPh1x8LXG4fifhRhFfnkVQFjcgOEHSr0Kajm88mRFPH4QzwL8Mn4Esf5BLlCgJz16RifyZ/xvwHXy3tjPm3rt4gH+MDfy134pHxuI8aah0SRzfwr19u8iGcTo+ha+ArXW5QRuaI4FLkxmL/l9qgInOf99EBsCfmRbyniFUz2X6cd32iSuPRxicYRdfaM2dcEss6vMS8QbxKm9HfjFNLLZ+2DJhlI1zaGVzXONR1vAnv3pdH2N0lDeolpLzRJYtUkV+kFmY0TTlsTsLovuW8cW3pJbTMxTO1HH4suumjqB5zfJCvp7+HQOKx0rT59wr5JrtMLOm+++eb0EYFLL700tQ9oj3H2QpMIpxe3oy1oN85mUpxeigt4udRSS6U20a5N/HIt2N84/fSCz+GAF4FmQlQ1QbQ64ogjUn+NQ00vom2CXKJJn36DMTTBpvsSbfubgNWVma2ZvKZroAkc6WXBTUBPYyJLL2EHbZF/kySk39r43e9+16UfX53vuibhSy9qbZKkdGyJJZZIfUefrm0mP13da5KE9HLcwXjRBLuqmVykl9QGv6EJIunFsU1iWzVBJb1EV9/G4KWzPgsfbTYBJvU7rsCvZvKYXsA6atSo9JLcJtFM/KGL9qHP2MgNPU1CknjbJCrdl9Q2k7z0Mt8mgKXfOZoAmvjjnIB+6XCgSZr70p1+QN7kFfpPXuwy5EWOyy+/fFevyMuY9J/rJntqEtnqoIMOSnbcJA7JDsiOfuIbGQ6GJjFML8w21gD+NEl816+gkd6jGZrJSHp5uhfwf/KTn0z0sMFrr702fbiHDwqQTegkeTSJZrJb8moS6PQi89AtdLOnJpFNL/c+4IAD0kt8HW+S6q6d07mFFloo/R38opcrrLBC9yW9N910U5I9oC/6aCat1d57751eGn777bcnW0YDXW6S8+T/mkQnnTs+gQb05eNFc/AY8IXvb2JrZ8/4Bbn5CEToNDrYTOiH/tmV/m1N8pp0lB2jf5lllknyDJ47x0vyHfM3u8Tf4ehvJs1JV0OfxLVll112gK01k7jqRz/6UXXMMcdUTWKedLSX3Y4PsHu6TK/wJOTThuPNRDn5v/y8JtlOG9A/MY9sg0/wjne8o/vBhWYC2o0PbTiHXYSfhmZSMeCjJ/hnG1/gd/C/mWSkj6+AmMdvsme2FCB/dtwL9EA7zcQs0Z/zSKyPvIaN8Uu5nYmRYizbP/zww9PHduhrLyzZ+chGAK/5L/4D6BU/OL7QTMy68qUDfDVbCfnah36yZyt33HFH8td4xceIjcCX8zF5jGkmXunDZ3y4/GLnnXfu+vxXAuhpJndJx9ljyE+uQGfDth1nj7mOyxlCBuJy+N+RgBzpf8iebOlnwH4xIc+Z8T10Saz53/9e+mI3f3b55Zenv52zyiqrJHvPgd/sX34KZHfNNdek3MX46TX4Lcf59re/nfSZnjlGpnim3TyOjivQZb7QTNgT35tJecpfgZ55mX/oFr7zkcH/8YnFFlss+f687XnnnXeAHpN1P7kRnsmPI+8RD9u+XWxfaaWVBrV/OuE68xm+Zv75509xHC/MK84///zOmWM+njHSHJTvomMbb7xx+pgGO6YTV1xxRfKH8rAAPxBjGQ75GH/1q19V+++/f8rnw1cYszyE/uNvxENju+iii1KuB29729tSfpbzR9vyRfktyI21PTY22A/oAptZbbXV0t/h6/UnZ0AzLLjggin2BYxpnXXWqX784x+n2O4DRWxypGB34qx4E2DfdCGAB+IYsB+5SciODrEt/i7geryn62MDfDCvozMbbbRRag8/+MKf/exn6SMg5Az4E3/3AjnOPfdLX4wmXzofvsi14ik/AHLu4Dn9ZRt5zsBWzdnyvKKgoBTxRggGKMiHYfYCo+R8QCIakyrwhTWGyNnHxpGaPIGAIpD5vxckn3ngBUlPJKj6liSY6OV9SFAiWeAoFOH6hYRf+6eddlpKUNdee+2UoO+0007J2Q/lyHJI/GMSFHCtCVE4MrQJgjntHPVxxx2XjuOjBA9Ph4NJAn6RmTHgy9e//vU00SEDX1VVsFLYyYO4v//97393xyVAm/jlNK266qrVqaeemo4DR+8a4HgFaAmccZlIX3nllemYQopk2jgkrgJoOGXBSpAPXTnvvPNSkS/vV4Ek+gETjCiwtCFg5EEgh2vQcdJJJ6Wv5a233nopcO26664p+Q0axhcEMIlAJMjkR6dMZMmFvuMD3TKhwjdjU/TJi7wSf4WUvFgQUMjA86Fskx6Mr7G15XXOOeekr+7m8mIn9AecZ0z0S4In0TAOY1fgUvBSUNPGbrvtlr5qaNI1mHwDJgi9khZ95JMneh6TNbQo5rPfo446Kuk33kt6JaYmsb2A1ijy4LOEK09s7VOk538UCSUxkbQYSxQu8E0hLufVyiuvXP3whz/snkM/FXOBLUv2tM9HnHHGGenLdwqdihYHH3xwSrRMkvr1R2MD+tdL93IM5rvHB/SNhsF0nFxyfeF74je+fP/7308+J3iugMf+I16ZMOF7+OPBYFJFNsFrOshuc0QxS7EHzRNicgr0SyJP14YD/6Dg2OafZDp8DBtRfMx107bPPvt0J1T4OlgMEp/dUBgK+Dscj0cCcmdTivAKSdtss02yZzcB+JXBCo5tmBgp7uBTG/xYFP/42nZsMeFhwyaiCyywQPo9GOjKUJMReji+7EhbfB9/B/y2ONeWr0lajE+MdeMNDfKNyA/wJ580Ar3mfxXA5Div9CSLLYr9beS+AOgF+4/x+5tPDv/rf7nZSOWAH730J8A+5AERF4YCGyG7yHkUPfiTXj5YjMjjnRjGlsUjBR108VcKUOLF5ptvnop3/N8vf/nLlIM7ny2NL4iNisP6Bzropm7ot7+jQMUvOXe4+DI24Itz3vQC3vQzdrYQOgJsuW0TYDxD9akdOaA8evfdd085ufyWPOKm7djCOMQnN5rcQPrMZz6T/KGCoRhIp0YKsmQj7Av41COPPLLaeuutU57+2c9+Nn09ln7hT85LPkd8CZ/PPnsVi+n3W97ylvS3680f5VsTAvRMwapth2wg8i5gy+2byOI5fxc5Hr84UuhXO8NdG/4H7+R3bAfIw/yubS/sXeFxbIDn8ktz5Z/85Cfpi+r0UkHva1/7Wnee3Q/kAHlu3Au5b1Ucj990I8+dQc6izbEdW8HkiVLEGwv0k3wETA4iMQROyN03RbTY3FmI5IoTGWrSbtVHOzl2vgQNwvHn7dtMzGICzxkO1UcODk1gMlH+3Oc+l+6+CIycPGfpzme/SYdz28mdxEGQislgJFk57fgVd2PAGCOpHgr6U3RUcBN4OUj8l6xddtll1YEHHpiKFoKwAmVM0MgrVs6BoPG3v/1tAE22OB/QHQ6Yfkg0TWYAry6++OIU2C+44ILuCgNBMF+9YrIQMgLtW0GQ94k3ueMfig/G3yuJMtlzN1Jg+uIXv5hWTkia0ClIKP6MRMf7hbvcJjmCkQmw8SjQBR8lFO7wxSRIIDVxVFTEX9fF3a1eQPNgxY0JAbad3yEmv17yCt0G8qK/JsASBEUoPA+7veuuu9J4rWSRcCq+u9sZ9t0LxtyrQCKByPlB96OIia8mMhtuuGGa0FqdgF5+QWI1WBHCtfl4RqInEmf+BNiUJDjnFXk7Rx+A1uhLARi/TIZMAuMOLb+m2K04v+6661Zf+tKXko3ldjS+gJcTwi5Gin79bUyAw1/ga9hdvvFtAef0ExucF3ICvJmYtpeDj1M0Gk426ON/eq0O4YNiVSG+sY82n+hrTCD8H3/3wsTUk5Crogyfvscee6R4Jm6yE/58qJW8OfgRq3Z6yTKX+bjKe1yvHwn4aL45aCc3xam2fPmTmGQ7J+wm9gUmBR8wFNhDrEjLoRCW27aYko+f/xV/cuS56/gCuffLQ/obxVRw7WDFYcWAXKeiaIkfm222Wcr18MU5imnyTqtfxFdPmTjuJlLcUB9fcKPLzQz0GYccwcbfXHLJJV0/ohDUqxg2PmDMOW/GBewotwnt9opJbXnkYJOKd24ybLfddunGg9WWclC+alz4gD567CY9f6gw7aZfPAXBHw52c3so8I1yDLoS8UaeQc+sdJZDyafdDP/Od76TbCr0lv/JC59ys142gF95UUu+ODYFx35AZoPFzfCVgQnl80babtsX98p7tdlvjtSGnP6QQw5JC2vMHS1yMEehr/RGXtyvHY3L2NDf63p99xpzwWsXE8YyC7qQcORGbxk1R//Vr36158ZxqPwPZqgmIG3jZvCR2OhLMcQqlV7txyYY9QNLxgXDWOrrMRhFL48juFOhCDHUHfccJt+97rrYHzxyXPu9aI7N8V5JahvatMxbgmBiY8zugOGXICVAShqsjnT374QTTkjO2vGc/wK+YkovWmJzV5eTD3icIB5NkTjgn8KhVWcCv/1WLeRLx+3LZasQqCjRqz/bV77ylbTiaTD+W+nX5reiiCKHooek3XjdMbVywyTQChSFnbENgkNB8U0xhrzxX3DEezSAgqbHpq0EwQcTLcmRRyCiiGcVXq9J+CsBfM/l9c53vnNYeVmhGfJyF9OjCB7FkjS4AxvyMnmR9Els6a7H1OhqLwj+/RS1FdAlj1GYV8RTmHA9vu+4447pLrWJTDzSMT5B7sEvtLjr3otPseGXgiLgmeT50EMPrb7whS8kvXdMe+g32ZSASaQd9xjKax3sJee53x7RsIK6F79tdEChNNfrSR181VArPgLG7zz/t8H3xl1zPPMocC/+5Bv7nRTgpoyba2wjiv2KBnIJ9sx3iEX9gNz74eWrCeQasgWrkqzG7yXT2KyqebWueDDWXjEy9wXghlmvsccmJxKTXklfYCyx8mmkcDMw5K4wrbBiU9ixchI/QH4mJ7MqXa4rt41VueMDZCEPjVxPwd2KWTdOFVblQgpX+as3JmfI5cTnb3zjG4nneC8vt1rOUwDmFQqqYws3K/lCTxgogNFf/KfTfKG8R249NjDvsCKbX5Xzy5tiBbqCnVzW0xZ0SP6imEi+5JrPKfqF2CaPnxAQB9HVKx6+FsEPWNzw3e9+N63idQPAfEM+KU+nT+Zsr6bcqGDyR9HGCQxOP3fCArXgxVH02iQZVr3lSedwMMF1RwU4fcUQwbBX+7GZEA8HE2OPGbgTKhApDn7rW99KK9gUfUwMxjXpQG9+N8gEQrDtRXNslt73e6dO+xJRE1fL6r23RqHKb4+QRCIn8J911lkpwRJs8yKhBMvkthctsUl4QwagDRPB2KcgJUBEciih03/OP3d58gkU/g6lKzZF1BhDPyDTX/ziF6ngAd5JEW1JoiQlEzKwKw7FGBURPTIqiZPomhTjO77Qf4Usd8IsYad/VqFKvscmGZoQsOQ9nyyZOCvI5fLJN0VSheQo4uGxYq8Jo8KZ5NWqSI/SesdMJIf485vf/CatrOkFiSO9bcPkPu7yQ/gisvforyIhu6NnbIOuSZ7JYTAeoznXUSuW4m5zIIpq5CdhJztgs3GtCZYkuBefYpMIm3wF8C14rDCvECmZ5ovQbCz6ssLizDPPHHDn+7UKPI9YwhcqnIoxvfhtw1s8Hs7+FZvzGwR4HassA2RBNxWY6UjoQRt0tNe1g50/IWBVeaxWo2cKHL34k28S/EkBbJAfxUMy9sgX+/D4jxsybry1b+aMDfiOiNN8Sy/7MvEZTt4TG+Ij3xc6rSjkRmAvmcbmxonHM13j+riWP5MrtMHX8Xl0OV9RMVJoH29zjC9bkHPkuQLd6DX22Pbbb79XvKDPd+V042/kLm3IrfJ451G7PD67yWpFnpU2it5irVVabprHa17or1esjOvjnG24eY8esOJeEY/NxupfRSV2+kryul+QSZ4f8PExjgB9JSd20YZVkG4kx2OiYrz5incCy4XkI+PySLobk3FzmN+TSynAkLXXm5DDSOZXbcjLtMNGvPeXHpkXsSfxlq8wfq/QcQOaL5Qr5sVoOpCvig3Q3/wJH/rb69F44Cf4ixzj4nsCveQbTw8F9IP+do43oZH7Yn3mjygH5MttH9oP6PDpp5/ejWteO0In6abX3LDh8RFHBwNZh/2jpZ0TgRgzPm8wFLz6MelHjFc5TFol+2H8Vhblj3YAJykRZ7gc40gdoqASL/rlUC0bbyc6HJu7UlbzcAT9OHv0uCYChQAl0YgAK+Borx1IRgIBw+qsKGwIeO7O5cHfPo+6xOOmfvcDdOGtpNumSObRWsUDAV3wtaInArpznM+ZejdJFNg4dUvj83GijzNFE2fbiyYykTAIOhIXL+t159VvBdH2y5nd+VdUMxEDj7kZd64PaFFUxfex0RUyy8diciOBjOKK4/gw0nb7gXErEsajmh5bcaeSLtItxVYTRfYiiUBDvJwaFMDjIyCTAsgrVnZCvMNvMHmxuzgWSZD9rqFriicK+IrUCs3+DrugY4MlJuxUwphPYPTDD0TyJTmw4tJkBU0eQwW0KzTTx+gLnYP1RS5RZNWHx4WNIQc+SMat9pQUxd1oSVDIPh4Vz+0cT/hBvguN+Xjoq32uQ5vEX3LuXX6SLBMzKyFBO84JvXmtImQeBQwy8O7FdnJIfvwMnvWzohOsThYLYnJNbgrJod9AVm5+WJHgfWPubkfcoXeRsJKTOJNfqz00TSzwuzFZomduMOR8QpvxsGW+nN7m9L6SILd4JJpdujHAl8ZEjJ9B87hCvIpCJ/mE7w7oh827QSa2tuP4KwW6hh9xQ42/lIflMdvf/E74njgmb1PMY0PAN+aPyQGbcUPBu3z5ISvundcv2EHkIHye1ZQ5X/nw8fGIp5wm5Ad40J6ci0V4EDo+KQDvxQ6Q//lAQLuQKj7EhypALHON3JidkoexGptj8hAr8tww9uoKq22i4EePo53xBWOwCj/oMQY35tBF9m685x9ImpTB98drUYDOyDVyf8iGFCr93wbdEitCx+Ukxo832sT/wfKPfsBPu2kO7Jdv93SHv9FIh3rR1Q/YBNrEAX4F3R6fFees8HMTLHJpOhlzPXlP7pM9hSJ3ynkG/Co9Bn7BTet8RXBeXMNDvAroz43eXnORkQCtfF7E5+BnTit/xHbc7LA4oX18QgA9Ylv4MOP0HuScB3QKbXg7UpBpnnPIB/AhFuHohw+ZUOOMDyuBnIx/zuMI+dIbPqygIFCKeBMYnK4X1Ydj51y8r4azZpSSBXeJ4vEOk/f2hGY4CH6W+brT4zrJtUkTY9eHhEe78fiaY+5WDQfJTn7nA80cpERTEHS3y52mfid+vSCBEagUEYCjtFqOAxMwtS0ptnLQO7EsaxbkhgtUnLmAZlm9AOtOys9//vMUgPWpEBlJW/DanVr7BYv8ZcT454tZJsDGzrF6LNbKNUWEoAmvc5CHl+mGXMjatfogryhoBOiKx93ijp27wbmucOxWTHlX2i677JLuJo9UV0D7EaAFrVymCo3kmhdQxickgFbjSaj0EYmcu+1RwBQ4Y8IVk2Xn5x/GmFigK6H/JvUKDmgiR/bhLn4Utb0rkrwkA2F3Ht8gL6vryMsxY2Z/7uKSI920ckaypC8FPf7CuEO2Et3Bxo6WkJsEmW3wAVb2xd1uk4hYOYuXQTNaTBoVl/0tIT/77LPTWHpBkmHMua+RxNEj1xuDd9SxNUmtVwdoDz/YuUQWT8neilCPC0uq/VY48d5Ntm61mIlO8Bs99rE5j7YrWvIVZBBjCl3Svke3owg/KYMdhn4BH4EXxjauyTiwN1/KZldk4MvCdIUf9FvyvddeeyWeWonJz/VT8NGeIio7Rb8CnUeZtaddvoQemKjSc4Ud+hhtexQ6Xj/ArhR8QgfxwKpo+yYWJOxxpx0N3lWF/tyexE62ik9eM9EugIwL2npA723i33DxVdwIe0YrmxcXjIO/GV+89EhavOrA2Pk6Ba3wh+K0lfv8nJXpVsnyBxMDeNfmHxvyP3uyUldMRzuZWokcPsRx/JFfKMSF7zEubRrz6quvnq6lq96vxW+Ri3PwgL+zWf245557Jn0J5LLlM/FOn3jmNxsV+0Cb8gyrz8OOvE83/1rn2ELhJW6QAb3wWGPouD49go0HHislS/2/0lDc8gEK/pxOk5UiccRZMnazj94pmuC3/CpuNjmP71FwEIs9SRIT4V6xli3Fo6+gPf4O9E8HyEnc0n8/cL0bxvE+X/E/CgaKNHxpTOAndZhv0KMYC7054YQT0pjwA3/EGTLpFcP42Mi9QV7rpiKbwFMrIX3wYzCwJTIJkAUdzvOyiP32scXIu/hFeQebHSn0wed5nNYTC/4X94yZDuXFOzBOuotWeujjcWSNfjkXnfS104j1YicdNvcBOZsbuTEWOuTGmbZA3h7vazNON0WPP/74xINxgf6sQgsbcFPWEzHis7HxX1aR8oMxv/J+w3Htdzjgm7xBMRyM2YpOvpHO4SFazW/xcqQgP7oTwN8Ys5zEeOkNPZoQMN90c5q+6EMuphAeMcp8lnz9LigIjP2a4oK+wJFzOpIQwYPD5fgEPhNad1M8+iX5kFRaTZK/P6MfcOqcrkeAJJKCjaKAoCoB5YhMpCUuEiBJon4icRwMHjEy8ReMBVcFSI9YxIctTHKMI0dMDiPp6QfGauUOetFoMiCZxDeO2oSKM+PYOG1Bxoq6oSAhEyBNJCJhUwxz50Z/kbjrC72KJPmLhTlTL911h9FERJHOihL9ChZoikKHvyUlilP5uAUdYxB48CWSRMmPviKxD/it4Iuv5EVX3CWWhFjRJ/DbL/kzybAyQqI6El0RpCSM3tGHt9o06TBJEai0H4UfQLNEHu/zxGlsYQKhL8GIDADPJDcxDrIQ0PA+YMLvrmf+ONDEgDt/bBivJEwKtmgxKVR4V3SV0JCZRIJtSyDYHX3GT4Ux8pL4etRNckambDRW0PhfQhirgSRkJlj6pVvsWwLXC+gjMyv48Faxj3z1KeC73mPX+qZjjvtb0YXuswO6zSegAc15gYK+s3/ga/gn+ivJoBtsLHyNcSlwREKncOfr0mTsDqoinUQLj/ghEys2hcawKUm5Ijla8Uz/7N4qFzZhvOg1KTIBRqtJdSS/dEnxPJLqSRl0IXSajVm5iNcmdGTm+LgAD0xc+S/8FgsU7fhT8pCUkhee0xeTE7zrB/yPx4o8Ck4uJnIK1/SIz5Vc87nGpdjHP5oAgthnlaBJFR10Lnnbzyf5ra1IaCc08EkhU3wQN+inVRVuUvHXbMTkkmzsE6/53vEFhQN+Dw8idik26Buf2dtg/pc/sopX0QUv5RHsQ1GSD41H5wMxWR4p+Car2PkqscJEnZ3rm59yE4H9s1d2KeeRQ0wM6C8KmSCuK7ayLa8wEE8UYOk7nXSDzI0VOsnW4hFKtOOfOEW+/ucvrdoid+MzmVKkDJm4Lr6wzjfhR+RW/GW81xPkTXIo9qCo6IYI+VkZFl+F5rt9bIgd0TNxgH/lQ8l3bIEXHiPWvhsmdFzRUX7HLuk4H0A3+Fs3U+QvOV9fCcj3+DB08wt0z6OMbEQcllsp+pAt2xGHrKzjX0ABx8crnA/iBD/oPDwV87QrVpI3+eF9gG9gh/JffpI8yJAs+Ix+fXTcGBar2SBa2bscg437+9UCN4bYFZ/PB8gl6KrxxdzAOMOf5eATnCfuiBv0UNFYTDJ34VciLwLt5/6LvboBHrHB9W4Yxgpkfg8/6TCbpNNuwDhG79GW+z++Cx3DwbjcsNSedsVTvkReiiY2So8i9+E/5C9RdJPn8EFoNZ54rY3z5OXa44foIZ3fcsstkw+NOQXfIpfCN/2Ljx7jFbOcIwfii/w9rjFTvikPUBBDj+KisdJh//P1aA/9NbaJUYQWI/HQWMldrsCP82F4xke4cTg2fpIfZvdhn3JR/tETQJHXxlwyEPO68WG7Cr7yY33phz6I43SA7OVwaBof8i2YjNAo4GsOjeHXK6+8ssiStsa5140xdo4OROOQ6yZg142TTec2Ab1ukuW6caKdM+r6wQcfrLfZZptue41TqxvH2jlap3Ob4FFvuummdZMs1Y0Rds+1+a39JvDUjaOom0Shc2VdN0GjbgJW99xzzz23c2QgGqdVN0lM6mPWWWcdtI8mqNTNRDGd3w+aYFpvuOGGadxN0ExtNQ6rbpxKGsv6669fN8lQ2udYMymvm0Ccrm2cTt0kUl0a9t9//7S/F5oAWX//+9+vF1544dR2tGfTr33zzTdfveeee9aNg+tcNTSaZK8+9NBD6ybw1E0C+zKeRLtNElbvvvvuL2vX9d/73vfqZvJSN8ndy2iyz7X77LNP/cADD3SuGognn3yybhLK1I/rmoBeb7bZZml/L9CVJsmsm0lD3STPA2jWv99NsExybJKdpJ+BJrmoF1988e75zSSwc+QlkHszsaubyXeiP5cp2sj0wx/+cN0kQmk/vjUTim4/zUSmboJd95rtt9++fvTRR9OxftAEn6SneBp0NhOw+qCDDuqcUddN0pD4nvO7SSrqJmh3zhgDY2kmGd1zllxyybpJ1DtHx6BJdJI9Oq691VdfvStntBx77LF1kxik43hxxBFHdMfqeJPwJZ7mcsCnrbbaKp1DXjfccEP9iU98om6SiJ7ymnHGGetmYlA3iU/Xtsm/SXyTHB13Xj7e0E22/JnPfKZuJhrpOmgSwKRzce6CCy5YN8E+2RraYr826VAz0Uh2HGgSlPriiy+u3/Oe9wywteiTnTUJepdvzSQ28SkQvqaZWHV9TU47GuiNseGf/gJobxLCeqmllhqgf3n/+tt222278iaHO++8s95ll10Sbc7Jr7OhgX/jiw4//PDUTz9okvlk+8E3uthM0tIY9XvJJZd0/a8+8Dlvu5kA1E2im2hyDh047LDDBsSHocBX8g90IHjof/bRJKPJL6655prd8TaTybpJojtXjwF7Xm655dJxG77nMcTf2nrve9+bfEfOO30ZOz3hE/ge4+4HzmsS3nrnnXeu55hjjtROrgf4RQ/YZTOJHuDz8K2ZANaLLrroAJ1FGzk2yXTdTCJS3LG/SXCTvwvQK/scI7NDDjmkc2Qg2D9/pl0bXuJpL+CT+MtW0d2LT/zjBhtsUDeThc5Vdcod6EWcy27wOweZrbXWWt1z9MGGcpx22mkp/uFbnGf8X/7yl4fUJ/bVTB4Tz3IZoJ+N4dN6661Xzz///Gn/PPPMU5988smdq+u6mRB1ZcCejzrqqEHzg2aiXjcTx+RzeslbfwsssECK9XgfOPvss5Ptxrlf/OIXO0dewgEHHJD4G+ccd9xxnSN1/Z///CfJMY7J3+RUAT77O9/5TrLVkBva/NYOXSWnH/3oR/USSyyR6Mxpdw0bnnPOOZM+6y8H3ZWLySXoZ64b+bXiIZsI4GMzsU72mcvVNWKIWES2fM7b3/72l9kCOsUfOZj27WdrRx55ZKeHOvW3zjrrdK8TEweTHz6dddZZyUe0/W/ouHgo/6Cfg7WTgz2RZ7TDB1944YWdo2Mgnsdx4zj66KM7R8bgjDPO6OYVNjLIgUd//OMfU1xAH36H/PyPt3wovaDbTz/9dOfKMWNm1/jCntp6G+Pmu42bD8zB39Nn/eZ9Oh/dbOLzn/98tz3yEl/biFjB18a5aN5tt906Z4wM8ni2HG2Zp4hncM899wzIjeRPt912WzoWuP7665P/jXPoo7H0C3Fnyy23TOPJ9Qgv0SU/EK9i/5lnntm5sk75zMYbb5x4GNeGHPggftq8zH7H6VceP+S6yyyzzACbYpdyHfpIx9/61rcOkHXYEx/LHwZtfBn/NBzo4GWXXVZ/9KMfTX5qMD2iY3gvd8hzHz5IHOCn5GpoafsE+8T+b3zjG2memsfiiLebbLJJOi/6jn7RxE+It/bb59zQCfGNHuOT485v60SO22+/PeUm5KGtoFN/6BYjzRPYW+TMgPdxLl7stddenSN1fcstt3T1X5vmq0FfwPw6rqcfe++9d+fIGNAD+ehiiy02gC40aft973tf8m+x32+8HA7ka37j/LZ/wW/6Ivab89lvbOhg1yCfyefq5rNtP7Tvvvt2+W9s9C5iO/mKmd/97neTTua64W/9rbHGGvWqq66a9hk7fc/7KHjtYaqve4nJawzuwsSjFCr7jdNMKxAaQ+2c8RKaJCbdIXW3rnF66a6bO7DutDZON53TOMd0d8+qAu1ZCeIuVdyhc15j3GmJvzuHjTGm6r3/3eW1ssULd1Xd3ZHN6VCVd/eocZipbaszeq2gaxxNasvKOatf8j7cCXa3x110d5DR0TiAzpVDQ58eY7RCrXEy3TvLeKAtdyLx0Wq1xtmnOwZWA+GVFUjuJqBDO/a7q9ELxucuj7ugxmE8+nLXzqO2Vhl69NDLY60gcXw4uDOkTXeJ3C1CA1k0zjP9rV2PGFv1Z1UVGeWI6/HUmN2dIRvnNUG4+3iyL4uisxca55t44g5RE2ASH72In4xCf3LYF3KMd9W5U+haNDTBKT1SaAk7XjYBoXPlmM+j4zcYn7t2+R1lwDf8sz9WvqHRXSB3V/GCTI3V3WoyNWarnvCNTN0Nsk876CSznI6hoH/9aceGTo/PuusYj9A6TqesRiMD/G6SorTqJ+cZvfKoUZNkp3bYsZVx7poHtOPuqDbRS55WOzbJczpuybyVFX47bpWic+geWt2di/e/NME29YPv+nE3GT36wwd3gLVDXvSfvOy3+oG83B0O2/a/lQDG5X/6oy3j1QcbdyfUY4hWRPApAe3zX+7MAT9jdRWa6Av/Zizo9JVqj3zjTUA/9JAO6Asf6Sg5eL8LP6Rv/qxJmNKYwn85Dy/oKJ/i7ja9wC+04wV7QzNdQoNrAsbN7lxL3mhxLT3TvzH4wq/r6ae+bFbaoNcKQrpK3+I64+ej+HCrEXP5Dgd6Ts/c1dUWefPdaNMvm6Lv/BMZoZtMQ458ojvw7C5oIdPB7LsN7YgJ5NUkeWlMxkcP2Rw90r8VCnjgmBXCeB5wjD6Eflq1yyfRefA//cE7PNaHuOZc49TP9ttvn+4Cx+Mc/QB/0Eev2YLx20cP6Af/Ja6JE3wR3QygSV/khgfGri3tWHVDd4wRb8ky/BNbBLqJ53QLz62ocm0b2sWb8BF4TT96+Ss0aZ+M2SQ+4QW67DeG7bbbLtlTvOsU6BAfIlYHT909D1oBHVZMWDUaMiLjPOaQUfgaOQWd4FuNm0+K/tpAI/7gJR1hz3jKNvlMcVMbVi3wh3Q5fBP+WUFjdQn52U8fBuuPbNkhuzYOfNSGfvk/ekd28hT7AmKJlczOdZ2+rfbIYaWTlf3k7Ryr1PLXbFipY+WDY+IveQT/yMo+/gfv0M6WyVKugj/GHb7HMQja2QW7p6seYYvcLYCfzkE3v4TnMRa6Ij/hN13LtwbQoS2rqPkKuqI//DU+Oosubcr9xHljZSuukZfgJ32xqhIdZBQ+Bvh7+cUjjzyS6HEdP95LfvjE7vhyMcFv55G9mEP2VrHZ6GL4kKFgTPJf+qV/ekz/I54D2tmI40E/Wwx4IsVKOeNzDvrkxQH8JjM8Ij/+xT68I3P7+C/xjp/L7dsYjYW+sQk6Y59z9CU3FHf4QLkZXucgZzImR7EXT8hLP3wJWm6++eY0hmiPvdG5HOil21a6W00IrhXjyWSkwG98D57hKX1Cr5VlVmWJ344ZN3vhUwJo4BvR5Rx+3Jj6jZ3iIZ9jvGKPdvAoYrg8gMyjffbFhoANkGXkoGwDv+iNa218pXkF/+t8PifybLqAZ8bKXugvv6Rv59Fl8ce1/CFZszkravlDvOKv6S7+0VnX04vBYBzopZvOpUfadT36HBOHPJZPD+k3+gLsjH3jGV2kk2KcWIx+9MlhzCnMLbSf23Bcb3xs17jRq19847tcZxWjY3iFB+SOjpjLOo4v7BA/cp3IYb9xGofxAf8fdii246Ux5/bG11u1TOZhm+IY8N9WSPJv6KOv6Mv5zo7y610b1wN+s1H+D//4e+2hyetbzI+MkU0C/eQP8XgokK+xkQ+7xC99kZO4Ri4eifYklHwCT/RvXou/csh8rm5cVmnG2LTHD+a1BHk2WeqbfPFXHCU3PJU3aIsczJHMJeR7VhfTD/zjs4fS24LJG1M0Dk5V9zUHwY0DDzCUwcBJ5MutOQzGnYPTZHABzraXYTFk7UkGgvXO4wQYbe60AY36FuRAgM0dZi9EH66N66IPdHMYIwV6tantmCTYtJmPXdvG7n/nol2AB3QPlyBoO/jjetBW0D62zkp7+IGW4Em0i66hklU05eOHfq8F/QlegV760wshx9AVuqGv4H1bV5wvoQ8ah+N3e0zBY//bn+u8ABgyZTvBQ+fro03LcKAv9CbQthftC5S5/jqnDeM1DkAf3rZ1BO+jHfzTTtBLJ7QRtiiICsI5jBm9znVeyKB9Ht1CS7/yCmg3tqDTuaFf7fHgv0ftPO4HEhrv65AEkpsN8AON+u4FNIZ+GWOu0/4mn2irzbeAMTsntytthC4NNmZ9B6/CP+jTWHuNOaAPfAqaQ27oy2kfCdCf67rETFugD3oY/fSyKfQ7J9BLh4aD8dAx/QHeBR/asUry2Oar/oOP0CueGUPIK9rTjj70Z8yDyWs4kEvokr+1Qw4xjsHada5xuw59uRzRSgejPXwPXcan3NfhN773Qs4/Y+3lR9pwfug1uoJP6ArdyNHWobaP10ZuT3jTy1eFfPADQjb6HQ745DobvugDrXiDfvTl7dLzkIsCUKAf/TWeoDNkQHbadW3bBtvyQpf+c2gLjdqGnI42//RFH9r8Izf6hI/G5jzttM/Ladd28Aqv2+fmcK7r8mv1Ezo72LVtPdef820hA/vR5bycJjzweyh9x7fgjfZi0j0YtIdX6Anb0B9+4UGuu/0AzRHP9Z/bKuiDHQba9BtXnlf00o9A8Antzvcb34Pu4GcvoMNGP4KXIT/X+n8wuG4w3WqPn233akuRWsFXMcV5CiAeqxyskDIU0EEngmd0CT3axZPc3tGKJv8HXIfnwQf0Osf1IwE6gi/61Q5a6FOus3TC/hzoCx3UL146RxvatGkT3W171y49CL0P3Q2fYXy5nqDH8aABf/QLIx27voPuXI/QEPQP1ZYxudYWMsrp8/dQcF2uiznfhop3+GHcAcWkXCd6IfisTXyMcYac2+N0Tj7fMSa8DeSxpk0fDHd9IORrCx1Bj/EraHplDyjYety7fWNmMGiLTLRr7MYXctEHnc5lFsVB/HHM9UAPbTl/2vw3Lm23YWzkq58YW9AQdgG9+Ffw2sJrtohXUFBQ8GqEJKVXES9WZhQUFBQUFBRMOlAQOOGEE9IqRxN5k/K99947rfAxOS8oKBgablZ636nCmJWbVhO2VyxaoWpVrXfBKn5ZRcfuFB0LCiY3jHxJVkFBQUFBQUFBQUFBQUFPWCnllQxW6Hi81Ze6Y8WeAoRH8XqtxCkoKHg5FPGOOuqoVAj32KwPIvrYiFfzuLntUVVf0vU4LliR7BHxUsArmFxRingFBQUFBQUFBQUFBQXjCd4750vD3gvmXZ/ei+nhJ4/ZebepdzS2H0csKCjoDY+uej+e97iyJavtvItUMZyNececp1R8udfqVud692hBweSKUsQrKCgoKCgoKCgoKCgYT1Cw8w4wL9n3kR4rgnxEQUFvyy23HPZl+wUFBS/BO+R8oNGHQ3zswXvurHL1cTIflfDOSfCRo09+8pPplTM+bFFQMLmivBOvoKCg4FUEL7v1Zdrf//736bevfEls+n1xb0FBQUFBQcGEhRfQ+/KzeG3FnQ9Y+HqwL5yOzccsCgoKxuTAt99+e/r6sa/h+oox+NCDop0Vrr7yWj76UDC5oxTxCgoKCgoKCgoKCgoKCgoKCgoKJnGUx2kLCgoKCgoKCgoKCgoKCgoKCgomcZQiXkFBQUFBQUFBQUFBQUFBQUFBwSSOifY4bf3cs9Wo+/9VjXrwvqp+8rFqdLNVo0ZVU8w0azXlTLNUU87++mrq+RaupnjdLJ0rCgoKCgoKCgoKCgoKCgoKCgoKCmDCFfGaZutRL1Sj7v939cJfrqlevOfv1RTTz1hNOeucVTXNtNUUU0/dnNM578UXqvqpx6rRjz1cTTnbXNW0S72rmvpNb62mmHb6hsLy+fWCgoKCgoKCgoKCgoKCgoKCgtc2JkwRb9SoatQD/6meu+Gy6sW7bq2mWXSpaurF3lpNOcfc1ZQzzFhVU03jMzLdc6tRL6SVeqMff7h68Z47qxdu/VM1xcyzV9Mt//5q6gUXr6aYZtox5xYUFBQUFBQUFBQUFBQUFBQUFLwGMd6LePULz1fP33xV9fw1v6+mfMMC1fQrfqiacq55xxTi+llVN+rFtCLvuesuql74203VtEu/u5p2+fdXU840a1mVV/CqwAsvvFDdcccd6dPnMP3001fLLbdcNcss5VHx1wL++9//Vn/+85+r0aNHp99LLLFEteCCC1ZTTlleQTpS3HrrrdV//vOfLi9XWGGFatZZm1jQwnPPPVc9/PDD1ZxzzllNO+1LN31ce/vtt1cvvvhi+r300ktX884776tOFsb/0EMPVf/85z+rRx55pBK2+RW8WGyxxaqZZpqpc2ZBwRjQlb///e/VKDdKG9D9+eefP/3dDx588MHqr3/9a7ItWGSRRapFF120mmqqqdLvgPbpJn2c1GIc2u+///7kf6co+WPBeAB9Zxuve93rXjN+95lnnklx5/Wvf301zTTTdPYWvNZAD66++uo0x4E3vOENKa5MHYtyCgaFOCSfDd69853vTPnq5IA777wzbcAnLrXUUtVss82WfhdMYCjijS+MfuqJ+unzT60fO2Kf+rk/XlLXo17sHBkLjB5dv3DXbfUTPz2gfvL0I+pRD93fOVBQMGnjgQceqLfYYov0sLitmWTXN9xwQ+doweSMJkDXJ510Ut1MaJPsm0S/PuSQQ9L+gpHhxRdfrL/4xS92edlMHurLL7+8c/QlNMlRffjhh9df+9rX6nvvvbeztwk/o0bVRx11VD3rrLOm65tEsz7mmGPqZmLfOePVAeO46aab6s997nP1m970pnqqqaZK45l99tnrlVZaqW6Sp86ZBQUv4cADD+zqvu2nP/1p50h/OPvss+s3vvGN3ev32muv+oknnugcHYPnn3++/u1vf5vs9IorrujsnTRw3333JR6wG76koGBc8eyzz9bnnntuvd1229XXXXddZ+/ki9HNPOxf//pXsqPvfOc79YMPPtg5UvBaxK233lrPMsssKR7IpzbddNP6qaee6hwtGArHH398Pddcc3Xj6W9+85vOkVc/dtlll+64ll122fqaa67pHCmY0BhvyxHq556pnrv6gvTxihn/b6Nq2ne8r6qmHHjHdkSYYopq6oXfXM2w1qfSO/SeueDnYz6GUVAwicMdf6sS3JGwzTjjjGUVwGsI7krGXXr/l7uUY48ZZphhAC9zNPGruvbaa6udd9652meffQasfszhvPz/VxusMPzpT3+aNiurjINPcUfXCsOZZ565c2ZBwfiDFTcRw2xtP2aVazOxr3baaafqnHPOqZrJXOfIKwt2ccUVV1Q77rhj9a1vfau65ZZbOkcKCsYe//rXv6r999+/+vKXv1w1E/Dq6aef7hyZPCGWXnrppdUOO+yQ7Ohvf/vbqzaGFhQUTDwUPzHxMH6KeKNerJ7/8zXVC3f8uZr+fetUUy+y5Hh79HWq189bzbDqulXd/Hv2ol9W9bOTd+AsePVj9tlnr/bcc8/qqquuStvpp59eveUtb+kcLZic4VGz//u//6suueSSJPuLL7642njjjUshbyzgkVcT8eDlZZddVr397W/vHB3zWJMiwmmnnZYe55tc4TEm44/HGj2+wqdceeWV1Q9/+MPy2ELBBMHKK69c/fKXv+zGsc9//vOpeBw499xzqyOPPDI9IjQp4X//+1/14x//uPrFL35RPfZYufFbMH5w1llnVUcddVQqZr0W8Oyzz6bi3dlnn13sqKCgoGASxHgp4r14793V83+8uJruvWumD1GMrwLeGExRTTn766sZ3rdONeqBf1cv3Hp9VY0e846XgoJJEQo5b3zjG6u3vvWtaVPAm2666TpHCyZnWHHpPWUhe++GmFzeezGxgZfzzTdfl5e2vIgADzzwQPd9d5MrrIiIAp73/b373e+uPvCBD1TLLLNMtfzyy5d3FBVMEHi/ndgVtjf33HMPeJfk448/PsmsvsuhuK/wHe8eKigYH1DImtxX3+UQd7zft9fq9oKCgoKCVx7j/GGL+sUXqqfPPV5D1YzrbWX5ROfI+Mfzf7ykeu6mK6vXrb9NKuyNFO7QXnfdddVtt92WApOk1CRIwcXjFzfddFOaOC655JJpNU3+gvSA5PAvf/lLelm61R/O96J0Sa7rPEaZ47zzzkt3qiWWXgq79tprp35zOHbzzTdXF1xwQfrt8aiPfOQj6UXSAQmpF0ei0QcTiG2OOeaoll122ZRoe9Ss/cjmH/7wh3QHHRZaaKFqxRVXrG688cb0SJaVQei1zwTxpJNOSnfe7F933XXT5NkYjdVE2URx8cUXT/yaa665XtYXSHI80oZO1+Cx8+aZZ550LR61H/3ysk93+00IwKol5+tXW2QWtOp7qIII+r2I20cl7rnnntS/iYgPC+AT/veC87yomAw8euPlrR4fch2avbx1JC/Cl+hZPYR+sDJvvfXWS+2QG/377W9/Wz3//POJr1tuuWVqP/rHR/JEs5eftgsX/cI4gh90Jvjx5je/ObVNjoMBba4hB/pC/zza6MXmPtLhBeltHXj00UeTLMkeVl999US/Mf3pT39KsmYf+Bp6hKahjufQvtUVdAIUMqxKYl94J+Ec6vqAsRmTfumJ34A3Cy+8cCqOtMdHpr/73e+S7CAmtmwM3fTaWO37xz/+UZ1//vmJZwq6q622WlpBFi+EZ++uIRt0PPnkk0kv9M+XGJOPFQylc3SdXMnHY23aDF3XF51ry4fvwj+6DmussUaSJT7Q1XvvvTfJI+y835fg07PLL7+8uv7669Nv9vuJT3xigN4aK51XcDMu/eo/QAb8n/PAi+j54D/+8Y+JtrjuU5/6VPIBXq6sz5/85CfdF+riPf+qf37tXe96V1qR89WvfjX5F/z/0Y9+VG2wwQZJZ/jCJ554IsmOzPGt/cjuUCCz448/PskSFNfEErTdd999SR7veMc70lgjlpBTzm9tkDkfTu5sLOAxWvKy8uPEE09MbfKF2vzoRz+a/v70pz+dxhtgI8bFd/ubPYgjaODTXZODHnlMF3/w90Mf+lCiyWPKrherjAt9oY9sAf1kJQZq07jx8E1vetPL+sDjiy66KNkOGbztbW+rVl111aS3aGUv+kSfvtAbttIG/bzrrruS3nu8DS14K76RH70Z7FoFJ3STPR/C9+rTdey+V7wfDjk9PiTBFoDuo4lO+j+nSby1ihKPAc34IQfRhhs+5GXL4yV9Ef+dE/FygQUWSPzE9zb9Bx10UFpJE6to2MqGG25Y3XDDDYlebcQNBzxoxxm+iR/jn2CllVaq3vOe9yQ6fv7zn6dVxuRKh6wGXX/99ZP/MV79hL7gEd9M1nSArbON0Hl+Os5tw7Xsi9zCV5IbmzFuviqK2M5FL/s744wzkp0B/lpFSAZrrbVWin94cOGFF6bjfCW9pwM5fvWrX3XbwKc111wztQV8L3+FHnnYe9/73mQL4hgbJxf8yj+i4zj5seeI8drDe+ePDfhFdohOfIpYhl4xBI8G4y8aXMt/8i1skO2SHxt0Ayr3R8OBTfFX/AbIedBAdmKD8RuzXE6spDNi5FDHBwMbYgeuZX94LmejD3Kb3Ce2wWfwAfRJjoOHxs3XGTc/hn8B/DnzzDOTvni8VN90RoyTDxmjmNIP6AvdYQd4bvz0V0xjw/pm82I3fdYf3qCR/uqTzrRjO9tii9rDh/e///1JfoA3ZEPWfC35aNt5+MT+jSPsiD3rlx2JlxHfxFPzEnm0nAatAfSRA/2+++67U5/aZuPkyd5ziAkewY+Pv4nXq6yySuILGxIb+EE8kYvkufNgx9twvpxHLCRv8RRdYiLaXGvsY3ODHY+0yZblkNolE3pBh9hde76BRz/72c+SngMekjU+kw8dwGM0RQxlz3y1TV6tD3kZ2eLtSGIWftC9X//610mHyXuzzTZL+/O5jzGIPeSLVznw38fFxA408vPHHHPMgNihDefZxArjBuML+2rPgbVnpSubALog1pAdGw8eszXyDj+cw5yLrbAB/fDp/ubrjVv8jzmzrT22gGtGOtcO4GvIi0zxRYyTsxmfR/Ej//ZI/oc//OH0dz8InWPH4im+8utsi9+jc+jMaePjxTH2wn+8733vS/znO2N82pC/4TfdGiwWk5FryJUtiSv6NL6vf/3r1Xe/+910Hj4dffTRSU8KJgIaBR0nPH/7jelDFi/+99+dPS/H6Gefrp+56Jf1o9/5Yv3oAdu/tH13h/qJ4w+qn7/thrp+cfgXv49++sn6iRMPrp+98rfeIN/ZOzwao6yvuuqqunE4dZOgpBeDN4paNwpfr7zyyvV+++1Xf/KTn1TMTC/r3GSTTer2yzobx1Q3k/h64403rhtDrhvnm85vDKZunFPdGGn9la98pW6Md8BLlL1YXT/ObRKD+vTTT3/ZS+4bQ6v32GOPdI6tSTLTC0QDjdOvjzzyyLoxsroJVol2m/aaBLDecccd6yYhSS+hzbHnnnt220Tfl770pfSiatc2Djy11zi9unEK3fE0gT29/B1PGkeeXp5ujM5vHGP98Y9/vG4mH+ll6wHjbQJrvc0229RNcKmb5Kvbr2uNvwlM9bbbbpte0J5f2wSwAS/PboJc6hu92kErmegb79t9g3F7+e7ee++daG6CZ7e9xonWjYOrm+QnvUi0zfsmSNbNZCSNqwkQdRMU03WNg08vkW8S0XRd45w7VwyPJtgO+mEL/Z966ql1kxynY8aofbKhV02ASDzTP15+4QtfqJvE62WyHQrObZx0kn+bH9pvJlrJFpoJz8v4AU2AqL/3ve/VzcSkqy+ubZKdZD9NIlc3E8K6SQY7V4xBE/jqJvnu9vXVr341vRC5SdC6OoG/ZGlcbOX73//+oMeNIQcdpxfRvpep7rrrrl1dya9vkpOeL54mmybYpD6bRC7pVrRHV1y79tpr180kNb3EOoAndCjObRKwupkYJtsnL9eSOVmdeOKJiVfRZv5hC3rUBPPUR5M4p+N5/81krm4m9OmaJlCma3LQ/SaIprE3CV+Srf7jerJlJ3SKz8rRJJx1E3S7/e27777pgxB8oHbCr5D5Ouusk15Yn/uywcBXaivo4L/INoCPBx98cFePnEf/+L1Ak6SlPuM4e2ySoAEftiArH7bwcv3ct7U3fpHe4RX/2yQ5aT+/j29edM8fscGQHVvbfffd08vw+wXf4cMS0a8Ywl/wmX7zpWThZeBsspkM1QcccEDyu00C1OW3v9mpMTVJVaf1MS+RRme039745CuvvDKdS058+eabb550gJ07hz3QqSZZrE855ZS6mcCm8wNoYgfOxd8myUy6HX4IbbvttlsaK342yXCy6yZRS3x1Dr5qAy8OPfTQl/mFJoHs2g67YJtoWWONNeomaUxt4AMdbCafyX7010YzIUvx4QMf+EDS0bAx/WuH3Rx22GED9ArQzTftvPPOdZPAdj/2YLzoNl72pv2RwDibSW69+uqrJ3oidsQ48d0x8TT/IAT65ApxLr8v/qMFH7TDFsKGyOy8886r11133XrhhRfu+gx8ayZDie9NEj1Ad6D9YYuddtopvZCfrkcbdJSO7bPPPgM+CgODfdjisssuG+A325u4Ef6OD0L7WmutlWins87RPz+x0UYb1X/4wx96+hl+w7V4wS+HH8Aj42ZHPmZDv4Bv/cxnPtPto72RyQknnJB06wc/+EF3v7YvuOCC1EaOT3/6091zxL3f//73nSN1/ctf/rKeb7750jFy5qfEIX2HPtJxfECX/JNtykWC98bTTEZTLDjzzDMHxJvhEDnPN77xjbqZ1CbbyWXCfvP8Jc+Z/N1MjFO+1kzAuvmpDe3GxR9tv/32Kdb0m3vceOONqc9o69vf/naiT5yK/NKY8UDclnd+61vfSjlDr+N8UxtoESvoO/nPO++8yQ5cy5/LtT72sY/Vp512Wv3kk092rnoJd911V/JnxkeHjNe1/hfL2YY4Li+NcdON6KPXxo8NxyPH5Qbs3nhzeelbzGCH+qYrzqc7/F3OG/6mnYuKv2wz2ltyySWTjYJz5Xn0gGyiLRt+kTV7lXPLcUDeIUbGee1NTJD/BZwvzq6yyirJhwWvjAmfzU/kHjnoLn8dbdJFsUMboY9sid2xafMGYx/suNwwBx2X/2211VaJr2IVvxHXmUexV/FOTOsX5IJ2/Db3okMxXv/jLz6Ld/Qmj2OPP/54ko1zbXj8f//3f12ZyGHllPQ2+uGX6Qteop+u6JNNsS/5bL/gY3/xi190cwP9HnfccSkXQzP/aAxiArmxsdCJgJwk8in6ln/YAs3sSx6DN5FTxnj1x7b5fL40n3vcfffdA3IpedqPf/zj+n3ve1/XTrVFX9dcc80Um/LrQf4WY/vgBz9Yn3zyySnX4BPYjrGhXe4iX+31kRZz7SOOOKJeYYUVes61xdBec20gi4MOOijJiyxdx8bEd9fpk+3EGPnlfhB8xRNt0//wW8ZkzHK+DTbYoL7ooosG8MV1/KRz0UI27IjN4ysayZEf5cd+/etfv4yv+ue7jIF/pB/awxN66IM3W2+9dXdc+Mt/FkwcjFsRrxHukz8/sn76gp8PWYQb/eTj9ePH7l//d6Pl6od22bB+ZJ/N0/bQVzeo/7fV++qHd9t4TCGvDzz/1+tSW6OfHviVtMFAARV+JNMR5DgTzl9SSREZFiV2zDntIp5AKMkyAXCc4nNQkj9tMNgwJs5DEI6k6ZZbbkmK77j2FWvakwWJUkyuBRgFjOif45cIxUQL7RI/fYdjZ1QSznaxJ5/ocmJhfLFJHhl5XsTTP8PUH54oNPg7nIYJhgCVFxgEG848JlUcJf5ynpLZ4DsaBOvcebaLeAKr/jjr6NsYHUObiXI7sEjqPvvZz3bHp39ywSN/4z0a8NiEIXhERpwWx6gPY4sx+99v1zney7kNhpEU8fShoEQHTQacG4Uhx+mn4mR78j0UFL8kNsPxQ1DyRcFcZxQxJJoRbMiMfPCETNCLV/gjwcj1oF3EI/uwLdfnQd1ERqIgUAom6IugEsfpfW6H7SKe9o1HH8bGLlxnfOgU7E1WYnwSKhNb9Lievhobnus/+IUGQZwdB9pFPPKLhMHGPvCNbg9WxEOH5IUf0Ydz8FT/OX/Qj0aJcTthv/nmm1OBK/o2/vAHkezYJIuSoHxi2C7imcDROTbmevwMO/f/hz70oZclx71gXJIqsnStcUgOA+yBPka/NjqfF/oUo6Jgxa8p+uFZryKeJNdxfOMTok3yMw56pXDCvvMiHr6yLf7auNs6aT9Z9Wtr9ClPPNkqvYvfeCjZp8P0woTB2NDB34ZNxqTE9ZL4KMawJz6afPN2jcfYydhExTj5UbHHefhEF4zPOOmZMbrGF0rz4m5exEMXWvwffaHz6KOPTn2gh+7Rae05Vx/oc57r6JCkTtwK5EU8tLkGLXgfNIY/1C4fktse0GMJsnOdF35JO/QOr/XvuMlgrvd0WHwK30AH8F6MirFoY//9939ZAXAwmBAdf/zxqX/00EN89JtMIyewSeLPOeeczpUvL+LhifPjN3pMdNgNG5B7mGQZo41v0A/foV990AmFD5OQQLuIR17Gjkehd0Gj/QqguW4MVsT74x//mApwua4YA9mjC+34g3bFFHpqTPTQOWSOV2i3mZi3C3kRJ/lK7TsvH3fYAxoUZ/kEvlIxFK9y30y3XCcPU3zT9vgs4hk7PhtjnG+y6uYgu+HbFNrQTH50DQ/w1rjswyOTzra/HwzkIC+IOG2M5Gqc7DHGr21F6tzXyhPdXCAP8mOHeOBaNEXs4k/lVblODYV2EQ8d5BMyz/WFvxDL0Y8f+vd38NBx+tgubKIdTY47j/3qJ3SKLIzZPjGiXTwXT9gKOvhifiB4Fj6ITD760Y92iztijnGF745zwv8ozuY5VC8o+Cug46kxsvfgeS4vOsLnK2po8/bbb09665hxKeS35w94IteJcxQx9ed68QGf7Udz+KjgF1qMCT34JfbhE91yHn5q14ZvrqPLbnICP+/GVOSsxmE8xmaf9vGV/8XP4FO7iEcHbJErRi7jGH1UGGBvdJXMQtZxnD/NY45YpXAZ8TBijTFpJ3ScHtGJ9o2nwYA3bhxErti2u1yH+LU8f2oX8ehTjNGGJjFOXuGGypZbbpnow0P+BU+NPXy6MSlI9ypG9UK7iKdveo1mPDEG/A/fSn78aa5vQxXx2JpCU8SyNm+C565zUzEv7LaLeGKm8ZKz/8NXOoZuupP7NMiLePw1H8znhD6SWdgvGhXIc387krm2eXNu8+xG0TOuNcbcz/NteBE6a+u3iEe+bpyG38JXdOGrNvlA7eGPnJ3uB/Iinr7ZEX+c0xbyNj7FvXbBXT5q3h79kGPEenpDZ9irY7ZSxJu4GKci3ugnH6sfO2Lv+oW7buvs6Y0o4j34pbXr52+9Pq2oS9tTT9RPn3dS/b8t31s/efIPOmcPjVGPP1I/9oNd6xf+NfzkEjhnBZVwIBwTYxNQBL+YGFBgxyl6u4gnEJr8OocRmeC7y0q5KbzgF8kLg1h//fW7EzHJpTtRYSgCssJeOACOVVvhfDgdCb/kDySLDNYxjkdhTmFC4coqGoaEJu1Hkh3Ii3g29AsiJnvuAIUTy4t4NhMkd78vueSSNAH71a9+lQo+cZyDdAzQz2AVSTk7/JUACF6cv+Tc3ZQIVow/H3+7iIf/gq/2FU58zl/fIR/tuyb4IyHHhwgsnKU7HhyZRMGE0jWO4ZM7c5GUGptggrZwgJJ5AdQdDTwIuVkhkq+OHAojKeLZ0O6unHPQpPBAJ+M43TOWfiAB+OEPf9iVp0Dvbjd+KO65exf8wFN3UKIQRxckKHTQcW1YPUn/yYIs3dkK2tF97LHHdhNtfeRFPPwWbN0JVixQ3ApdjuOCtcmLIE7X84K3Qo8kNtAu4jlPwFAwwjfyEchjYkOXrCaIBM3KLkUSfThH4uuOtSCpbedGckbuigGhZ+0ino2dGC+9cRfswgsvTPwfrIinLQlAJCNskJ6hi85ZpRuFTQU29kuXAuyJb4qiluBJtuzJ+K3wY9vaxxsTbRPJmBy3i3jkTz78jf5NVvKbHXigzXxyPRjIyWTRdfrfYYcd0pjjWK4XNn4gChv4Qo9iXOyFXPTbq4gHdBXf3v3ud3fbNMHBC3ySVGk3L+LZ6K4bKWzNmE866aSUGOOXzQ2M9k2CwdAu4tmMXRt0wuojxSi00vGY9LPJ8JGSLHqW+3irIkJfJJb8XRQzyERBlF4YJxr8LcnCH2NgN+RGJ9zAcuPDuB2T2CrChP/Ni3ix4ZfVmfRTks42FXfETRMI7ZCR1eH8Ep4rIIXfMBYxLYCO3Hb4W/ptNYc4ZgUhGsPXkrdkOoBWvoet69txRQhjc9NBkSv3C2xIQQHQrTgXPou/oWt8IX9h8heTcz6h1x3+XoiJLprYK55LyskCT8Sg8LPGq4Ab7baLeDZjxxN3wxUQ8I/85SjsKnIPqxDFKD5bjCSj8Cf0Cw3RT7uI52+TLDcC5CeKs3nspa/kERisiAd0T6yIOCNe0Tn7bcDu2Qe6jY+PJEcyc1PMWIJ2Y2YLAdeKucbtHH7JuF3LZ/JzkROwX3kCsHvjs1o86JZ/8PHoilg1Pot4sfFp6CSTWMVCH7RDB/DBmPg9dnfNNdekgifeOMY3W3GUTw4HA16JzfTZBEpx3dMQ+jO5dSzPed3QAT5VASZ8Klvlm8hdXuSmHjmxCTktn5rH4KHQLuKRD53is/GCv8gne46LC/jBZsTN8MWOk2Guj3SP744YbVzsSD6sfSvHFbDCj/BrihZ8JFx66aXJbznG1tkHH8yW+AJFtigSmcyK52yQPOiOgkn0TR/osP39FIDoLFkFXfIwMsRz+irO8SP6DhsH7ctLXBf98pcBtKHTtY6Tm3zYfnFHDhF6INazE7aAX+jn58nEvEBuFKsf+U28z4tO9Djyesf1IbeL2CVukAf9c60bRq4nZ/qvIMT3AXnnRTybeVXYxhlnnJFiVRyjE2SnTXxDO58fPsAcIXJsEPejmKQdOi4OyRnogTkaHXBMLBHD+gG62Yfciv4p4JIHnrBdv0P/+MY8nrSLeDb5oXHzGWwY7/goOQH6jJsPpqvGLYeTH4S8/c+u+gHbz4t4NrrB97JRfPe0mXlP+GV957F8qCKeWMWfWRVGDxUh8YZ9mWPmuat4bF4Zvq5dxDNuxSd6IFaJ9fxB0EXuJ5xwwoBYnRfxXM+WxSg008dvfvObA+IhufOXgfZcW7wbbK5tAUO+0pc+0iXHbQrd2hOv5Fv0Iue7rd8iHt381Kc+lfhK3uwQP/kObeNztGlOQMYBOhNFPBva6ZucCV/J3Rw4jtNp+VGAD2FL+bzI/NyNKfrC/smFfUcbpYg3cTFORTyr4jzeOurhoZf0dot4O6xTv/CPgc7yhbtvrx/8/Ifqx4/5VmfP0Bj93LP1U2f9pH7mkrM7e4aGpCQM0ya5ye9cSPoYfz5RzIt4HKoiXDgPiRqDFdwD2rAEN4IGB+YuInCckj/7HOO0GUkkFq5VGAkjkOTlBUBLnWNSzUEKRAFtmMRHIm1Cm9+daBfxTC6j0JCjXcSTKMRkGSKoxHGGbgIQ4EgVcPDFCphIBMC1nGckEvoRKIJ/7SIeWdkXzt31HrkM+XCEkr1w3pykhIvjdBwvc/n62wTSBImzkkhEEc8kkqN3neSzncgrJHCcjnP+sSJlOAgM/Rbx0G0CmD86ij4JZVxPHvF4xHBQmIiJk2vREeMFSYxkIfhBRyQgYBIQxQIbfcuTaEBnFD71QafiDmu7iCcJ8ThUFIEk4e5OxnHXky0bALxVjAhdEbDyYNAu4pGJ5CzXZ/IWMMNmTC7xPvSJbPgENigQBW1AL92divbd/YpALeltFyIi6cp1gnwHK+LpK09cFT7ymwXaEdglJ5IWssrpozf8j2vpjyJCPoEwRtcJopIcm0Ql5N8u4vFJkuboQ/8KiVGMMUbJY8hnKDjHCuLwY4pYdAdNJjC5f8nbJjtjiKIGneAD0YyuwYp4gKcmIdFmfvMEjKe9Es/kP/ehEms2EnTzB/gU+jIU0N5OPBWj2tfrjxycE/ElbA7omKQQDdqQAOY0WqmtMOV6SZQYFjqvH4XamBwbq9VPoZOO8+9BJ/+pQBb+k6/Oi3j01som+p7DBF3y5xyylBzzzQHnm9yE3kk0Y8JmLLntsFs3V4IGoCN5AcD1oXf8hv7Cpk2GJa+BiE9sVyxwQyT8hgJETJxcz9/kdIsfJv5oxn+6EHQPBzJ0g8OKPLEvHw+fQ44xHnE87LBdxNO3QpOCb94G/eenIoGWXyhUhGwdj8mDvuiY+B723C7iGWfuz+m+CVzw1cQ0n8wOVcQDryUI2xK32/HTCp3oX1xpr64UG6J9scKEzdjwILdbPtykI+AcOs7P0Uk2FzcEwETbRMO1NrwNngTGdxHPONCcT+zQSV4xDn41zx3ZpvghFrN7toeuXD+HAptTFFXYaE+aTORM6PRLvuI8aFuuGnYqZ8x9DZrEWYUBumQSGPQOh14r8fKV/mJv/noA43UjOXSevYupoY/kYgIeQA85xPWKW3muF/yMSSt7VhRn40C/gif0USzJx4YPeElGfHg77sljI46hTTGoX4ir4WfdRGzLi866oaRv+VTkBfRWsSP6ZU8WDQTQ6LdjNrlmzAEU2uhw8FN8zp+cwHfyMWa2iU+5nbD1XF5ugMtJAtF+xE6+JNclBQC0xQoefpt/Iad2EY9vk9/kuqAAHMdt+J/7H3Eq8mi2lduwmyhxnZwzn5MA/2zcYqecoT0nGgz4Y4xuoCiMx3jiGL8QxRp5i9wPH6BdxCMXsRwvcpA/vXWO8cmBcl0UdxRc2S+/IR/P5ToY0JcX8Vyr+JnPGdkD3Yx8g2zlVREThyriuRZv8JT/aOfG8uKYb9kUxsLXtYt4Yp7iYS4XPj7PVdwoyfUhL+LZxPJcX/0tX8Q3x+m2foHflqOErfSaa9OpsENxR14FZOPmWBRv5ejmJbktKXDqG8+dY+u3iBc6J0fiLxX9c7gpE23yDxYmBdpFPHkivQ+QD52NOE1n3XAMsBv5alwvR5DzBFxP3nnBvRTxJi56v8GwT4x6+L/VlDPPVk0xXe8XRL4Mo0dX9bNPd7dR/7u3evay8xqxj66mXuQtnZOGxhRTTVVNNff81aj77+nsGRpegto4z/R3kzSkl6k3k9f0GxqlTS9kbhxTZ89ANIlS1SRv6WWX4GX6TcI84OWPjaNNL/FvJsjpd+Pw0kvwG8eQXibZOO50DTTOIL38vwmA6XeTVKePbTTGkNr08uQmIKVjjQGml+82Rpx+N0lReqmmdm1NcKje+c53dmn/c+cFoL0Q42wmOd0X2PYCGppEYMBLa/GtSVg7v8aMoTHuzq8qveC0mUCll3Ruvvnm6aXATVBJL0v1wYwmuHb51+hcerGw/3vhXe96V2qrcXbpN/41TrH7uwmY6QWvcb0+8Ch+r7baagNkiZbG2VfNZKhqktdq1113TfJvAk96aX4zsUrnNc4tjTF4a2scVvfl/mTaBKV03fgEWay44ooDXsSM302y2fk1ht9NAOr8Gho33XRTlx949v73v3/Ay9GbZKlqkqH0knP8aIJP9yXOTUKXXhYPTbCt1llnnQFyB3Q1k8VEtz6aSXKSAbm00QTJ9KJzMoQmmRuge83ELekv3QT0NsG7a1vGPBS/mwQk6UveprGgm05Ck/AkObMvMK4mWUh6+o53vCPZ4Z133pleMtsE3u5LZ4F9he21gQ/N5DHZdu4LhkNOazMxTS+ebyYn6cWz5PzBD34wfbyBv8Cf4B06mwlb1+6ayVJ6yXTIDvCvmRCmF/q6jky8oFrbveytmUwkHY8+XG9cwTvXsLXBeJCDD2wSm+6HZ/75z38mvrJ7Otkka2k/29QPeTQJYbIrNshPQ5MIJXsYzB+PC8iJPeT+39iNGU1grHjci1/Dgd9uJjpJNtEe0OMrr7wy/c22ycjx8DP6ss/1wfMmQUznDwc600xIkr8F7dNJPlbb7IeOsBUIPRpMpgsvvHD1uc997mUvnmbnNuBP2DXZxhjYtjH4n941SWv3peVtsEFxKPQMjD3iHjTJedqATTZJYaKZvPTdTAjTMTDmZvJfHXfccemFyvvtt1/yK+ige/QfyL9NN3vkDxxzPh+Id/2AL+V/molMygvIgt43yXb64EkzQeicOeZl2RED26CPzQQifdQj5wkbaSb1XXrkF+gPf4MX+Ojl8z7g8v3vfz+9uDrsuY0mmR/wsnV88zvao/eRl4wr5Fx57rXAAgsk3xB8t8kx+Dgg42ZCnHzuo48+mnx2XPuGN7wh0R5AL34fc8wxadwHH3xw+gjOKwk+66Mf/WjKzwLkx9aMCcR4Y2nbJh0C+n3VVVclPeoHbHSVVVZJH7dpJt2pzb/97W/pReann356in2g3VynQ970nU3vtdde6Xx5A5rkmdtuu23KafmDOH+kYIOuD1+IN7lu8rvOCZ13Ht8S58u9g3f8ojgZeZC8bK211hrgM1wnd9xggw3S3/gvJ/Yidsj75p++853vpLyQr8UftiAvEFebSemIPuoxHPK++YV99923aibTKafk5+hFM1lOfYsf/Ci4jl/lo8C5+BC2wVbk1+BcdrLIIi99EC/3J+eee27K/Xxgim+mF3yOMbuOfuZ0Dof77rsv2XjkVpELhX2TnZwgch65JR2jd23wa/KRoBfv5QIBPpKu5PaV65P4p8+AdkKP8Hj33XdPH10JHcfTLbbYIs0X6FKelw0F/cmJ+Vl8o29kol3zOjlk5Dp0Vl+D5RL0f5tttnnZR23w6frOR8LoAb7icfDV2NAvR9I2Wep/pNCOfJO+BchPbKUXoF95XD/tuxZvVl111WrrrbdO80j08jF442NDEdMBn3rpAshL6UMuF/qZ/+YLBoupwDfm+TGdeuMb39j1Z/Q3fC1/YIyRFy200EJDzrXNeWKuLXYZY7RFl/EgtyU2yYbHxqeEzsldzTm0T6/4NXOIU089tXPmGHmhdzDIWfAlgBficvhR47z33nvT38C/yL2AvhhDXhtwPV2MGFYw8TF20bmD+onHqimma5Ry6v4c4Kh7764eP2zP6pHdN0nbo9/4TPXMb0+ppl5iuWraZV5K0obEFFNWU8w8azX6sZcm20MhN3ROgOMMIwaOXjIkcekFAZciBzjUCLA5GEE4Y45JAhITbgFIkskYOQlBxQYm2SZtwMGYvEdRg5OJYA3HNxMDSbuEMbYvfOEL3X6iIBFBJAdnxpHkgbEX8EZCMVRQEzgicAf0zakIYjvttFP6MtnHPvaxarfddktOYDBn3QZZRCAfDHgYgRHvckfedvTaEgwkE8YfRQR8dW3QdeONN6aJYM5bSawCa8AELRLj8QU6geZIOAZDm9+9gCftostg/BCkc37QmTvuuKMbZF0nQcltBeL62K8vxZhe9CnIDaVHbCZP2kcKyUYUjQLoY8s5fQJ0yNn/JvUSWYm0gqSin2RKMMyTjKEQPqPNn6FgnG4iRMCUNBx66KHp68RoUDw58cQT00QMHXnyJ0mVrAWfyYe/aAO/c/kI9vn4c5hAD5dU9KN3ARPJKP5IcCQ29MpEVjt0faONNup+ddAESwGPj42klT6wuzwBGp/IC6O9gOcxcRwpTAbatqw9MSh8PD+peN72424uRJzhm+hAP+D7yDd0hX8yGczbVtQ1SQd6IDZFYSsHuiXebZvSh8ROwRWMZY899hjQh+2oo47qFguc36sPEIPyQmovoDN0lg6hGdi3GK4AlcM+PBWf2Zfz8ARvQoeN40tf+tIAmiXbP/jBD7oxBf/4+eDnUEAfXlxyySXpy2yK72uvvXaaHCow5TcEhgKdN5Fq+xI0sPngA92K3CAQ9rLssmO+yGncg4HuDxX/6X30Na7gr9h28PHyyy9PX73Pee+mXxRYgKz4PfLOecdH5cVHoKNimBtFfM5wec2EBLmx/ShIBvCSD4x47Kasgm/OA3mh4go+0VN5SJ7PDAXn8bPnnXde9bWvfS3lW3gsjpx11lk980B8wjOxi72zaTdad9hhh6S7JonsQXGG/MZFH+jmcPrYK5fuBX5TfhJFZpNs8a+dO7APPiCAB3QMf002o6goLp5//vnJjym+ir8HHHBAysfl0/0WUvuFokQUufhIffP5bqzbFBT5kV59m8Arsolb5MFOFLyNSQ6h4A3GrigTtuB8E/bwtfyamxxyHYsFPvOZz6SvpZqLiDkjlTX/jo8BN4YV10O3Tfjd1Iq4Qb/JIs9PAwombZ+ew/wlctV+IBdRiHU+n25e8sUvfjHZh6K3vCt0fCQ5DrA7hbazzz672meffdIXWvFz++23T1/c7bc9Ohz5UsC1dCBuyskJ6EbuM2z2RbGGr+RbRgq5ohvZbRtltzld5BdzzOGAN/QMb9wcUFDH8+222y7dKO/lk3pBDB/ON+BVxJdeEDOGmn/ketiea7sh2M7R6E+vubYtnzfQVXPoNsxXxqaIB3wCvipE0znzaz4LTW7a9Au+oR1Lc+BnzhfyjFhMT/KbiAGxWP5V8Mqg/xloD4x+pnHg0zQBY8r+JlxTTD9jNfVCS1TTLPG2Mdviy1RTzbtQ9cKtf6qeu+6ixqr6SF6mnKKacoaZqtFPvmRwQyEPTAy6rYDA0Q8WQExG8kmdNnoFEu3mzpBRh/IzXE5AUAGBw90051x88cVd5+HuDkOP9jmM3LGYyEQBMLZ8kgJo7eXYBHJJfj/oxaOhgEaJoIKIoqJgfs0116T9HIYEt982R9p3e6z9Xo+2CJQgsZJwt/mb39Xg0MYlqR0MIx3zUGjT12/bxpkn7a7rlYDTzXzCxOFLIIYKpoNBH71sqV+wxV4FmTxwsw0TbfT5W0HJRN6E+3vf+14q5pkIsX9J1VCJZA6FqHaxYzgYrwKLVTcK/n7ju/6tpmJDgrJJxYEHHpgS9bBtyVxeQHbtYMWofPzkoxDQSz54Py78b4PvcpdO/+zJhNQkQ7JMr/gCCR1/oF8JPd2xWsr59kkSTLbGJ1058G1CwcRY4ToH/ksQQ474IKa0/YxCJv8S5/RbSIykOeSrPytL8rbpUaxgAe33mqTijcJ9rj8gSQ0bAn3oM+/DJl6F/0CX83qBbEciB/3m+jtUETYHWky2gq/akHjnNOMV+wg4JwoFQ0Hb7sa7SSXu7b///imZ1r6x0QWToX5gsjJYEhz8BHwbF7tA14Syqzb4qpi8g3jL3nPe08t8UkcnY7y5vGFC2u24gs2HP89hLOwkbJ9etXMMPBB3A/3oHtBpOaQVc1YEHXLIISmX5GvoE/3rFcvI38R95513TsU8to7vbBdtCoJ777138tNf/vKX06rSfmkaKUYiU/HPFnohN+nlB4wvz0/40ShwKOB58sCNcjLDQzm6GIV3VsUryCg4KMbkufe4QgFPbqywRT58I5+sMEmO/IebyApBCiB53+S48sorJ/qBT7vsssvS2OQzUUAwv9B+5G1kqzCrkCa3wS9xlr9zA+30009PuZAiov7F68F8di/QtTxOmZ/Q51y/6VSOfuNaGyP1XW7OKFbScfqgX/S64Uy2e+65ZyqEKKTmq2WHQ9jdlltumVabKXj7bez8vfjZK2/uBfJs35Rhi9oKPec75Ic5T21kGLJyTq94Phzws5ePwOvctuhM3GAcCnijUIcvbmQddthhya6MRwGWDrZzi8GAtpHIuxdG4l/4v7wQ189cG8/JKbZAm38BYx+bMYmRnuzD089+9rNJ5xT8+Y9YnDMSjIQvxhUxGe29dFt7/ep8wfjHOGVGU1iBR6kzBR4KU841T/W6T3y+mvnz30zbLDt8t5rli/tVU846Z/XsJedUL9770uMng6Lpqh49akzfEwEm62OjoAJH7qBNcBXygLPg+BmiSQTnpx/H87u5HGzuDBT5TBqG2ixr7UWvff0WKEYCTo2D8ciqSY2Ez11HzsbqBI/6mORMakbOoeY0CaiSrF48jU3xJZZTT25QaM4fVegXHLvkZVwD7thA4pUH1V5AV9zBNcG2+k6SLCkRAN0ppLv01F35fgvddCefLPQLqwc87qdIt9lmm6XVJFH4kZS5sy3RlFR7BCSWtkv8h7sz2QvGTa4TQz58lSX/QacVAvFaATB5lHB4hCUmFM6R6JEjGq0caBfCXi1o+2swJnoS/Kc3VmOaTPbyMbYdd9yx+/qF4SCByv26mGMS2qvd2Ezq2quGAmTX1hVjypNvdsMX9mo7NjSMNLkc3zAOfi2SVv9LhHvRG5tV5LFaZyiYEIpvCu8KAfjuUTgFkMMPPzzZeP6Y0lDA3/Zk7tWOdnyVEyhQ9OJ5bFYWjE0MeqVhnIOtsMj1T2yxSq7X2GNjN/3wwKTSo5FWdIllVs64QWSf1Vb0OFZ8t4EmE20rgsnESs5YOcIPmzTS7xNOOCEVeTxink9SXwmICWNjI2wr4gmdVNTCH/7X6ql4vM745BMmxh79M26rGce26NSGPtycswLsK1/5SlqFqvCLvuhb4dsjh2TiMTnzgoBH+RQC+SU5gpXrigpuQkYBhxzbK7vcOLMiSpGX37eij/8G+YZ8XRHTKkSFXTlSv7Imj9BtENe10UuvbV/96lcHFBknJOg4W1LwYHNoE/PwL3TcSkILDtw4pePDAV/YnQKgnMVNCvy2upa/l0Maf795Ye4bAn7nsVY85hd78TM2+uLG50hhPOQ/nLzJuR+f5GatFcEK/3I+N6as7FUcZ3PmV6F7kxrGZq7NJnNZTQgooLF1cxP1AsV9fLUIwVzGin83Wwpeuxi3It5Ms1T1802QG9X/3Zs2ppp3wfQ+vNGPP1KN+m/vd+gMQONw6iceq6acpXeC0gYnGI7SHc+82h7g0FXee8GqkTx5cF4eXAMCa363QgKVv0+M8+IYYimruysenYtHjiT87rbljkSAyCe0lqp/+9vfHnLTx4R2LDkkH5KeWGZs4iYhsLlbpUgxIYsI7UDYSz5+C1aSnbirgK95kmvi5q5cL57GZgI4WGI8qaA9CR+KH/4PfpCRRD70j53kKxUDzifrCPwSsvzxzYkJtpOvlAR0SYaDPuOJx27ccVVolsQpPEruJLeCoMKK4Dihx4EOK/gUQRTyJDceaRGQFRTDP6DRuzg9zi3Z5j/ylX/G3WulgHFbNRVylZx4RHJiyMfY8qKku/ImQrHKziN/eCz5IRc0WvnhUTt/81seYYgi4OQA4xQHwq7EEhNJRdpePsamqJy/t2QoaDcejQN6IuHr1W5sJhqhZ/0AzQoQ0YeiuAJ0r7ZjU4B242p8gI+JGMwuFBhCvwP2h4/3NztAL97EpJF+WZ3Ri97YTNBixctQ4EdM/PQnBrFnKw8UB7yrK1a+jCvYUvBdgaFdVDBO47afnwi/90rDTcn8hpcYgbe9eB6bm338Mr7lhWn5Wb5aDch/fI2bDNt5ofbHlZd8rnwo9IDvY3u9xh4b/cnH3gvGy2davY1OeaLCv3cimtC7kdIu5rTBnuSb3/jGN6ojjzwy5aI//OEP0yOW8ciU8SvqnHLKKa+4XtElY4o4Jsb3yuXxJs/ljTOKX8AXeLckPrNXj81FMdMN8CjA8DHy2rbejQvogcc82YFC//HHH5/+j74jb0e/Vb3ieEDeKTbG6l7FJOdYlUc29ntlTK+bzHyIAqJHMOUb3sVH1xR980eSPT1Dr9r54mAQE/KClfmJInJbp2OT40zIV2W0IY9QvIsCGx33/kzFTDpu3HgXK1DlKUOBbilQyWuAnXq0UZsKgVb/kVPwc2xAB/iJaENebnVoL37G5sZRvPN2JOA72qvLgL/NbYv+9PPUife3KgjjKT7IQ3LeaGNceDMh0Z5reyy9F6/zTY7Gn9hyO2jXAgBP+JQouPcLspBnxDuS5W0KiOYtiqJomJBzUrYqvwH60iv3MhfpZ6VmwYTBOM3sFNLqZ5+q6n4egx0E9bPPpM0HK6aYto+VYvXoatQjD1RTztZ7JUEbkseYFLpzkr9kHQQsq0GiCNWGIp4CWwQe1XDFgzypodQeFYn3OlF6iULu+CQfVtqZUIMVNl5IKxnhAKxSyd/lAZbH54VAwaZNp1UADIsRSWhzuiYG8M/S/AgEnIzJety5cTx/THN8g3zz9yuhJQ/GAq9CgjvPBx10UArWih9kY5KZJ20ebcj5Z5JATnjMMbeD3aQGAbLND5PNNj8kp8EPgTcCNp2NO/KKzF7Gn9sK4IPVVZHoCSB0d2IlZjk8/tG+c8wG2GHIii3SR/RJMNhb7PeoRRQn6Kdj/SawYwv06Ye+Cf5o8ziLlRMmURKfkJ9z2TXaFGf4hwiodJXfatsVXSUf4zcuY/SIx8RInvShaGKigt+xYoAOmVywN5P7eH8XuTkeMkHrxCo4TizgCR9uzCCJc8c6t8nQPb4m/Hi/MJFgfzEB1D69YOcB++ibIhCZ5Mf6AXmIRVHcQmv70Sv6ZvIpPvGv49OO2IPHtPFSnx6PixWqQI/Qo5BhJcBpp52WznE+3kT8x2dF8Zz3rkUz2vnBfumWAwQNeG9SSPfpvTa1NdykcDjgu4l7FDDZvD5zf4duRQA3oKyckuxPCnGKfeNJFFAVG/LHvoEu4qP8AK/Cl/ERfEXEFDbhHZH5tdrjKxVj3ASxerntC4eCtsPPoIN95O2jKy8GjQ30YeVRFOXoJBnm8qHPHo1TsEFHP7KTl+BlxGa5lpU4VhoZkzbkuu3YHaDj9FOfeCu/NWn19IRCj2Jg5KLOxYtJAVYn0w2gD9dee+3L7NWNR4WWgMl5fHAOX0w4+UHnye0VlRR1FDMVuNxgCr0QS0c66R4Med/0XfFMgWnLLbdMN228T9QNsAAf2vYfVu+xKzB+RcAoMpI/mQXtgcgh+A3+UIxV0LPS0OtErJKK4gX7QV9uB0NBrM4fI5d7t2/8Rt9iBn3st+1xBbtiA2wY38Uv759049YCA2OPm0xkg77h4q42+ZmIe/y+4mvM84wN/0bih9rAS3E27A/tcqRcD9Eb8z5jHFsdZTsey27fDBYP5cpAZ+icHHI44A0fBvI9uhYFpqA5eDepQaxSPA2MZK5tjOwAr4C+uz7XdXJSJA/+9Au+Pi+08vUKtvwgXSHD8XmjoQ03B8gR9CW3bOuLWET2Ba8Mxmm2NPV8C1ejH7y/qp96+R2xnnju2erFu26tXrjt+jHbLX+qnjn/1OqFv15XTfXGxaqpFxz+8RMFwxf/9ffm3DHvlxsOFD5e0M+5uqvoC2CMg/NTqHAncrCEW4CzQiaSB0myJdgMi1IzZhMI++LdOhyC91tEEhoQSCxnNxEX0Bg2mkxS8hfSBkz+JIExCfEIbtwd5Aw5FJMW70RxN8bYOJqJCY4rHApwfBJVvBWAPO6hUDShnLeJkzuAwTv8wSd9kw9a3IH7+c9/nu4ESvrtQ6+7GK4H8vRoFOeLVteffvrpafWdSZLHIBTEJlYSMrawAgQ/JBhoxQ9L/4Mfkj+TPfxw1xQ/4u4Z3ZQou9a5xu/9IYIWPZWgaY+e4RGeW4EimYsANjFB/91VjncrsWkvpjY+9INJvASXvAWkKHbgB15EwcGdbeNqB+7xCXbrBctWKfEpEmgTO7zlE0zW0ZIH7FgdafOBgkjUJYuSeHfpJAbkIXnwtUb+TZsKfx5nGOzRyQkB48jvtkeCyc74P7QbU17UClhJEEXkfqFIELpHlnSATx5sAvtKwI0NEza0Gq8bQVZRhP9XiPbIk5VI7uwrQrUTpcFAnxVNPa4IJucesaDP+sIP/tDjFx4vcmeczuh3JKB3JsPkx3bQb2WruElnFSa1z19aZegG1XCTon4hPvLVMVniq+m+CZpxKEbwUz5MY3yKeX6jVSzGH3+zEbFAMo1u/JGUWp0XK/T6ffm2mBxx2fl8qNiLHn+jhVzHBWzIxD1WVfF3Vg7xGcZCR8RWj+BZTeTjBGLY+OL7cEBf2B5eoofv4o/oujgUtNNHvs+7H51D9/luKzrdwEB/FOr4EMXLmDiaJJC3cce19EsMi0fYtEXXAU3hfwBtriEnf+tDASd8DZtR3FWs0j454qkbvuMCNPBpMTlkN/JE4wzb9FELMTQe/TNhJ9uhgLdiA50G9JtE0WmyZ4tegG7MbejXCm/FOjfyFJGs6MMbxUY6zaeEfxDjX6n43gYfqpiPr8bJFvg240cvfyBnMXYyxiMfUjLBdtwqM8UbvPZxA4+iujb46X/ydy3IpeKmGeQ6pX/6TlbDTcydw89Yef/5z38+5ev6pg94LS8hy+gXr8WMWHUXUGyNFXvkaOEAmaPbAoF2oQV9Yom5gVV3VgDKb/lrcjY247WBduIR30D+tzyQnhi7Dc88khxFanmmG+bhB9mTVXByEH2z0QlZcAhEzJPv47XidBTCQsch13E2msu6F8hFThV253q2Ro744m85JN6MC+gdeeK9sZhD2fRDVvJdMU5Ml8OLdeH7RgJt4Qu/LIb67X+PcrMVwJP4cvFwMA+kQ2CuEPqJNwru7LLfvGZiw1zbyuTQDT6yPdeWm/Waaxs3eUV+Ytx46kYTnvIxXuGD12Fr/QI/8xWC+KkGgac29Qt8nVCQe4nj7Ia+61sOhS9+87n4RPcLXhmM08sJppz7jY2XbwLfA/+upnp9k6gM84GLUf+9p3ripwekVXcgZvl76kWWrGZcZ7NqytmHfgQARj/8v6p+/KFq6sWW6uwZGpyzZEXhhtFJzLyTwoSYk+QcFeHCobfBwfvqF6fGcBlRJJwKhAzJpNlxbXB2AnV+Vy3A+Qt6AiunK2gLDO689Hp8yjGO2tddTZgYjPfwKCYZF4Oy6sZdJHcfta2dkTwqNa7AH48ictJ4oZDJyZnISyI5r/wOvP85tfg9rhBkTATw351Aib4iCZlwyJwL3khc9EnukZQKToopCnQSMRMvxRGJkiBkgkRvwMTPnbtY1TWpwpiDH/TDRNLya+/VwKucH2CSGCu1TGwULAUh+u1/1yqM0TdyZC8CGh5YIu8utsTmlYDgJoCwa7ZoTOgzbrKWkLrzGkUs8jYOOsKOFTsUvgRfhRUBMZ9A0Yng0/gA+7VqRBFFMJdQowXt+M92YmUk/rIrd8FC3+ilYoNkgp5KNCTWHqF351NyZ3LL7sjaYxjkHkn2xAB/YOIqsZEQBuiW5BToi8mYQlAAvWxrpLrEd7J1CbokiX80OVdwssJxUgDZuKljYoFGcnbzhb4pcohJVghL/o1FvOGnej0a1QvsV4yzmoQt0Av6rRDif5MrE3U2gQb20CveDAXyMxlDv1W6/ucb+ACTOfZDr9mPMYh19HJ86F7YAp4o3JgIeAxNsYwv55cU3+zXr2KxRwpBEmrSzp8pIIn14r/2tIvmoFsstaJNP8PBimeFU8UfuscP+V+x2j5t+R0Q78XHkcBY2Ak7tkqXfrhBITbxC2QdK8vJln1ZbRIr9yY0+FJ98TdoOfbYY1Nuwi+bONMNH0jg84zd/yb2bNPNEgUssgOxlR9UdOUL5U9WDMm1+GG5F5+nIOt//NWWcz2y6iYoPQQxML9xQU/YG3uiF+hyY0dRRCzji/HR/3SHnsRTEtof21zFtdoTIxXN8MmYjYcvpxP6FWf1YVUMmtx4Ggp8JV7xc+jHe/bAryjwyBX5lhz8ABnQITHGqjP6yV8r/kYM0Rb7VRQM3vJd/n6lwdY9mienMVa5jFdhyGGshmHjimNiosmvx9oV6+LmGLu0yjCKm+TLN+IjmeCZHJIs7JNP8x8BPlBb4rPYZvWcNsU6cTmfbOcIn8iG0cau5QJ8plydHsjX+CZgV8bUvvnGl4oNijbGE3MW57vZH/ofME45LVtBA37RF3GWDikyOBYFIIUIsTsKMejkU+RTrscfq9iMV8GDrxFj8VyOSHfouYK9lYb0Woznn4zVO0NdM6FvKpIlHvFH9J3M8F3MIyP+Uw7ML9Brvqcfv4kvYqpiJNvBN/wwR9AOXorlIRd6pN+R+g/8UXwWl+SINkVQxRS8NxcR4+kAvTJe/o9MRwI083luXskP5FJ0gk/CI/KnE+K+v4cD+sz3+GcyVzCXk/JJ4nP+xBY4J//9SgIvzLXxkx9uz7XpNJ7HXJtv4TNjri3P5nfZG52LWMfWFLzwNFbDjkQf2LTVweROl/CWjdG5yFnQGLAv/Nv4AHth4/rho4yFzosP5ld8sXjCHujIYHWUggmIRqHGCc9c8Zv6yZN/UI9++snOnh548YX6hbtuTefm27NXnl8/d9OV9Yv3/rOuR4/unDwERo+qn/7tKfVTZx5dj37+uc7O4dEofr3XXnvV8803X90k7iyoboypbpxy3Uwa6yYw1k2ylfbbt8kmm9SNY+xcXdeNo6mbBKH+6le/WjfBqW6cUt0obDrfps0mANRNYlU3yVHdGFvnypejCXR1E8y6dDSBuf7Wt75VN0bQOWMgGkddNwGyboJMOjeus8UYmuSrbpxK3QTZujHizpV13Tj+7rlN0p+O90ITpOuZZ545nae9xmnXTdLXOToGZ555ZretxrDrJilO+4M3TdBJ9AVf0IZP+Gu8TWKa9jtn55137rZ/9dVXJ55G282Eq24CSDoGxn/66afXTYBKx/3fONe6cZSdM+q6SU7rJlmom0SmbpLSATxCDzqaZKxuErq6cT6J5kATtBI9TdKWzovrbCHXZrKW5Prkk0PoeIYmwau32GKLbjtN8lk3QTIdM57G0Q8Yz0EHHTRA/vrZd999u9c3QaRuJq+do8MDP5pgWr/nPe8Zkh+bb7553SRajem9ZHv0vkmAksyMnT6QpWtDpk3CXG+88cZ1k8Cm8QQah143Aafb19prr103E6LO0TG6svrqq3ePL7nkknWTuHaOcgGj65122qnLG7ReeOGFnaN13SRdXT2ysVsyRU9b75rJR33YYYfVTaLQubpOfzeJRT3PPPMM4EnIefnll6+b5LluJoFpf5OoJv5AE9TrT3ziE91rmol+3QTpdCwHfpx44olJz52nrUMOOSTtJ+MmEaibiW2yoZy3Nn/bxxbxv0nWBvAX+I8f/ehHic9tf4AH5M3P8VVNoB+g6+y0mUB3z28myfU999zTOTqG/00CU88999zd9ppJ0gAe9oNmYl6vscYa3X7Q9IUvfKE7FjQ1k/K6SUy65zTJTt0kUOl4gC9rJm1JNs7BmyaR6Bwd0w67Z185H5y37bbbpuPNRCv5R/udc8wxxwzwHfR99913T9c4B01NwjKAb4OBPPmc6LeZ7NbN5LJzdCD02SSydTMJSDoR+moLnW0StmRXuU0AHVxuueXSuXhpbO14IcY1yV3dJFaprVyvQi+aJL3eb7/96iYR7VxV1/fff3+yB+fhzy677DKon2smr3UzgamXWmqpAb4++gjfsOOOOya/GmAnue0svfTSyQ/nMOZ3v/vd3XPYSDPh7Bwdg2YSWm+22WZJRrnthN3wG+TBf+V2Q8ZNUp3oxodedPP/22+/fdLdftBM4FKbiy666ABa8BBv9NUk9in+2W/MobtNkl1/5Stf6dKwzDLLdP1MG2wSL/GUXeZ92fyO/o4//vgBecuBBx7Y7d9Gdjno5DbbbJN44jg749MDYkgem+VQdCDA38s7XBc04ScfzVejnQ/Sh3iD1mjLhldkxvbFxHbOcdddd9W77rprPeeccw4Yt/9dq1/jbibrA67lN8RLssll7fxvfOMb6Vz2Q37iRE5XyG+FFVao11xzzWST9i+00ELJdwd++ctfJj/rGJ0/4ogjOkcGAg/YmHxp/vnnf5lt6g//0UpedKMfNJOp1Cad0Ea0ZyxobiaYyRb0Z7+4Jhbza+LAl770pUR/2x5swVs5I52ST/QDNvymN72p2w5bFTcDdDOPP+ydDgXYlLwpaOYn275QLDr55JPrVVZZJdGI1lwvXIsnW2+9dd1MvAfkw/yJXFu8MO6cb7aQBT8pT8j9JNx+++0p7tOP6BPvVlxxxWH9Rt6369t9a8d++ii/7TWHCHsyz8ivJefc3waMXUzdYIMNkh9o656/6YtcZLXVVqsvvvjiAX6TjZxwwglJb3Md0c7ee++dznH+FVdc0bWVfFx5+/IB849oH72rrrpq99z3v//9ib855HdxnH3ksR/22Wef1Hac84tf/CLtp+PmNHIHuoDenH50oZPvoY8nnXRS0r1+ILc3X5CjxVhjnMYv547cR5/GFXpEd+W8QQe/KJ/rBfTwYfI8et6m35jkNfScPfcD+oBH4dPom3ybLUUMsOlLn3TC3JPeBcTtyKeMedNNN+3GHLyRd4rPuR44D6+1Z0O7/fLPiPF8U55LsTMxJMe1116b8ps453Of+1zygwF5XIzNdu6553aOjIG8xjwVPY6ziZx3dPOSSy7p2ngvXY65NrvKfQvQOfMROhnyClnxteZbc801V7dN+WA/ED/EfzG0rXP0kK8nw9iPvphDi6F0Mvrk0/MYDn/4wx+S34lz+Isc/MBFF12UdJkc9eE8Y6Q38he5b+Qa4rl5fcHEwVRf90KGccCUM89WPX/TldUUr5upmsrKvF6Ycsr0DrupF3hTa1usmuoNCzRtzKoU3jl5cIy675/Vc9deVE230v9VU8310vPrw6FRvHT3193XRvFT9b9x7umuii8mubul+m6FQaOY6Tx3kBvjS9c3Spvu9Lk7rPreGGT3ro1KvEcQ3W3VliX/jRGnY72g/8YoUgW7cQjpjpX3U6hq66cN9DincXDpkabGuaT9jcGku2TuKjeTutSGO0raD7grpB+0W61hhYG7Cm2o8LvLYPm+8bjL665K3hbeWBGoLXcp0eOuHZrdrXS3IMbgOjS7u+VRF3dD8dzdU3cUGsNPK/X05+6ddu3Ttja1HfxtAkj3rit+6duY0dg4tHSO/honlO4aWQmB/65Dlzvh6HC3GZ/QiKcBbaKdDPXfOOZ094N+0Bl3oeLDB/b3A3di8N7dHG26w+Vl9niLrljJEuOhM/HIF+CVu29NgEnX46X+3aXvB/hB3vhhvOhubL3LD3d5Lcd391jbOT/ovH7ctbRagIwcx1P65m5qXOu8XEfcoSbLJhgmut2FMjbjBDS4Y+uxAMfJTHt4HWiS9iRv11ghZxVAPPLsLpiVOO4mA57QL6tVyA3f0OiumBU1/s9tke2wIXYSdkQfrdAzHnJGE77zGcDmyc+Y6KA7UWjnI9hT29bJt0lQk3zZaMgXL/DWWNzFpnPGh39WjpCNfpxrJS97ttIn5y8413idZxz4pE99xWP8/JDVO/xULtuQDz4ZA/1mS2QcsMLAOewPfXQIf9hnvzBOsvLYo36soPAFN6uHgI9AgzvhaHcOm/dYWW5j9MUdYncwjY/9GJ8VEaAdYySzaNNdbDKjV3jO/7kbTE6uJzM6EL6DXK00sPqGLmiP3pCTNocC2q0wcEfeGNgwubR1AvRHN8UP9OIR2eiTjfJRXlRsBRMbzftukv+u3CLe6CeXbegFeZGb68nM+fggxrGJ9dZbb8BqxyYBT6uO2APe0U0+OGJfDu3RSefgU/QRfkXMZEN8Zh5n8Iccw3b4Jv7Q3wExiM2IjfajWQzK9YGfQBsa6D2eOk4f8NVqRL6JvuZ2YyxBt3NdZ8MnNkRX0G0Fsz6Gkzto35jxHO+B3MUl7XhNgb/pePTHZyy11FJJb0Lngh90Dh/bQIux0mn26m88Z5/kRd74rT86EX4L3C2n/3ikHyuL9B+gT3yaVXH00NitTI9Hp/hhd/nxz/URE8IX8BvaozvsSD/4SW5o8Vu7ZOY6euc81/GLfKDHkzxOq+2cdnA+HtKF0GnnoI8NWDlBp/UX+QKwC7bGn4oL/Ag70B8+0wVjilVv/qZ3aHUO+VmtaZx8ObnyB2w0YhHeiPHGjh4r/OhCG2jGB+MgwxhHyM9+POezI171o3/4wJ/y+eg3RjJiB+KHfEdf6KSf9JUM8ISesRGb8aAPXE8udApvI5+NWDkc+Hx+Cv+1pT85dtgH2VsJHPEH7XIRfAeyoo9Wm9iHr2JCnh+ghf82Tnqhbf3hG3nyb2zZY/3Gxu4CxslH0zXH9OE4m0IP2evPuPkn+3PQR/pOL0KP0WIVVD7OXkAf+9U33fSb3PRhfGTpkVd616tvoBfkSCetGAJ6xH+J93k8AL/5abGVvbABehM+W+6X6wv9RVMAb/DJxmcBWukHGtmRPvh648cb9JAj3ubty2ccD78sJsRrDfDeMXac+0Ar0awIcxwNxmk8Aauj+FBycI74Qwfwie6zN7S6xpjpDrr85pPYOVmjsV8dJ2N6QndjLHhi/FZ8e5IFn606QxM5owOP+BjzLHDMfjGp7fdA2/Im+iI/IAv70C9e8OVktuWWWyZ96gd8hHmFVeP0l6zQa36GJ3IBNkIW5rNya/4p16uYKxpX+C/6jza8oePoRq/r8AJ/5Tb4Y9xWkdFvcnIM/0IfrBZ2jlhpjmi8AXNF59BR57Tnivwx2wh9sJIbrwLG7IkxOkXP5ALsJnQOvXitTXEs4hy7x+Oh5tqAH3TDuWwAneRu1Z4YRxfphXbRJyeTCw4HMuFLjUWf/CeeoYdtaVtf5pX4imf8nPGZa/HJkVeRjTHnds7fWlGsbee4ln4FyBJfwofo3/VswCo9/GDrcg26jE6xMvKIggmLKRrDVj0dezQCfe6Gy1Ih73Uf37aacrbhv2IzNqife6Z6+tzjqylnmKmafvWPVVNMP3jAHAyUT4GFMQPl5LwlsQKooEGRJQCWvvdyrtjFILTBUEE7lFpb/SRgruUwA5yONoaD/tDvf3Toy3WcQjicHOgUJMG5nGxuvDk45wAecNI5BHGTyYD+2kmLcaEPn0E7eOJ/+znqAGfDaWqXo4kkQbv4nvNRewoQAU47HHcOPEFDbKCP4NFgYwf945ctaAm5ujYPZP1AMLIFchn3M562juB1LxkPhXHhB4S90Dc8IZNcpm3oD81hF84hyxg30Ec8BrQYV96W/vBNWyCABZ2ChABksg8SEO89oauuMcagET/zfnO0xxX8sDlmDNE/+o3Xb324DtCu31560Y98nRN+JPQtaA+dGw65bNGHFtejt9fY9YP/uXzwPx8DuthjjB8dbTvvB2jK9Tf4GEALf+A8QC9Zt/kZPO+lD4GQZ/Ah5Kk/+4w5rm/TAa7NfRO55jo5FIwxxtCLn73gfLIPPw4hc23kvi9AJrnc2v45oL3gBb4AeqL9Xnrh8Yugo195o9+mD9eiOR9DG/gbtgPtmNevPgA+BP/CdvQZ/ffiH6DTdfoIXmrftYPRPRz0H/z2N7qDDv3RvZADveMH0NfWuX5yAO0E/fm4g/42r5yrj5BtLz/EvmyBXPfxCP3Rlz7asVnbxqIv5wU/9ZPTE3xyXuiL43iFL4PJDOLafNzB56Guxa88LujP+cYRaNOVy8/4g3+uZxeOgbbZftDTi7dtOFc/wSvQX8hvOPn3QtiCMaIz2kJn0K8v9JNde+yuc57/A9qIdto6NRS0hyeh72jQZ95G7seMt23j6CWPwFB20R67MYbs0D8U9OF6m2shZEFHBhu3c0NfjNd5rmnbxWBwvWvbfWsH7UP1DfjnPXMeqQNFV68FUQAeCuE79BnyQa8xh74MRn/YUdAbupHrEjiuDxsM1b52+JbQO+exr1zWuS7gCR5rJ+AYuoKHjuNfDjLKxx3nGkPoSj9ya0N7oUM5T7Spzzz/y3MW+3P7MObh+g+eBv3Od21s/cL1HjNWtGOn6DrhhBOS7qAZL0OnjWUw3zrcXHEo3tiX54URb5w3nD6gLZ8rtvnX1gfH9JtDH6GfEPPQNtpj0EfocrvNNlyDjpAXOoOXeczoRd9QCJrwqE2PfcYWtOa+Pve5kBdGwTXOCb3Ej143EZyX66LzyM7YHItcQf90y7GCCY9xL+I1GP3U42MKbNPPWM2wxobVFDP2nmCMLeoXGsX506WpUDjjOptXU8035it5/cBqKM9yMxgVchVjiQFFC7hjrWpvBY5ETGFAdXkkBlZQUDBhMVgRL19ZVFBQUFBQUFAwucFKKkUYK2fMYayEUpiJ1ekFBYNhsCKeFYx5saygoODVg8Fv+YwAU844czXDah+tRj/6YPXs1b+r6md7f+l1rOBrtH+7KRXwpl+1cTbzjHmcoV9YguvFnZbzbrnllmkJtZffu5ug+uzxPS8F9ugXWFobj1gUFBQUFBQUFBQUFBRMTFjZ4jFlryLwERhfYzZnAStgFGA84lZQUFBQ8NrDeCniVZZ2zj1fNf1qH61evOuW6tlLzq5GP/Zw5+DYwyO0z/3p0urZK35TTfv2VappFl/GWs/O0f7gDpXn9L3ryfPwvpbkvUPeYeCdIJ7p9rUhy03dmdh4443T+flKvYKCgoKCgoKCgoKCgokBj6754qd3h3mf649//OP06JxH2cxTzF/KE0MFBQUFr02MnyIeTDFlNfWCi1czfuST1agH76+eueC06sW7bq3q5196v0XfGD26GvXfe6pnfn9G9fzNV1fTr7J2Ne07VqmqqUb+jLVH7by81BJiL8L1QkgFPS+WtnkZpOKdgOjxPC/G9nLHgoKCgoKCgoKCgoKCiQ2LCSww8IEcr/vx3invwbMIwUddfFynoKCgoOC1ifHyTrw2Rj/xaPXsZedWo+65s5pq3gWrad+2cjXV/ItUU0w9zCOq9ehUAHzhL9dWL9x1a/qIxXTvW7ua2jvwxnFlnJek+krhbbfdlr5oFC/X9A4878rzCK0vG3khZEFBwaQHj5Scdtpp6Yt74GtPvoxVbLagoKCgoKBgcoLpmQLeqaeemuYwXvPjq7C+VhlfAS0o6Acezfb+d7rk/Xgex/ZlbF+jLU+eFRS8OjFBinhQv/hCNerf/6iev+36atS9d6fVdVMv/OZq6gXeVE0x82ypQNdEoKp+5slq9JOPV6Mf+Hf1wh1/ruqnHq+mnGveatql3lVNvWjjXGYY8/n7goKCgoKCgoKCgoKCgoKCgoKC1yomWBEvUD/7TDX68Yeq0Q/9t3rxnjvTY7KjH3uoqp98rKpH19WUM85UTTHrHNVUc82bCnxTzT1/NWXze4rXvfwTxwUFBQUFBQUFBQUFBQUFBQUFBa9FTPAiXhdNN/WoF6vKNnp0enS20rNlvD5WMeVU1RTeeVeWhxcUFBQUFBQUFBQUFBQUFBQUFAzAxCviFRQUFBQUFBQUFBQUFBQUFBQUFIwVxt/XaQsKCgoKCgoKCgoKCgoKCgoKCgomCEoRr6CgoKCgoKCgoKCgoKCgoKCgYBJHeZy24DUF6v6HP/yhevrpp9PvBRZYIH2y36f7JyT++9//Vtdff336e6qppqoWWWSRavHFF0+/CwomBkaNGlXdeeed1cILL1xNO+20nb0FBQUFBQUFBQUFBQUFrxaUlXgFryk89thj1Wc+85lqzTXXTNuRRx5ZPfXUU52jEw6XXnppt88NNtigOvXUUztHCgomPJ544onqjDPOqPbYY4/q4Ycf7uwtKCgoKCgoKCgoKCgoeDWhFPEKCiYCrHyaeeaZ0zbTTDNN8JV/BQVg5ekdd9xR7bPPPtXOO++cVqG+8MILnaMFBQUFBQUFBQUFBQUFryaUIl5BwUTABz7wgerqq69O24UXXphWAxYUTGg899xz1VlnnVX95Cc/qf7zn/9Uo0eP7hwpKCgoKCgoKCgoKCgoeLWhFPEKCiYCrMBbaqml0rbkkktWr3/96ztHCgomHKzE8wj5M88809lTUFBQUFBQUFBQUFBQ8GrFa+LDFoboPVB//etf06Nl//vf/9JL3meYYYZq7rnnrpZeeunqLW95S/o9GKxoce2f//zn6l//+lf14osvpsLMEkssUb3zne+s5pprrmqKKabonD0G99xzT3XeeedVDz30UHqE8oMf/GC12GKLVTfeeGN10003VQ8++GA1yyyzpKLO8ssvX80666zVs88+O+TxXjCWf//73+nDCV5c73E55yoYLbvsstXss8/+MtqGgkn/2Wefnej3EYZVV121Wm655aq77767uuGGG9L+KaecMn0UYsUVV0z/+90LxnPLLbekMd13333pPB91wHMfdph++uk7Z74c6MAH1z/yyCPVdNNNl/p6+9vfXi266KKD9okfaMSPf/zjH2n1kT7f/e53JzmssMIKiU+w3XbbVfvtt18122yzpd/w/PPPV7fddlvayJrs8YGMfRQAL+acc84R8ZTuWREFxoFvK6+8cqL1yiuvTJu/jW+99dZL7+m79tprk87ZP8888yQdoG/G7UMZgx2feuqpUz9A9/Hv17/+dRqXx3q32mqrpL9kgi7jm2OOOZIeL7PMMom+HPfff3914oknpvM8BrzWWmsl2Vx33XXpAyFoXmmllZJMAmgib/byt7/9LY0HXQsttFDiH9nn8tPeb3/72+rvf/97+u342muvXc0444zpd0C7F1xwQdILcqXbn/zkJ5OdBOjczTffnDa2TnZoNLZeHzFB50knndQd38c//vHqDW94Q7qevj/++OPV6173ukT3u971rkST8aBhsOODgd7h+1133ZXkQaeMlU7nOhiweu7MM89M77TDr8022yzJCm14a3xkytbptWOBP/3pT4lXNo/R4hefRef97/z3ve996Xp8vffee1Ob7PzRRx9NbeDrfPPNl/wI3c91q6CgoKCgoKCgoKCgoGAiQxFvckYzOa2vueaa+tOf/nT9lre8pZ511lnrKaaYQuGybiav9etf//r6ne98Z73zzjvXf//73ztXvYRm4pv277HHHnUzQa/nnnvuuplMp+tnmGGGerHFFqs/9rGP1WeddVbdTOw7V43BZZddVi+55JLpXP3st99+9Ve/+tV6mWWWqWeaaaa0v5nw10sssUS9++6713/961/rPffc82XH3/zmN6f+H3zwwU7LL0GfP//5z+sPfvCD9fzzz19PM800aXyve93r0nWf/OQn0/hffPHFzhXDo5nE1yuuuGLqf/rpp099H3nkkfXKK6/cHX8zma/f8IY31B/4wAfqX/3qV/Xzzz/fuXoM8P1f//pXveuuu9Zvf/vb69lmmy2159p55pmnXmGFFepvf/vb9X//+9/OFS/hhRdeqK+//vp62223TTILXpDXfPPNV6+++ur1T37yk5fxG5577rn6N7/5Tb3mmmumc/Fjqqmmquedd976Ix/5SH3SSSfVCy64YGrPtt1229WPPPJI5+q6vv/+++t99923Xn755ROdrg+66c7iiy9ef/zjH69/+9vfpjH2i9NOO63b58wzz1x/85vfTPufeeaZ+utf/3oam2N4/NOf/rRed9116ze+8Y2Jz/qec84561VWWSXp2UUXXVSvt956PY+3ZYGXp5xySpKj9o3huOOOqz/60Y/Wiy66aOqXvqBpueWWS3Q98MADnavH4MYbb0x66HqyCJlON910qW90HHLIIZ2z6/rRRx9NfdDJhRdeOJ3nWnLA0/e+9731AQccUN93332dK8bo8Q477JDOce6yyy6b9LYNNrDqqqsmmm0bbbRR1y7Y6p133pnoc33Yujbp7bvf/e76wAMPrB966KF0foCusWX9zjLLLPWhhx5a77TTTvVSSy2V7Mh+/PP7G9/4Rv3nP/852YTfwZf8+MMPP9xp+SU89thj9fHHH590l16SW/TH/j/zmc8kPucwHj4E7c41DrL82te+NmB82iLLTTbZJI0l9PLwww+vZ5999nRtr23HHXdMdOH9mWeeWX/4wx9O8oox2fzNr7zvfe+rv//97/ccW0FBQUFBQUFBQUFBQcHEwWRfxDOp/9CHPpSKMSa7JsRvetOb0qb4EEUak3iT2vYk9dZbb02TY0UO55l0L7TQQul6hSFtmlwr7vzwhz8cUFjKi3gKGSbDilkLLLBAKv7NMcccaRLuuAm5iblJt0m+4woziiSO+/uoo44aUIxTrDn66KNTESDGoG20KbChTb8KbQoiigL9IC/iaeOtb31rol0BRtv6iKIT+px72223da4eg3/+85/1VlttlYogzjEuhYZFFlmkW3zAC0XL//3vf52rxuDmm29OxQ6FEdeSGX7gexSOFBsUKXJ+K1787ne/SwWm4Js+9Guba665Uv8hc1texFMA3GeffdJ56EOn88nW9aED5K2Q9Kc//alvnvZbxMMnepnzK4pgxmSfwqY2HLNFAcrx97znPfXf/va3Ll3tIh7a8VJxRj/GRt+if8VmPFCIC+RFPH3gj79j084555yTzlUUUtCjL1Fg0r5+yA+t9rOjz372s0nXgtYzzjgjnatN/R122GEDCqXO0w/ddg6aFQujaEnnFPVynTNWPCJL17gWv/PCbV7Ewx88Zpv0HN25nWpTgdc+9u946Ivj9p1wwgmJ7wE6SleNDV36UkhmS2zKPjJea6216htuuKE7ZuPNi3j6cMPBGPA8fJDrHcePzTffvGtPCtZBa9BnMz50u6lAXhdeeGEq+GtHG2TneE6f643z2GOPrZ999tnUfkFBQUFBQUFBQUFBQcHExWRfxDviiCNSAczkdemll65PPPHEtNrK6p0rr7wyrWhSuDCJVQBQtAs88cQTaYVMFDCcZxXMX/7yl7SKyIovE+8osigsnXvuud0JfF7Es5kgb7DBBvVVV12Vrj/ooIMGFERMlFdaaaX617/+dX3vvfemop3Jehz/xCc+Uf/nP/9JbYMikkm96xQuttxyy1Ss0/YvfvGLtNpNUcK24YYbvmyF1WDIi3g2dGtLm/pHv3HHcUWCY445pnP1mMKUgmasoFOw8NvKvNtvvz0VDxQH4tqf/exn3UIMnn/hC1/o8lS/p556aurXSkWr80IeijOXXHJJt+iheIEu43Ucb632U8hV4EEDGeUFjbyIp3iIn/Yr+lgdqTipsPuPf/wjFRwVYoxHsez000/ve4Vjv0U8tCnMfOc736nvueeepGtW5SmGxXF83X777es77rgj8WSLLbboFiYdw8/QwXYRz6aIRNevvvrqtBLy/PPPT3yLNozP6s5AXsSzoUFhSaHVikfyYk+KTlYRKgI5z5isUlUkwkMr2L785S8ne9SG/nbbbbf68ccfT/2wS21GUUrxPF+tZyz6irG87W1vq2+66aZ0TGFp//33T0U2bdMNRcDQOXbLfl1HhugM5EU8m/Y33XTTZF/07uCDD+4WcG3oXm211VLBmIysUo3iI9rxhFwDbFKBHl30mk9RrDPeX/7yl2mFr+vI+FOf+lR3pWC7iGdzDh9y+eWXJ3tW1LRyN3jmXONxLZvSB56HbPGeTinSKi6yN7qkXfStvfba9cUXX5zkFX7kHe94RyocGsMuu+ySCn8FBQUFBQUFBQUFBQUFEx+TfRFP4SUeiVtnnXVSMSeHwo3H3C699NI0IbcaK+DRREUf15rYe+S2vVJPEcFjejGJVhQ0cYZ2EU8R8YorrkgTbFBcsFImjisUKLhEQevpp5+u11hjje5x/ZiAgyKBwkQUNBy75ZZb0jFQXLISR0HIceNQHOwH7SKe4ofHVwOKZooH8YiswoRHIQOu91ioY4oHHiHO+apIsc0226Tjigcec41CmgJhFIEUVhRdgx+gKOOx0SjU7bXXXt0ikKKqlVf2O67gkz86qZ299967W1y05UU8xYtY1YhfZ5999oCVYGSvoGjsir1PPvlk58jw6LeIh194E2NCM96HnBVayCb0GH0KOlFkc57HSWO1VLuI53qFUboX0AZdteLSOXingBY0tIt4iqMeS20XcxSePUIbtkAHXBv6DuSB51FUIms2gQbnKbpGwUxhDF1xPb3K7cXK2VgxyC48pmt/PPKbF9L065F6tNkUwkLu7SKegn7YGSjkWv0Yx9kU2woo9K2//vrd4+w8iu1ooKNRJENj/tg++dKN0EnFsuuuu67Lj3YRzyo6BcDgifYVfEN/rHBUgI3iMh/CB+ZFPDYUIENF4uCLx4QV9gLsll2wwz/+8Y+pcJjbREFBQUFBQUFBQUFBQcHEw2T/ddpm8tr5q6quvvrqau+9904vivcCfS/l90GLT33qU+kF72984xvTS97By/GvuOKK9IEEWHDBBdML/Wefffb0O+BDAh/5yEe617nm7rvvrppJdvqd421ve1v6sEUzmU+/p5tuugH0acsL6mPfDDPM0G0XHnnkkfRCfXjwwQfTy+3RCXPMMUd6Gb8X4NuMzQcx5p9//nT8P//5T/WXv/wl/T1SzDbbbNUqq6zS+VWlF+zrzwbPP/98+jgAGLePSXhBPqD/rW99a6InaJtqqqnSRybgxRdfTB8+QB/4wMOTTz6Z/p5rrrnSBxuMMa6dfvrp08cDtAE+7hA8wQ8v5we8WH311Qe86B9f11xzzUE/EBJtgvF8//vfr374wx+mDwTExws+8YlPVOuss07SG7/HN/Dr/e9/f/fjCHQl/gZjWHHFFRNfgCxmnnnmrk6NGjUqfYiise30uw3t+8DKIoss0tkzpg0fGvFxBdAG+/DxhTb0Q68233zzAR+TAB95cB0dCF47N2gDurTpppsmmuHhhx+uLr744qQHzmNLYWNk4IMMz3S+rPrHP/4xjQ3o9Xvf+95uO3TORzqAXN785jenD7yE3qCHbTmGPjb6z3/+M52fgw44701velNnT5U+5jDTTDN1fo2xNR8lCbgml5F+H3roofQ33b3wwgsTTwFddDjoclxfYad0mb718h/4w258HCR4qm/Xxm/9+OjJYPLvhdB715x++unVt771rer3v/994j868NnHQ3z45PWvf/2AD5IUFBQUFBQUFBQUFBQUTDxM9rOx97znPd1Jri85nnbaadUXv/jFVIjZZJNNqsMOOywVgky6Y6INjz32WPoyaewzeV144YXT3zlM8BUqYmKr4OALlL0m4Sb6UaDrBcWBvBgwFNBnsh647LLLUqHNeGPbaKONuoUNhQWFC9eNFGg2/sFg8q8IA8atOKKwB/ihcKroEXT5kum+++6bjoMCn+IP+NpqFCaNb5ttthkwJl/K9aXUaF/hLop4vqiZFzXnnXfe9HcORVRFlF5QRFWcU9R47rnnEk+/+c1vVhtssEEqSH3ta1+rzj///KQX0c/4Bj1qF8dyoE0BL4o2IwVZvuMd7+gWbgIKm4qmAQXjBx54oPPrJbhO0akXjYqxinKgEOe8vAgNxqfA6muxQC/jS7PAxhSN2BXE153piIKewpKxk5NxaI/uKd6SPyhwk1WuNzYFWe0A3YoCfQ7ttQv1bRhTzquhgB8K1GzE5gvFa6yxxgC6+KEoKNJrBfDBinh415ZdjtwW+4GxuIGhGOpavuvQQw+tttxyy+rDH/5wte2226Yv9/rCsaKjcwoKCgoKCgoKCgoKCgpeGUz2RTwFge222667wk1xxmqe2267rTr33HOrPfbYo1p//fXT/5deemm3OGPCqhgQMLnvNXk2sc4Lc4p+//73v3tOwoeDtvotzijG5UUWhSwT7XxTEItVTKBgMrZ0DVU4yGH8Ciox2defolebNvsCziEXsD/+VtCwGiy/7tZbb03F2AB55X3F32gmszaGKqLOPffc1c4775xW8FkxZiyKWYqfVggefPDBaRXZ1ltvnQobvYpcEwO9xtUv8MUK0Da0mbdLn6w+bENxbdFFF+1Jg2IVuwH6EoW4NtAQxT0FJ6voQi8Vsdddd920Yo4sydsKUudY6ed85ygEWx0L9IUsQvbkpkCX641NATCK8tphD2OLfmSAHr4m9BkUJI0pp0vxM/yOa4YqEI+L7HtBQdvqUisrrUQmG4VOPkyB/OSTT64+//nPp0L2d7/73URv8LCgoKCgoKCgoKCgoKBg4mL8zggnQSgGfO5zn6sOP/zwavvtt08FGqvKTFYVDkyYFZ2OPvro6ktf+lJ13XXXpUmqR1nzR+j6hXbzxxsnFBSj8lVOVgPutddeQ24eB+5VwBnfyPtQyNlwww1TkbQXTbYdd9wxFVlBgSYKFVbTKZj1uia2XXbZZcAjs+MCMrNi0OrMffbZJxV3rdwzBsUVRUWrvX73u99VX/3qV6vjjz++uwrw1QSF3Sh4DQbFnV6rQvFosNWiVrCNVL+0Z1Vf2Au99sgofQYFJavXFPBsoNj6gQ98oFtYpi95cZb9KTr10pfYdthhh/Ro64QGPsbY/G9sX/nKV3rSZGMn7HSwAuiEgJXK3/jGN1KR2go8NIbvU+ykLwqP+++/f7I3Bb7h9KegoKCgoKCgoKCgoKBg/GOyL+KBwoLHME1UjzjiiOqEE05I7ztTIDKRj6KRR08VaBQOTGLzR0i9py0e18uhEGi1TawkUkxQ+Ol35drYQuEjp8+joB799JjqYNt66603aAFmfMG4FQVi/IoYG2+88ZC07bbbbum9eeB9X1EIUhT67Gc/2/Oa2HbfffduEU/hNfq1IswqujasxhpqBZbr8dIj1z/4wQ+q4447rvrxj3+cinYeV9YHaPucc85JBY1XE9or3wIKNXlBkn6NtDjqEdl4zNYqvnwlaw72FasY2cuyyy47wF7o9f/93/+lopfC6UUXXZTeK8cG2aqC73LLLdc5e4x9e3Q6imVs16PkvfQltl133bVbOJ5QQI9Hn+Px7Sjieby8F022r3/969XHPvax8b7ibjhYeWpF3ne+853qmGOOSQXq/fbbLxXg4/2LdObyyy9PNzra+lNQUFBQUFBQUFBQUFAw4THZF/EUbDx6qnijSOE9XR/60IfSu56+/e1vp/dkxUvlwTusFDqs5jHJjxUp3lnlkUrHcijmKPzFO9qsINLHhJ6EezeWYlMULozPI8L5ChmFFI84eoRPkWZiTLwVY/BgzjnnTL/x6/rrrx/wiCA6PBJrBSTZ5I8bekdY8NwjkVYA5Tx3rf0Kpwp1+TH8iMKm4x7DbF+rCBEfzmjDCkw6gjZFJkUsK/O81H/PPfesjj322LQCLFZJ0ZV4x9qrBfTUu/7aj8rSk/iQBZ1iEwqqIwF7sUoO8OWqq6562SPHZE0G8T5HReX8HXhg9Sw9mG+++ZI+s71f//rX6ZiCmCJX6AiwNYVzdgd0yqq9sEkgW32GzuXHJiT4kRVWWCHZhbH4aEV89CJAH+l0vPtvYq9yY5t0WUGaHJZZZplU8Lda0c0OqwOjsI6PirNlJV5BQUFBQUFBQUFBQcHEx2RdxDM5/dWvfpVWgW2xxRbpcVlfuFRIiMcF/R3veFIMsJrIY6r+9pVQK378bZLrPWi+pBnFI4Win/70p6kooUCksGDVWaxcmZCwcsZXSqNYpthlhaFiTEy0FSh9edcqMqvJ4uMRExIKQIovHlsG/P3FL36RVlMpkOGbd23ttNNO6T1cZONrwfHuPl/A9OVUPFdosSJIEdBxbWnn05/+dFpFeeCBB6avAdsPyy+/fCrkuZbstRtfN9WWop53fA22ovLGG29MRQvFC4U7H0FxrgKMwpICB95GAcM4e33gYVIG+q2kOuWUU1KBzW8FYGO95ppr0jn0mG7lKz37gY9NrLbaamm1Ih6xPTYT70hUrFLw/tGPftSVmY8qKJSSWYAO+ZIzeYJCfKzq8x485+cr92DxxRdPXy3WjkKYol+uc4p6VlduttlmacWb43lheUJB8csXd/kaPLDa99RTT+2+n48M2KnHf9npkUcemY6NzyJZm1d8GXtgFwqHVpsq1Fm9yB4Vc9kDnecL0ek3+O3debm8CgoKCgoKCgoKCgoKCiYOJuuZmEKBr4l6hPaCCy5IxSSPbvpy5be+9a20usp7qGK10NJLL52KCvHIpBUpHue06k1hQbHORNt1CgEKUQcddFAqMMQKIe9Rm9CPrAZ8MXXttddOfSsseq+f9215bDgKApdcckn1s5/9LBXDehWvJgSsYFNoU1BTjLj99tvT44seI/SuOTJQyPj973+fChj5CkeFMV+kjRVdinDew+UxQ3Lzt8Kdr5YecsghA1YfWomlWBvXXn311elxW9e5XhHHvl7vG9OGl/Z7H54Cl4+ceLQQrWSNp66nA4oaxujdZeh9NYEeK+B4vxkdwRf/4yX9UJyxMk5BZ6SFGkUfPFJ8UzhSIIr3qIW9ffnLX07FVPz2GK0PiYS8ctinkBgr7pyP9sF4zkZ9dMTXbZ3nC69kr0+yQ4N363ks96ijjkpyxIcJDUUvX6O10Tt2qlCMHnrlf8VoX8h2Q+CXv/xlKrKNL5BD/qixAieZ4AkbtMpR8d8jtOzQalM67ziZoe973/tesk9tWIkaxdKCgoKCgoKCgoKCgoKCiYxmcjxZ47bbbqu32267ep555qmbCXXdTD5VfNLWTErrZpJbzzjjjPU73/nO+swzz6yfeeaZzpVj8Mgjj9THH398vdJKK9XTTz993UzEu9drS5va3nHHHVNfo0aN6lxZ15dddlm95JJLds/feuut64ceeqhztK7vvvvu1G4c/9CHPlT//e9/7xwdg7XWWqt7fPHFF6+vueaazpExuOWWW+otttiinnXWWQfQZmx+G5s+zjjjjPr555/vXDU00LXiiit221p66aXrJ554onN0DC6//PJ60UUX7Z6z/vrrd46MwdNPP12ffvrpia8zzDDDy/g+zTTT1LPNNlu97bbb1nfeeWfnqroePXp0/fDDD9cHH3xwvcgiiyT+Oj+uJS/7FlhggXrvvfeuH3jggc6VY4C/3/ve9+qFF154AD9ch44NNtigfve7351+2083yBj8f8QRR9TLLrtsOje/PtrQ97zzzlvvtddeL+t7KJx22mnddmaeeeb6m9/8ZtpP377+9a+nduPYueeeW7/44ovp+AsvvFCfeuqpSfccR9dBBx00QJY33XRT/brXvS4dx9fNN9+8q8euP+WUUwZc/5WvfKVeeeWVu33agj908Morr0xyCNx4441Jj+J6/B1Ml/R3xRVXJBroJHpCfqGTs8wyS73GGmvUv/vd7+pnn322c+XLcf3119fLLLNMl8Y55pijPu+88wbYWI6nnnqqPvnkk+u3ve1taby5zoWtzj777PUXv/jFpOMB/RiX89C71VZbDaCLTb7rXe/qtvX2t7896Xfg/vvvrz/1qU91jy+xxBL1zTff3DlaJ1ni4UYbbfQyO7X5rf9VVlml/v3vf9+VPRnwIXPPPXc6zxh22mmn+rHHHkvHgRxOOOGEerrppkvnkNMhhxyS5AB4hRY+IO9XWxtuuGF911131RdddFG99tprJ7nk8rKFrTq27rrr1tddd92g/C8oKCgoKCgoKCgoKCiYsJjq65biTMbwuKmVQVb1WJFitZBH3Hw0wW/v3vJoplV1zrGqLYff3vHmMUEfX2gm4Wm//638svrOSqZNNtkkvUesmRyn4+Ddah7RbCbCiQ4vtfcoYPRhVYwVOFYEOa59j/B6VDYQ7y9z3CqjD3/4wwMe151rrrlSux77NTbwiCdajM3KNKud/D1t9jXboeARRI9WeoxRv8bppff59VYfejS5meCnc/RvZWDAfu8p8zGIeDwWH9Brv3PRZcWex/McA//PMMMMaZUWXhnrVFNNlWRm9Zv9H/3oR9O1aCLHuBbw1gpKm78bHe/ynpy33HLL9G4070XTHpnjjXNtVmOSNZodn3rqqRM/Qz5WWlrt+PGPfzzt6xf/+te/0mOsrjEmq93opRVOVhN6hNFYrDKz2ixWlHmM0bvK6BGdcy364jFv8F5Gj3mj0wo2jyTTI7S73grDs88+O/WFt3Td48L0n6xdZ2xWnfpSMB7nehzt6981+ve4a35OwD66R+74akz4ql/XousLX/hC6oeMhtJJ/PcIuNVr2tGmDy3Y3wt0zmO1zotHPsPW6bBVq1YCesQ8X82Xjw//rDQzRnoHHgNmD1Zgkp8Vph5/xV/wWK5HxNmE43RHX3Qd0OHRZHThs5W6ZIvv5IknW221VZILuUa7wIfwEfinvZVWWmmALZOv9+nRD34jeBwy1I/r6LXfxoAf3l9Iz9gFntHHt7/97elcfZGZv70X0aPxvuz9+c9/Po09+FJQUFBQUFBQUFBQUFAwcTGFSl7n78kaJruKUgoZJrKGbYJrYmvyb1KcF4N6wbXasMX1cW2via0+Fer0BybnMYEHbXgvlfZAGybQeVuOK/IBWh3PJ/kBfTgvp20kY2sj3iUWiOJlQB/OibHpy0v823CedtAW7aHFGNDVaywB18aY8n7i2qGKCXjvcergh3ODF4ouwVP78LTNn6DX5nrot+9eQI9iVEAb+gV9kXOAjqArYOz5xzgUphRZcihKBtAYBV30n3HGGal4adxk5HFhxWDt4hHajA1Ntl66krffq/9e0G7wUV/azeXQD9Ac789zbds+BkOuN+Snb/3aeuncYPwLDGcPOZ3gMeBedKInaAu90l/oVZv3eEj2ca5z8D4/r60fjpNRDtejT9/+Dt/gvGhLO+gKeUHITL9obNNXUFBQUFBQUFBQUFBQMPHwminiFRS8FjFYEc/HFhRyCgoKCgoKCgoKCgoKCgoKXh0os/iCgoKCgoKCgoKCgoKCgoKCgoJJHKWIV1BQUFBQUFBQUFBQUFBQUFBQMImjFPEKCgoKCgoKCgoKCgoKCgoKCgomcZR34hUUTMbwgYJbb701vRfPRxJ89MCXVX2RtHykoKCgoKCgoKCgoKCgoKDg1YNSxCsoKCgoKCgoKCgoKCgoKCgoKJjEUR6nLSgoKCgoKCgoKCgoKCgoKCgomMRRingFBQUFBQUFBQUFBQUFBQUFBQWTOEoRr6CgoKCgoKCgoKCgoKCgoKCgYBJHKeIVFBQUFBQUFBQUFBQUFBQUFBRM4igftpjIeL75N7r5N1JM1fybpvlXUFBQUFBQUFBQUFBQUFBQUPDaQyniTWT8o/n3ePNvpJit+bdw86+goKBgfOLFF1+sHn/88WpsQsGss85aTT311J1fkz8uu+yy6rHHHuv8Ghne+ta3VgsvXHx4QUFBQUFBQUFBQcHYoxTxJjL+3vx7rPk3UijiLdb8K5jAqEdX9VP/qqrRL3R29IlpZq6mmGGezo+CglcPnnjiieqGG26oRo8e2QrhKaaYolpuueVSIe+1gBdeeKH68BofqN461SPVbDNM29nbH66/58Fqzc/tVn3+85/v7CkoKCgoKCgoKCgoKBg5ShFvImNCFPGef/756rnnnuv8egkzzDBD+t+x173udelvq256rZwxQX322WfTxHymmWbq7H0NYvQL1egHLm8Y9XRnR3+YYoZ5qynmfEfnV8HkDHbCXmDmmWdO/yuAPfPMM+n/KaecMtme80aNGpXsiV2NFFzzk08+WU011VTVjDPO2Nk7/lGKeP2BzDdc5yPV4avPU8032xh/2i+OveL26vn3bFSKeAUFBQUFBQUFBQUF44TyYYtXORTlzjrrrGrttdeuNttsswGb/TfffHP1/e9/v3rqqafSY2BXXnllmrTnMHm/6KKLqo022qjafffdq/vuu69zpKCgIIeC+NFHH129973vrVZcccX0eKVi2z333FN96UtfqlZYYYVqww03rO64447qBz/4QfXBD34w2eDY3Ct55JFHqq233rraYostUoGwoKCgoKCgoKCgoKCg4LWNyb6I9+CDD1a/+93vql/96lcDtvPPPz9NvIeCifi5555bPfTQQ2M1CZ8YQNejjz5azTfffNVxxx03YFtrrbWqt73tbdUOO+yQVuIZ95lnnvmygoCinmLEe97znmr//fev3vCGN3SOFIwvWC154403Vn/+85+7q7iALBRWyXB8gD788Y9/rO69997OnpdAjy+88MK0je17vXrBajO2csstt4x4NderDcbHp9x6661pu/baa9OKu3/961/V5Zdfnvb9/e9/T/Kec845qyWWWKK7CnaksKJvwQUXrN74xje+qt479/TTTyd/0va5f/nLX9JNB/7muuuuG286PzZAB3skt8ldZwsKCgoKCgoKCgoKJh9M9fUGnb8nS5hYb7nllmn1zCmnnNLdLrjgguotb3lLteyyy3bOfDkOPfTQauedd67WWGONNJke7JE4RZk//elP1X/+859q/vnn7+ztjYebf881/0aK6Zt/czT/2jABNRn95z//WW266abVdNNN192mmWaa6q677kpFzOmnn7468cQT02Nz/l5mmWVSYcD1eIQnJrSKgfPOO28qTvzsZz9Lx6w+Mn6T75NPPjkVaxRB9eH8gNV8Chhnn3124q/Vf67zSOBvf/vbRM8cc8yRJu/x22qjc845p7r66qvThpcKALfffnt1xhlnpKLXm9/85kQzGMvpp5+e+jIR177CFf7/+Mc/rv7whz+k4qxrjE8x5cgjj6x+85vfpMLBQgstVM0yyyyprZ4Yy3fiTeGdeDPO2/n1chjn3nvvnWRgtdbrX//6pE//+Mc/qi9/+cupgDrPPOP+Tj0fKPjqV7+a+Lzkkkt29o6BvvFOcWjppZceb49NK0SyL7q18sorJ7lOrqBzbOKmm26qpp122vSY6+qrr57sxcpXNuER20984hOJzwqc73znO5POsZmTTjqpuvTSS6u//vWv1dxzz13NNttsqbjKrhS66K8CLN9EP/gU5ynGs6mf//znya5OO+206pJLLknt0iV9afOEE05ItLA55z/88MPDFgHZyP333z/iGxXoo7Nhm4G777672m233ZId0g0re/kMxeM3velNyRb23Xff5Hv5mlcCePi1r30t+Ru+0CPLw4Gv/PkpJ1VrLTJTNfP0I3sn3g33PFSNeuNbq+WXX76zZwzoB7+nwLn44ot39lZJfvSJLc0+++yDxp6hcN555yXdIqN+xjchIC7xvT7owTYKCgoKCgoKCgoKCsYNr4nHaU0yTaoVl2KzUm211VZLBSrFqVgdZfJkM2FbZ511UmFIwcMkygoTRRKbSaBzXGdSrnBiUm1C/EpAv0GbzeTZpNwKKWP1ji4TZsWdBRZYIBUgwDlzzTVX2m8Fngn/Nddckwp4zlMMU6D59a9/nYpv2rJyzGRccSGHSTo+4J92FBpMRB944IFUkFPgA6vA4jf6Dj/88FRsWGqppdLE/zvf+U7i6dvf/va0sul73/tekpGihDaNw8T02GOPTfsUKrVh5ZM2FFlsZHPAAQekgqAvQxqzibuJ5SsFRZmjjjoq6VIvmNSHDNvnhP7hRa5n9BDPHbMqrBfo+W233Zbk5vFMsh6sPbptc0zRqg19OGYLuwG0ayvoiKJQPqY4Bq5Fd7Tn74Brgz77/R19GW/QZ9P+xIbCGV1TuFSkwlsFYjajoAYK1d/97nfTcYUaNwQOOuig6uCDD04rXhX02MZPf/rTas899+weO/DAA1Mh27jpuCK0MWrPPRcFMnqtELb99tunNtiANvfbb7/0v8fiv/nNb6ZrXgmfxBa33HLLRK/t29/+dvIzCpntlcB+hyxtZG8jYzKP/TEOvHBNrh+5DuS+sG0PsT/84ysN47vqqqvSjYwcxq5gqzA7tnQqnvGDvWx4YgDdblLQYX6hoKCgoKCgoKCgoGDc8Zoo4plUm1QqSMVmAq4IZWXXBhtskIp1Vi149NT75BSYTK5MqO+8887qf//7X7XPPvukVVS2j3/842nVjBUmJuAm3SbgRxxxxIBixMSClWibb755d1MQMMkNWM1hpYcVEVaDxMoOKzQWXXTRarHFFks8cY7Jn78//elPV+utt156r5fHcBXfrAxZddVVq3XXXTetgmvDiiHv8ULDSiutlAp+Js2DwURPkXX99ddPK5qsLLIpAOhjm222SY+HGp9J7bvf/e604nCrrbZK7yRTxFMksZLIOBRc99hjj+od73hHuoZ8PvShD6Ui3iqrrJJosVLplZrYKiab2OKxYlQOE3pFjs997nNJBxV98E+BwiTYuw0/+clPpiKc4pDCJygk7bjjjonnCjt0NYd280fK6ahzoj19KfyQr36+8pWvpPe76Qc9eRHIdd71hv/0Q4HV46Xg3W+KR9pUzCUTYBv2oc//e+21VyoIk88XvvCFVLT9zGc+U2288capEGy8rkXTpz71/+zdB7hdRdUG4JXeSUILCS0h1ITQe+/dAohUlQ4qyo+IoNgQVBRREZEmCEGRDtJ7773X0BJKKOm9//udeycerjehJeEmmS/PyT1n79lT1qyZPeubNTP7pMMAkFXyjYxUp9IR38EHH5yI4jnd5ni28eCiv2T7+OOPJ93TzzQG5DTyWH7PPffc6N+/f5Kv9sTbFCmNmEOeI83pb2OQrv6KnLQZJDfPPXpicuI73/lO8sAyATGzdjenoZ9BomciNkPbRTyShfrceeedE/GkPl3X5yoT3aAP9Abxr5/m2aqvoTtIMG3ac8hRuinO4447LvXl6umtt95KeukeHdQO5waQGTn5KLtPbvtISnqlvZis8KklNDOQgt5jOUxum8jMhs9rYyA96UjP9ffee296nyVPPLddF6/4M9SB64ht/clnJSELCgoKCgoKCgoKCv4X8wWJh8ziDYAAyh9ECaME0cQwZlgz8O64445E9iCokBOMEc/zsuPt5SRGRJelQYwbhiMPEwYqA973L2LpkuWYeS88H6TOZznRkgHI2OVJh2AgG95bCE7GGUKUJ9yMlneRm+WEnrMkkJHZ0HBviIbLcnkN5qVliDkyR4IgkLIXobxJi5FJ5ltuuWWqQ8b+rbfemsIzTBmo5IHcQrJKy/OfZXnarIAlrg4+QEgycmuBBLvkkksScYnMQWoizJAQPBDp65///OdEvjGOlZdnn2XfDlrwjOWsyJtaw5mstttuu/RByiLgkLKeFT8SjUHueUY9kgyR6jcCl7xAnJZr8vpCqGkP9AUZwrhn9GtXiD26wgtMXixjtmRYfAhWJCoPI4a/Zan0BHGlvOQiX5aXilMaCEWEn/r3cc0z6lV8yCuem3MaiG66fuWVVyYiTp4sj20MCD9kqf4FkYewQ8DRQ2S1ZfjkhrBSHvXRGBDedN0SXbqkbuk53dDW3EPSq7devXrVPzXnoW5NgmTi2CQJPaGf+dRs9WsrAF6N7uujtXfl12foh7SRE044IRF49EZ4pDKiT1i6T6d59pIDAvO+++5Lnn/iQ47ScXqD+FZnZ599diI5MxHW1KE9mCjiRWxSCQGpTAhNMjGpwdtRH6edmdioJfK0af2KtiKMyQHfvd+0TeSpSR/3vDdMMHievOgjj06kufTVIZLP+xCJiiRVN4hT7wjtnXxNBOhX9BfSLygoKCgoKCgoKCiYNZgvSDwkBK+tI444YvqHFwsDHEH0ox/9KBnAlrUJx1uodp8n5AVjmfHJMGZA8xBCtqy22mrJEwTpwWPI9WykzkkgA7IXm4+yfRaiyjPKnr2vlJ1sEJNkADOLF+GZvTV4duXnaglFBmKt5wbkJYjgvjRBOHE6HEA91sbPOHTNUmAELINR3fKQRHYBMvAvf/lL2g8ufxj9XwTRCvK7/fbbJ+IRyVB7wATygVcVzy5GOuIKieGve4ga+aenwiE08jM77LBD0mVxWyrbsI6QqvRS+oxw5BlCBRHCM9XpxjweGfa8NvM+brX7WJG9pdY8GxHWiF7GPWJE/SGQEFkIKe0E+UCXtAseoEg8hBfyBAkpj+JBpEtTWyIPZAzvHsRkXtKtXICUVWb3kZnICXmWrzkNZVSPlsqSEy/UWnnVglyQj3TxsMMOS3XAmwzZzKsXaYkQQaicccYZSX+zR1RDqEuyy23G39xfiU+7IHukyhcF7TfrbiZgEULqtDbfm2yySfKmI0OyQdwJq9/RRjfffPNExPEUptfumzjJ/bBrCFLX6JW9MpWbXohPHugGT0X3baHAA5vu07e5BZZMa0N0HpmGBDfBpC9E5q211lrJu5PHKoKYnDLoA71E0uk/eDjSE2S9vhbxph6Q4t59wrjuOffIUV+VCXl7HppU8A6VJgKRty0i3V91+de//jURs/I8s/dFQUFBQUFBQUFBQcGnw3xB4iGRGCl5fyYfhiPSg6HICwy5AciETFZlCON5hqFwjHHeDDwieB/NLWD883BpSKDVQtkZ2pbrMfIY1IgXRiKy7OPgOV5JvLV4xCF4GNrkxvC0qb2lh7VGZkMgZXjjMBr9RZRYwszwtnSSZ9rLL7+c4rc5PoMUAcK45GFjKSLj1jOMUd5d4pQnBiwvki9qOS2QI7IXwcAzK5OSiA9ejsgg+wEit3izkKG643nluo9luQx2uonwyCQpg/njTkMlE+WvJZyyzrsuzsbikD914rlsmCNi8gEZrstnRiYBtBeeRL4rG8IJIQjSyaQO0E3kVU4Hakkq9xDU9JEceNUiCXk3zmmQOa835CgytOFBIrXglWYZLE+qTGohSbVHhJ3+iJ5aGu0amaqHTwLhEFLaAgJn9913T3Fmz9kvAsjZ/Wr2xPNBoNXqB73VF9BjnnRO8uWVR8/cA7KtLQOd0l70J7X6a9KBbriP8MttCPnLK4/O0Pus5/LRsJ//IqBs8jYj5LLz8LRcW3uhd95T+lLQvzp8SVj6qA/hJZ7hPYfk1wfy1LNE2ffcBsVNXp5HwGt7PvRKn6vtSc8HmejDExLpp45Ngunb9b/IUv2VeDzPIzS33YKCgoKCgoKCgoKCz4/5gsRjEDJakCb5gwRiBPEI4lWACOJZZDkWbwIGX4bnkRbuM7YZyIyla6+9djqJx7DkKSWdTMrMKTDSapej1oLBZ8N9Bhojn4Es/7VEnnuMZ2QZ45iHhT3keLfxGhL3IYccMt0TkVE2I+8KcfAWsQSSBw1CwfP2ukJkiAeJgWjLBilvjWysZuRlXjzGeNcxCv3mlYU8ZYx6zvJZBIp4LOHiFSl+HmKMWcvGeG7xmkQWZGO4lkyY0yA7JBSPQIYwzzMgJ7K1NBoZyQDmSahu5JsRjZRwj3GdvdSQEQhKQA5lT6YZQRp0BpGKMPKhx2Q4My9SzyAMGOu5ffg+s2WJCFfeUerFUj26+HFAYJGFPEmHzmqfgACVD/FYhuqDgFDXcwp0XDsgL5672hXCSH340EcEE1nxwPNde3Jdv8OLUPkQmwgP9Y2Ack85lYkue84z0tI+xKe+MykiH35rR/TEc4gZ3ow82MiErD4pGTinoZ+84oorUttGLCGayLS27/20sPQfKabtkIfJF9foC3nSeenq+79IT8UMfUEmGGsnFvJ3ZKj608Zr+yz3cxhx5P7TX/pRK0P9CxKVBx8i1TtMX5Kf90wtoUk+2RPb+6C2r3fdfX2vPj4v8+VJyosPcj5r81VQUFBQUFBQUFBQMGswX4ywGbaWA+VDKXwYM7w/7NuFSEEyWY7JaEZCIScyGDuWZNl7yLJDnj+IPh5riCoEC2PHHkKWws3M021Wg/FlOR4jrTEge5B2DH1Egr3HLKvyO4MRySCzZxfDCzlgqd+///3vtO8aQgyBgHggG4RFrWFXC4SEpVT2SEK0IaAYoVtssUVaBmqJFYNdPOqBDH1nvGdIi8ecerFXk3wDOfP6UJeMRkSH+BE7CCL57d+/f9onC7kBSBJlEJdnGLCe+aJBX3jTkWUmWciIHOSXB6IltZay8S6ynx2dU3YeW/ah8pdMEMpOMLW5v3IipmcGxAAykDdNlg0PSnqk7mcE+eTxpi3Y50we6RLvmxkR17zNEEmW/iHzEOYIhpm1EQSDMimvOlVOeSUzZAxiRr6Vl57ZmwtBPCeA5LTvH11CxG677bbp8A+eoPJHHvLEG4y3rntIY3Kg02Tnw7vVs5m0veiii9J15bDfoP0e6bX6VlYEFH0XH53W/hDTJhI8z6PNMkjyQaYgW0wq6J+aKomnDLzveHZZGq5/QGLS90wifRoo54477phIUnLjtate9Dlkqb+xpJs+0SuTOV809N9kgHh/9tln0zVtSd6UR74/DkjbXBZ/kXYmnDKQ4d5nvHr1I9pf9uL7LNCetVH1hCClq5b0atMmZ6SlTk0kmIxBwhcUFBQUFBQUFBQUzBq0+OWM2J95BAwJpAUDjtdMww9jkSHCUwihwiBhoPCosXcSYxxpwNuGR4z7nuM14hnhGFqMZR5BSDPhZuTpNbT6N6H692nRtvq3YPWvMfB2QCA0BvcQAMBoZjTm37VgMNZ6Y/gtnE++np+fkXcFksZzvICQFsJmss9feczx+Qhbmz+wDAyR4QRJ5KJnchzQMF/5Xu312vggp+vzsR5406bGtDEDK0t65odxNESzVp2iWfuZe4PJB3KRh5R8I4ToFx1CCLmOoEFCIDMY20hHXlbIZXrJSOftyfBHKiMk6S1vOLKjy5aYutYYWZk9u4RDAIoPyY3UY+BrL2SEOG34vDzzwEH0Mc6RBZbx5SVzCCRxqwtx+G2/MuSvQxyEpxvyp8zui0tauc781tYQX3TDkm4kAH1CTHheO9Nu3bPsD3Fjn75aPZmdyLpWq7+5/Sm3367ncLm9NNRRvzNqdTTHpTx03DWYUXx+0yWHDpiUQF4hVvVFPGn1YzMDWaqbmXlvNgb50+9lz8AM+XGNLtOxhsj5pRvC8I7zUce8U8VJJxDa9Jz+eIZs/aYHeVJCH1Ebn/akvfDgVSY6jOBHPCGY6DrvUDKhS3Qtx/9xQK5d+u9/xY69Okanto33tzPCE4OGxJQlVk7kdEMoC9LLgRTIWP2oZdXalveWPNtvjqyUH2GWf9MV2zwgAR2Mc/311ydPXc86oIL89S3iRZRqtzyV9ReWYJMfstwklu8IuPzbX8/LA9mL22+TDWSBxBeXLQHkh/wtKbcnnrDSUw6TCjyyxV9QUFBQUFBQUFBQ8PnQrDLcPp3lVvC5MKb6N6n692nRqvrXofrXlGFfJMYegqiWoPg0YHgjsewHN6dImY9g6qSY+v69EZPr9ov6pGjWrns0W2iN+l8FnweIOV5lCAOer05q5cW25557piWSBY0Dicfj0fJosJRXW/w4goqnMW+uz0LiZbJ+fgC5fv1L28dvN1goenT5dCd//+uhAREb7ZW8uBsDnUd6IeggTwohaXm8IdstO0Y+5t+ZHOeJausD9YGsRN7qf5F6CEITTwh+5KX+GYGOGOfxjPwUB6IOIWiCIP+WhqXtiH9xI0bzb8Si38LTL3pG3+gQQtKpuZ6RR3szii+T0QUFBQUFBQUFBQUFnx2FxCsoqMXUSTFt6BMxbfK4+gufDM3aLhLNuvSp/1XwecDLxwm9lkEimHhk8ZrieVi77LqgYE4CiXfQgQfEsDdfjuafcoJhxLiJcdDhP0xE9KyCVzcPuBNOOCFtI4AwKygoKCgoKCgoKCiYt1FIvIKChpg2ufrUf/+kYNM3++IOy5jXgMjj7eMv8OIpnjwFXzToZD4Q4tOCp1vDpcefB17dvO3s8Wf/RcvtCwoKCgoKCgoKCgrmbRQSr6CgoKCgoKCgoKCgoKCgoKCgoInj43fzLigoKCgoKCgoKCgoKCgoKCgoKPhCUUi8goKCgoKCgoKCgoKCgoKCgoKCJo5C4hUUFBQUFBQUFBQUFBQUFBQUFDRxFBKvoKCgoKCgoKCgoKCgoKCgoKCgiaOQeAUFBQUFBQUFBQUFBQUFBQUFBU0chcQrKCgoKCgoKCgoKCgoKCgoKCho4igkXkFBQUFBQUFBQUFBQUFBQUFBQRNHIfEKCgoKCgoKCgoKCgoKCgoKCgqaOAqJV1BQUFBQUFBQUFBQUFBQUFBQ0MRRSLyCgoKCgoKCgoKCgoKCgoKCgoImjkLiFRQUFBQUFBQUFBQUFBQUFBQUNHEUEq+goKCgoKCgoKCgoKCgoKCgoKCJo5B4BQUFBQUFBQUFBQUFBQUFBQUFTRyFxCsoKCgoKCgoKCgoKCgoKCgoKGjiKCReQUFBQUFBQUFBQUFBQUFBQUFBE0ezaRXqvxcUNFkMHDgwrrrqqhgyZEj9lYI5jW7dusVuu+0WiyyySPr9xBNPxE033RTjxo1LvwvmL3Tv3j3pw0ILLVR/paCgoKCgoKCgoKCgoGB2opB4BXMFrr322th9992jRfNKaZvVXyyYY5g4cVK0bdchrr766th4443TteOOOy5+85vfRNs2LdPvgvkHEyZMig4dO8X1118f6667bjz55JPx17/+Nd577736EAXzExD7hx12WKyxxhr1VwpmB4YOHRo/+MEPymTWHMZOO+0UhxxySP2viJtvvjn+9a9/xeTJk+uvFDQVMGl23HHH2HvvveuvNI677747+vXrF127dq2/UlBQUFBQMPegkHgFcwUuu+yy5PVz1u+/Hxut07f+asGcwnW3Phw/+vW5ccstt8SWW26Zrh155JFxztlnxiVn/jiW7FHnnVcwf+DKG++PX/zhX3H77bcnUpdBu99++8Xiiy8ebdq0qQ9VMD9g/Pjx8e6778aZZ54Z++67b7o2fPjwdK3g86F58+ax7LLLRosWLdLvt99+O1ZfffUYP3l8LLzYwulawezD1ClTY9Crg+J7h30v/vznP9dfjTj11FNj5MiRsf3229dfKWgqePDBB9PKjRNPPLH+SuM4/PDD4+CDD46+fct4sqCgoKBg7kMh8QrmCmQS7/oLjottN1uz/mrBnMLFV98dex920v+QeOede1Y8cv0p0XPJbulawfyB/pfdFgcddep0Eu/888+PAw88MLXTtddeuz5UwfyARx99NPXNiA1GMZxzzjlx7rnnxtJLL51+F3x6GJq99tpryQs9b2GQSbyNd9k4Dj/p8HStYPbhvYHvxUGbHhT77rPvR0i8U045Jdq3bx977LFH/ZWCpoI77rgj7r333vj9739ff6VxHHDAAYnIW2WVVeqvFBQUFBQUzD0oJF7BXIFC4n2xKCReQS1mROJdd911sf7669eHKpgf8MgjjySPpFoS76yzzooJEyZM98wr+PQgv/333z8Rog1JvM122yyOPu3odK1g9mHwwMGx9xp7FxJvLkIh8QoKCgoK5geU02kLCgoKCgoKCgoKCgoawbTJE2Pa+LExbezo6jMqpo2r/k4YFzFlSn2IGkyeVB+u+kyaWH9xPsS0afUyq+RV/S0oKCgomHUoJF5BQUFBQUFBQUFBQUEtpk6JqcM+iPG3Xxkj//yjGHrMHjHkBzvHsJ/sHSNPOTrG331NTB0xNBFWGZNefiqG/+bbMfRHu8XYy86orswfC54QlkkW9Zg6aniMPv+kJK8RJx0eUz54p/5OQUFBQcHnRSHxCgoKCgoKCgoKCgoKMqZNjclvvhwjT/95jDrntzH+wZtj8usvxJS3X49Jrz4X4++7IUad/asY/c8/xpR330zh02Pjx8WU996KKe+8kQjA+QHKO+7mS2LslWfXX6kwdWpMGfJekpf7MaWc5lxQUFAwq1BIvIKCgoKCgoKCgoKCgnpMHTMqxl73z5jw0G1p+WzLxXtHu612i457HxFtN/lStFh4sRRm/O1XxNj//COmjh5Z/+T8BUTlmEv/lrzuJr/xUv3ViGZt21Vy2ik67nNEtP/St6JZx871dwoKCgoKPi8KiVdQUFBQUFBQUFBQUABTp8TEx+6KCQ/eHJbKtl5to+h08M+i4/7HRIc9DotOB/wkOh36q2jZc8WYNnFCjL//xpj04uP/s0fetGlT0/3pe+nZR29qncfedFS/p00YX7fPnjDC2kNuciOeazns9L35xsS0yZPqb9bB7+l78k0UbxWmfl86XoL5uYaYnr485uXBlRym72uXPnVxTr8/ZXLysps04Nm651Pa4hgfzdq0izZrbZYIvLabfjmaNyDxklxy3sRbPfMR2dhTT/7dJw95qfI2veyNybLKz0zzW1BQUDCPoJB4BQUFBQUFBQUFBQUFFaZNmRITn34wedc177pwtN9h72jdb91o3qlLut+86yLRepX1EzkVLVtW4YbHxMfvSQdg1IKX2tgr/h7DfvqNGHrUbjHiD0ekZbkIrLoAU2PyW6/G6Av/HMN+eUAMPXKXGPrDXWPEiYfF2BsvjKkjhtSFgyossmz0P36b9uQb+sOvxfDjD0777k15d+B0omrSS0/W7cn3k71i1NknxIjff78u7T8dlZb+SmP48QfF5EEDqtB1z9i/buSpP6nu7RqjzvpVTPnw3ZTexOcfi5F/OSaGHrNn2ttu6I/3jFFn/LKOsJw6JSa9/kKVxvExZaC4qrRfeCyFG/X3E1L8je6JV8WL+Bv7n3Nj+K8PrYv36N1j1Gk/jQkP356IRkDGjb2mf93zv/tejL/jPzHqzOPSvoTKbk/CCY/dNZ3EnDZpQvKarMtv3ruwksEZx1XlePR/CNaCgoKCuRmFxCsoKCgoKCgoKCgoKABEk33upk6JFt2XjhaL96osphb1N+vQrE3baN137WixUPe68O+8kcJnTJsyOSY9/1iMv+/6aN5loRRmwqN3xuhzfhsTHrip7iAIS1EvOyPGXXdBTB3yXrTo0TOaLdA1Jr7wWIy56NS0z9y0SUiqaenADHvwjbvtipg2dXI0X3TxmPLeoPS85axTRw6rS3eCPfkGpf37eBLal67F4stE61XWi1bL9Yupw4ekuCY++3BMq/f2m/T8o4mwQ7S16NGrKlO3mPTa8zH6/N+nPDdr1TpaLrZUyu+426+I0Rf8sYr3/WjWtn20WKRHROs2KZ5m7TtGyyWXixZV3qJ580b3xJv8zuuJKBxz6emJwGyx6BIpfuTmqHN+HePvvrrO827atFQmz0988YkYfcnfqmffiOaVfKYO/zDG339TKnsdgVjJ56VKPjm/rdtGy0qWU8ePi/F3XFnJ/Dcx6dVnUx0UFBQUzAsoJF5BQUFBQUFBQUFBQQFMm5q80xBJloU2qyepGgKJlb3z8sEW0zF1aiLkOu71f9H5h3+Ojvv/OFp2XzqmvO8QiIuTl92Uoe/FpBceT2Ra69U3igW+/7vo/IOTo1WftZIX4IT7bowp77yeCD+eeZNeeTpaLLZUdNzvmOhy1CnRfpeDUh7GP3BzTHzq/uleaQlV+s07LxSdDvpZdP5RFXbHb0Sr5VeLlr37JmLQcuGo4oWJzzwU00YNi+YLLxatllulKsrUmHDPdTF5wLPRcunlo9PBv4gFjjgp2qyxSfJom/Tac2n5bMslekeH3Q+ryrVUiqdV75Wjy7GnR4fdvh3NO9bLpQbT7CF46+Ux8cl7k1yF63z0qbHA936TlizzAOS5OHngK/VP1MHS2JZLLRsLfOf4SpZ/ijbrbRPNWrSIKW+9WpeX+vJM/eCdtGxXWTsf+afouMdhVR0sGJPfeLGS5Q3/4ylZUFBQMLeikHgFBQUFBQUFBQUFBQUZzZrV/bVMdUZbqk2Zkgi2RtGiZbRatl+0Xnvz5KHWus+a0arfeumWU2/t15bSkMzUqYmEskR03E0XRatl+sQC3z0+On7rh9F8wUWTJ9vkl59O6bXq3Tda9VwxPYc0a77QYmlvuYlP3FNFXEPitWiRvOJar7RmNGvZKl1qvkj3aL3ahokAQ2why6a8/VryzLOEuFWvlaLV8qtEs+bNo81GO8QCR/4xOuxycEx59410yMek6pmE5NH26feZmzJkcEx89qFENrZaaY1ou8mXo3mHTokobLflLskjb/LgN2MSL0F73tWjWYtWiUBs2aNXNO+ycAofrdrUeRLa8w6qMpHn1JFDY8yVf69b0vv269F+uz1ige+fmA4jaVY9U1BQUDAvoJB4BQUFBQUFBQUFBQUF0KxZWrZpSaglnTzB/geWe44alpaYJrRsXf1XT/xVQIQ1b98xmrVsWXeh/jekQxymTY0WC/eINmttXqXVJS09nfDoHTH26n/EuJsujnG3Xp6WmzZr0TKmfvBuTB03Oj074aFb0950aa+4PxyRvNGS56B81O+LB82at4jmnTqnPfsykHmtVlg9LcWdOmJoTHjkjpj06vMxZfDARKbxhuPZZ+kw78OJT9yb9tEb3f+kdArv1Pffro/ps4Ecpw59X+bSvoLTPRyr9CzjJSNE5ZQqzEe8CqsytFyu33/LIlwmWSuQUevVN46Wy/RN1xGU4+78TyXL82LcLZcmmU0dPaIspy0oKJhnUEi8goKCgoKCgoKCgoICaN4ieXslAu29QXWnrzbwuEPu8X5D5CGlWvZaKaLe4+1jgYSKZmmvvA5fOzQ67n1EtN1kp+S5ZxkqzzqHRIy5/OyY8MjtyauvWT1p1axTl2i51HJ1n2VWitZrbpqWl/Js+5/0a4iujFbLrpw+SDJLcNMy1BFD0jLd1qtukML4PfrCU2L8HVcl8ksa7Xc9OFqvvUW6/xEg1hrsFzhDVHKaHraGcEywZ179JR55DfNun7sZopJn6xVWi04HHhvtd/pWtF5j47R0GWmJELTfnj34PnJQSEFBQcFcjELiFRQUFBQUFBQUFBQUVLDctI1lsA5RGD0ieXSNv/WymDJ4ULpvGerYa86LcbdfmcioFgsuGq3X3GT6slWwPNWed/a2S78nT55OItmrDkmFqBt7/T9jyrAPov1XD0h7w3U65BfRdoudo1nbDukAB4c5tOixdDTr1DU907rPWtH58N9Fl5+cHp0O+Enaww6hx8OuMdKuIZq165A87ngFTn79+eT9h1xrvfK60XyhRVOYyYNejcmvPB1OfG2zzhbRaf8fp+Wo2ZOwFi0WWiwRi58EzToskA7NILMp77z5Xw9HJ92+9lzElEmJiGyxRO+Zk3YNMWVyjLvt8uRZ6CCSTgccG50O+3V03PdHSV5RyX7yW6/FZIeVFBQUFMwDKCReQUFBQUFBQUFBQUEBNG+RyLG2G+6QDmCYPPDl5Jk24uQjYvhxB8bIPx4ZY685P5Fslt2223aPaNXLPnU1JBpi6qUnY9wNF6bTYsffc11MePzuFLdTbR2I4UCG8XddE2Mu+VvyFOMdx6MPydesRfNojvTqumiVxoLRut+6dUtcn304xt16WVpqO+7Gi1K+LBmdOnZ0WkL7SdB61Q0T2TVt4oTkUdi8cxX/OltM3zMuLXOtJySnvDswEWCW1vLcm44pdSfx2u+vebsO6Tsy0km3kwcNSARgQ7RYtEfy5hP/pAFPx5irzk2n+k547O6qLP9ORGerFVdPp+jWEqIfB4Sp/e/GXvX3GH3ByTHhodvSqbktl1gmot6rD3mYTs0tKCgomAdQSLyCgoKCgoKCgoKCgoJ6NGvfKdp/ed9o/6VvpqWm08aPiUkvPZU81ya9/mIisRBh7b+yfyLxeM59BC1bpWv2txv2831jzD//GNNGj0wkVdutvpaIOmRV+x33SYTTxCfvixEnHhbDfrpPjLvxwur51tFm3a2izdqbpeWl7bbfKy1rnTZmZIy55PQYftwB6RAMJGL7bXeP1iuvU1l1n8ysa95lwWjVd+3pRFmrldaMlj16pu+A/Ep79XXqkk7Pla/R5/++jii0Z15V9kkvPz1937qWSy6bwk4Z+EqMOOn/YuyV56STaBuCd127zb8a7bbeLclm/M11shn515/ElEGvRqsVVkvLi1su3qv+iU+GJB8ySKfnTkpk3rBj90l5cWiH/fbabbdntFiwW/0TBQUFBXM3ColXUFBQUFBQUFBQUFCQwXur2xLRYe8jYoHv/Craf3m/aLvxDtFm/W2i7aZfjvZf3b+6fnxaBsuTLXvhNePVtvpG0XajHaLDzgdG+6/sF61XXD1ar7J++r7AIb+ofq+RCDdLW9t/6VvR6ZCfR7ttdouWy/ZLnnht1tkqOuz5/eiwx/eiOeKpirvl4stEp/1+HO13O7Ruz7defVJeLHVtt+M+iUQD5KBDHtqsu3W0XKZPutYQ6bTX9bZOz6fyVHm11DUDgdmhSqf9LgencIjHdpvvHAsc9NNEwFlq7DCNjDbkUZWj9TpbJiLOXn089Jx0K/50YEabdils84W6RcdvHDl9iW7a12/ldVNaTuRts9qGaQ/AtC/hUsvV5bHKQ7N2/13Ki1SVB0t9Wyy29H/lc+CxSW5t1t4iWvZcMeWl3Za7RqeDflbV3Y7Vg59w776CgoKCJo5m0yrUfy8oaLK47LLLYrfddovrLzgutt1szfqrBXMKF199d+x92Elxyy23xJZbbpmuHXnkkXHeuWfFI9efEj2XLLOb8xP6X3ZbHHTUqXH77bfHxhtvHOeff34ceOCBcd1118X6669fH6pgfsAjjzwS22+/fZx66qlx8MEHp2tnnXVWTJgwIfbdd9/0u+DTg/z233//OOecc2KRRRZJ195+++1YffXVY7PdNoujTzs6XSuYfRg8cHDsvcbese8++8af//zn+qsRp5xySrRv3z722GOP+isFTQV33HFH3HvvvfH73/++/krjOOCAA+Lwww+PVVZZpf5KQUFBQUHB3IPiiVdQUFBQUFBQUFBQUFBQUFBQUNDEUUi8goKCgoKCgoKCgoKCgoKCgoKCJo5C4hUUFBQUFBQUFBQUFBQUFBQUFDRxFBKvoKCgoKCgoKCgoKCgoKCgoKCgiaOQeAUFBQUFBQUFBQUFBTBxTMSEUeVTPuVTPuUzX35GR0ydXP9CaJoop9MWzBUop9N+sSin0xbUopxOW5BRTqedPSin037xKKfTzn2YZafT3vKbiAF31/8oKCgoKJiv0LZTxNrfiFj5y/UXmh7meRLv/vvvj8GDB9f/qkOLFi1i2WWXjb59+9ZfmTmI6M0334wRI0bEyiuvnJ4vmLMoJN4Xi0LiFdSikHgFGYXEmz0oJN4Xj0LizX2YZSTelUdEPH9D/Y+CgoKCgvkKbTtHbPq9iLX2qb/Q9DDPL6f93e9+F7vuuutHPsggxgaDc9KkSfUhG8fUqVPjoYceih/84Adx3nnnpYF1QUFBQUFBQUFBQUFBQUFBQUHBnMQ874n3la98Je67774047bWWmslr7oXXnghfvOb38Tyyy8fZ5xxRqy66qoxZcqUGDt2bCLtoGXLltGuXbsYN25cmgk/5phj4pvf/GYcf/zxaVYc+edeFl+rVq1S+GbNmqXfBbMWxRPvi0XxxCuoRfHEK8gonnizB8UT74tH8cSb+zDLPPEGPx8x5sP6HwUFBQUF8xWat4xYsGdE5x71F5oe5gsS79FHH41//OMfsc0226RrlsWefPLJcdJJJ8Wvf/3rOOSQQ+Lll19O359++ukUZrnllouf/exnaSnuscceG88//3x06dIltt122/jDH/6Qfp9wwgnTl+oaWJ944onRq1ev9Ltg1qKQeF8sColXUItC4hVkFBJv9qCQeF88Cok392GWkXgFBQUFBQVNGPPl6bSdO3eOjTbaKNq2bRuvvPJKvPPOO/HXv/41GSPIu2WWWSZuu+22NHjmmdetW7fkmbfgggumewbSCDsEXp8+fWLhhReOq666Kv71r38lj76CuQsTJ02OZ156O+5++JW455FX4o23Pqzqfc5w2zj0p14YFB8OG11/5fNBfPL/6psf1F8pKCgoKCgoKCgoKCgoKCiYFzBfknjQvHnztPQVSef7mmuumWZaeXsh6pBxw4cPT9f33HPPtFz2y1/+cvLK6969e2y33XbJm2+rrbZKv4UfMmRI2TNvLsPkKVPjqpufjCtvfiIGvTs03nx7SJx3+f3x2LNv1oeY9Rg7bmLc9dDL8cKr78bosRPinEvujZde/ejhK58VEydNiZvveT5uuOuZ+isFBQUFBQUFBQUFBQUFBQXzAuZLEo+3UvaYyyfNIt8subXElkfd5MmT0/WGQPzxynvvvffizDPPjD/+8Y9x4403Fg+8uRT3PzYgnnxhUOy+41qx91fWja9Xf1fq3T3+c8uTMejdYclLb9z4SYl4Q7hNqd8zESZMnBxjqmtjqntTptRdF378hEl1YatrPPp89xEPjBw9Pu5++OV49qW3o23rVlW668WKy3ZP9/Kz48ZPnO4NKM6x1e8x4+rimTT5v7qW8yUfOQ8FBQUFBQUFBQUFBQUFBQXzHuZLEm/MmDHpsAsHUzjc4tVXX01ede+//3786U9/SstoO3XqVB/6v0QfIPduvfXWdFKt5bj//Oc/0955DrUomPvwwoB3Y4nFusYyS9btOdS6VctYf43e6ftb7w6Nex5+JU7++03xx3NuiV/++erktYdo8+G999vTb4g/Vfduuvu5ROrd+8iAOOUft8ZvTrsuHnjitUQQnnTWTfHrv14XvzvjhpTesy+/HS++OjgReS+9Pjhuve/5tAQWGXfhfx6K3595Y/zh7JvjkaffSOnwrPt1Fd+fzrk1jj/12rjk2kcTkSf8eZffl+L9VXX9xioPhcgrKCgoKCgoKPh8MOH/wQcfxHPPPZc+vs/ObcSHDh2a7BBOBQMHDkwH6H1SeO7DDz9sNH9snbfeemuGzgkZnhWHz9yI0aNHx6BBg+p/zR6om3ffffczr7qqfV4dy7N92m3TNCNnEPc5jjR23zVbQglTW/fCWx32WfQ1p5cPevw08Iytphrm57Mg66N21xik5Z520xhGjRqV9P7jQIavvfZaaidzCuRDD2plPHHixE/U7q0SnJm+zAwjR45M+vJZ6vaTYPz48alcn7Tvov/CN1aWLI/aepFv+VeOz6tf8wLmCxJPZ3n//ffHFVdckT5IOptwr7HGGrHZZpslZdMo7G1HOe68886kiF54FMYeejzwNHJed2+++WZSONdff/31eOCBB5KyCf9ZGlXBF4dRYybEYossEM2a//dU4Y7t20TXzu2T9xuvubcGD4+tN+oT39xl/bj3kVfi9UEfJoLNXnbf2Hm9+Nr2a8bd1fWXXqteXKPGxXsfjoqD99w01lm1Z7z3wYjYbpO+cdCeG8e4CZOqMO/Fir0XS58t1l8xEYjvfTiy0rdJcccDL8YHQ0fHgbtvHP1WXCJuuPOZGFzdE+eECZNTWlttuFI88fzAGDN2YrxR5WOp7gvG97+1Ze7V/LAAAP/0SURBVKy3+jLJq3DILNpbr6CgoKCgoKBgfgQD8dlnn02rc3xM8DvQ5JOQAp8F7BAHuLFP2BW//OUv44033qi/+/G44IIL4uKLL062SEM888wz6aAP9s3MwMHBIVX//ve/66/MPWB7sd3IbXbCPupk6e9nAXLMAXHsyV/96ldpL/Ybbrgh6diMyFP3HRaF+GkI144//vi4+uqrP0LScjS59NJLPxURnOGAsrPPPrvR9D4ObGdlueaaaz6WNP44IG/69++fdLIxIIC0F3Z9Q0ibww3ZfBwQQj/+8Y/jiSeemG3kVkM4HPOuu+76CGdAp370ox8lQn5mUNccj4YNG1Z/5ZNDug6km12EJUKOfs+IeG0IZZYfddkQ2sgxxxwTL7zwQv2VOp347W9/W1ZA1qNF1eHN3h7vC8ZFF10UTz75ZGosl1xySfpQmHXXXTd50K211lrRunXreOmll1LHde2110bXrl2jY8eOqWE7jRZZd88998Tdd98djz/+eOyyyy7pJauT8unXr19i/BdYYIHYYost0t+CWQsdjxfS3rtsHsv2nHXHPT/+3JvRrm3rWKn3YmlvRBg1Znw8/NTr0XOJhWP8hMkxctS42G2HNWPxxbrGfY+/Gi1aNI8hw8fGMy+9lZazDnjz/Rj0ztDoVYW3J92Q4aNjh81XjjatWyUS8PkB7ybPO4dN9OjWJXotuUg88+Jb0W3RzrHMUovE7fe/WJWpWwqzYOf2se5qvZJHIJJwueo6km/SpMmx05arxtDhY+KJ5wbG6n2XigU6tYtXqrR5+7306ntp2a3rSEbLftdZddadlPzcS2/GFdffH9/85jfTnpFw8803x5NPPBYH7719dOncMV0rmD/w1PNV/3fLw/Gtb30rll566XjqqafSwGLvvfeOJZdcsj5UwfwAhqEtKHbYYYe0hyw89thjaYC12mqrpd8Fnx7k95///CedsN+hQ4d0zTjDNh49+/aMjXbcKF0rmH0YPWJ0XHHmFbHaKqulfZAzHnroobRP8sorr1x/paCpAPHFe2Prrbeuv9I4vK/WW2+9dHBdY0CGHXfccbH44ovHH/7wh2QL8MZ7+eWXk2OA7+4hyOgD4/Kmm25KxiVvMO9ENgUYWyJV3Lcdj9OmL7zwwmSbICCE196t7BkwYEAsscQS8fTTT0eXLl2SrWHFEEKFfdKzZ8+ke6A/QN657rmFFlooVlhhhfRb/A8++GBaMeS0XkTQYostluwb96688sp49NFHU9z6F6QlOwh5o09nIzHITz/99GQ/KavD/RjUCE12FEKK/JAl4tJfyYfriBfOD8qSVzMpIxvKQYLi7Nu3b/LaIjOHCYrHKij7jMuDtI0zlbdHjx5JPp5j+LPLEDjKKk+eIwsOG6uuumqK4y9/+Uuy0ZCT5Kbu/va3v6U4PS/vedyPvPHeQpYpi3wjSaTpN31hFyrTww8/nPRDnQiHfHONI0ibNm2SHMleHqz0kmfjJPlEFInnxRdfTHFKn05wDqEz4skyAHWgXHRMf0OGudzCqz9ykwf5pC8rrrhiqnPxOn1ZeekfnSKbrD+gDJdffnmyld1fdNFF03fpybNr119/fZIdnafnykx/fBeeLvz9739PYaV5xhlnpDbYu3fvRKyKh1egdNjH8qPsbGyyYJdrB+Lr1atX0utzzz036QUih35uuumm9TmOpDPuiwepTu7LLrts0ittjvzJEAGoHE50V2/0SVnkjT7kFXRIJ20C8bfJJpukZ8iYPOU92/QIUVyAE7CVWR2Tv3rVvuiwdOVJ/jj4aHPkpl9Sp9q6fkAdaBfsqby6zz1x2X+f3sgDfdBfaNsZ9FQ703/4uE++2t9KK62U4pEXcqF7tgqTb1wFklV7GDt2bAoj3z7koX2rQ5MV+A55IyNtiA7SXfLIOuhATx6B+hz1DuLlGUlmmX9R70AWSOvcp5AHGeT2aYUkOag/5VPvdEDZ6FFuc57XP6y99tqpHZi8IC8Hk2p/8xPmeU88RF1W0vxR6ToZh1Ig8CiPzj7fpyAUyX53OhQdpwbpnusamI7ebx0ChdcBYPK9IAvmHiDPLHHldQdTq4HMqwM/jGEjx8YiC9YRU1On1e1tZwkrf702rVtWHU+z6NShbfRZrnusu2qv5KW36kofJS940F1961NVxzM57bO3yEJ1S7STz1/1QqlFyxbNq86nZYyvwvIQ1kl+nKcwovH5l9+N5ZZeNJbvtWi0avnfZd9NBfb2Gzl6bEyuypNhsDRq9LiYMPHTzxDOjaA7Y8aOj+Ejx0z/jKpkMqeWPkt/7LiyZ2JBQUFBUwGD8Oijj04TY/vvv3/6fPvb304kx2dZJsSoRFA09Ghg+OSVJTy9jFVnxzIk5XE4HAN3RvEb1zDYZkf6sxoMfYTIXnvtlX6zFfbZZ59EJjDyyZvBaoKZLcD4ZSwjhpB8bAzGdfv27RPBISxSg+3Aww8JwshHTjFUGflLLbVUIssY32SkztSXlUKMeXnKpBNZsmWQNUgKhjPyg5GsDqw0QuwgS8SJbBEvQ1m5EJhIIGEzEFsMa8Y2PWLbuMbQZrQjz6SJUEAWILiQmIx0+VN29pM4EQJkoL4zkC9k5Hn6gjBEZvGsQeCwn0xSIIykLYw8SwcRQn+FZ5MpF4MeMUGOyDsTiOTpr3wgM9hwyAb3kTrKox4QN7UeT4iX0047LeVbvGw99SSP6hNJ4Zp8grzJj9/KjkTIMMZFqCA4EEHSFz8iAkGBxEGuKpu68V35kCbkblIMwQVIIaSZMiFU6B2ZrrPOOknOdBGkJQxiiWxyG3MfyYHgQIzIc237Q8yIk75Ikx7Xpie8PCOr5B+BBJ5R98qurIgcckNCeVZ4+kd/xYt0kQ+kpDZAp+ga2YgHIaPc5MVhQ7tSTw29zcgboUSeyoQwBnGTHd1AEMmXckjDX3WnzcgnUko5M+gM0on8kanyQQ/kW16zd546J1/puy8PdFNcrkmHrkiL7DynDQinzrVPZSU7uoW8Q3IhMT0rf0CXrBakG66Jo+GSYfFob/KkzShvJiL1EwhObUXc+gfkVq4zedFP4DXoIBkLRwf1VeLNZKz6QABq7/oe7R9Rqi1re/qtrIOgPsRPD7R1v6UhLXXqWUSg8qp74YSXNrmpA+FMAtBzBB5dUUf6IDIlF/pFL7X9jTfeOOWDLJV/fsI8T+LxtDODWvsxQ6fxZ1AQHX2+h9SjnBh5HT7l52HgPmXRqbrvNyLQC2+DDTZIYbywC+YerL1Kz0TIXXLdo2lfuudfeTctY129z1KxbM9F08vO8tj7HhuQPObat2sdq/VZMvos2z06dmgTLSvdad68Wdz/+KvJA68WU6ZOSwRK507tEkk3ctT4qsOdUqXXPBbo2DaGjRiTPPfA/b7LLZ6uvfLGe9Xn/eRpxzNvRuB517p1i+jQvk0MH4kUmxzTqvSaCsjun5ffHnt/9/dxw+11L3549c3Bsddhv4+TTr88kXnzEl59890YMZKRUn+hwpBhI+NXf7owdjnghNj/B3+q+xz557jyxvs/Qm7Oarz7/tD4cOjI+GDoiPjdaZfGNbf890VbUNDUwABgvBnUfZL9aQzYDdwMcn1nYOatLmYX5Eka8+pAcfzY8fH2a2/HhHGN7/ekTx9a9SvD3v/0y3hmNaZMnhKDBgyK8WPG11+Zu0CH6DpS6Nhjj03LhhgmmTT4tGDEi68W0mAo8ihjDDFKEUKzA9odY5aR3hjoDkPNcjF5berI5BNPIeDJg5Tj2dQY3EdC8ZxlZCIPtthii2QTMGTVLduCIczgZnesv/76aWUPm0JdMWAZqwg34ZB6nkG0MFB5xyETgfHOEN9www1jxx13TPaHvPJ+3nfffRMBIr+IFHHIEw8tds3OO++cfiMiMpEl/8g1thEj23NkwIYSJ/IGGczjms6ymfxGTMiLvG2//fapDPIiT4iHTD7QD2WwzO473/lO8tpngEtfejvttFP6IJ2RMMKxs3iOCYOQQIwge+SHM8WXvvSllF+ylAflUyZ2G7ISMYXs4vWExFMedeT61772tSSfDOUj22984xupDqVHBupCvnhiet9kQgdZJF1EQvbsyroiT+oP0UFG8kUHhM36Q07SpxdIPH+VxxZP3oXeaSBO8hE/mbM5t9lmm1R/PDVz/amTr3/964mwQap4V/kgi5Ao5CgfSBjvSm1RfoTJno7qj37QO2khc6RPx8i81oMPlE0dkjmy+7DDDku2MBJPWsrVGIRnS0sTYcUjE6njOpJHnOSw6667/o83P31SN1tuuWWqJ/UA8q6eyJ4ua0/yQMbiVt/qULugY7l9g7pQz/SNXDy7xx57pGfIynikFn369ImvfvWrKT56pb7Eq73rX8nUs9q2/JKDctIffZ82JV/6RHVAj4RVt5nQpevKQi8QoHSsFki13XffPemCNpjJzFpoc9qF+t98882TzGs91VzfbbfdUr61N7oinY022ii1Z/2LfNNlPIc48B7k5xq5qYOGdZShX1NP9Nr7x0SGZ6Wrj1DmrCP6OOHJTRrSA3IiZ7pAztLNfZl60h7pq7i0rewROL9gnifxCgpmhoW6dIiD9tgkEWsXXftI3HT3s7HJOsvHLtuukZa0ehm0btUiLXW19ParW68ei3frEv1WWDy2XH+lePDJ1+LeRwck0q/30otGj26do+9yPaJF1dF0XaBdbLbe8vHmO0NiwJsfxEZrLZu88Szf7bfCEvHBkFHpw4Nv4QWrF+VavdN3B1m8P2Rk7FrlQfglu3eNFXrXdWhdqjiRiIi7NVdeOjov0D4RiIst0jk926Jl87QMWF6aApB0I6vPA4+9UL1MJqdlvi9XRqLluR8MGTF9QDQvQNl+/Nvz4ua7H/9IuRC5o0aPjz133jT6n3Jk+uyy/QZx+XX3xVvvzr4NpP989n+i/2W3VS/yqbH4YgvFgl3+e1hPQUFTAnLBrG3ed8qeOmZpDYZnBDPiyAmDZDO5POEZKAaJswPatEEtsiUbpvMSlO+ea+6JE79zYjx131P1Vz+KcVVffvnpl8c1511Tf+WLw5DBQ+KPR/wxXn7q5WQMzY3IxhFjiMHGWOY9xPgHBp/VHjxdeHNk8KRyjUcJw2tG5dcWEEa8+5DPDCfEEWPINUSHOHxHsPjO6yKTiDNKP4POyAvPH146jLQMhDyD3LO8P+SRcc6zA9knDcZxDsOYnZ0E/KcFg9L4L5MpwFBGkDAUGd4N4Xo2IhnLnlcHDGEeO7xcXEdeuIfgowPiaqwOkVFIGXWij0QMCg9kjzDIcSCn/CVry3/1ozxvGLoZ5Cv/9gmz+ogn3oxknidVeHfy0kHMyDOvuxNOOCF5KNXue8UYVw7l8x3hI3xOX/nE6S+CQr7Jxn2/83NII8QUfeXdxIPHdYY/ZBKCp1Heq1A5auG9gYCTV/cRNoiiQw89NHkuyj+9q32/kKW6Q+TJD7nIK5m6pjy1srLUD+ElH3QZkaC8IB6EEJ2mP+obwU6n1GFjyPWYibLG9AEho5394he/SEtHEUw5nPzIJyJMeclWfpEn9Ed9a3tIIXpBdjyfkGB0jNcVncmkYIY6zXlSD7mMIG1EXg6jjuhJRm4DDSEsGal7/YeltDzPxCUO/Yg6EK7h6jayFk7c7udlpvopexXyBtYn1oLcpKHMvC3JrTHID0JMnslSnUDDMUXWV2nTIfkR3nN+S89v8lJOfTySz/hB347EU9fqh37keqcf0swee9qecRCdyQRxhnCekZcM8dRCmkg6Yyuy0Z6zDsur57Nu60/khZ6qC159iELEH0KPpyPZIhh5jysbnTLp1BiBCNKQTzKgK8hUEwjGa9olvSQrUK9ZXrls4DdZyyfk/Lsub2SpXuXZ+0o55icUEq9gvke3hReI/b62YRxz6PZx5IHbpMMj2rX974zTQl06xkF7bBw//vYO6UAKHZPPFhusGEcfsl384ICt0zO86exDt/tOa1cdTIsUZssNVoofHbxd7Pu1DWLPL68TO22xSvLC22Sd5eKHB22b4jvg6xvFCssslog/9486eNtELPZeepFEJGZSEeyRt/9uG6Wlvr2WXDgO+8bm8X/7bZX27HPwhX35ttm4T2y/adPYq4ccei/dPYaPGB3vfTi8ehlOjhcHDIp111ihPkQ1WBw5Js6/9LY49sTz45cn/ysGvv1B1aFXL90b7o/+1XVebCf+9dJ47uW6mSjLUaeH/2MV/p26E+MsWf3b+dem8OdedHPas23kqLExesy4uPTae1P4P511ZUrPUt7Lr78vpXHCKRfFaeddG3c/+GzyDuS19nx9WsL94Ywr0rNIN8tSpX/dbY/EX869ui7Os6+Kd98fFnfe/3S8/OrbccMdj8WbbzfYmLYax7SuXkodO7RLHzKhH9kTEal5/J/+HT//wz/j/kdfqF5UU+PVN96Nf191V5xxwfXx09/3j9vu5Spe9wIT/ldV+F9U4Z967rXqxTUtBlThr775oVT+X/3xwnjoiZeqvDxa5emtWGShztGpY7t4/JkBcd4lt8ZvT70kjv1d/1RmHp3AU++n1TXluurGB+L1gXWGZEHB7IYBq6U+P/zhD5MxceCBByZCzsz1jGAwlwfQBp5msQ855JCPDGpnJbRXHhE8QBoOqOcF8Gx76NaHYunll45Hq35jUtUHN4ZJVZ84sX77iS8SyYCs+vx5ZdCuPIwQxgnyhrFnSxeedPYn0i4QE3mPLCQ2Eo5hNaMNzhlG4mScMeaRbQgzpBIiwzJOpICtsS2bQ+Yxhhhq0pG+fZOkb8mW9GshXYYmYww5xGNEOfy1HEp8CANLG5UHUaLdIsGRgvKOPLS0ESnUlMhxxIuldwgsZWJsyiOjGmFC7/Q/jZGbteAtZb+u//u//0uytdqHh9MnAcOVIY6IRW5kwgIQJ4zs7E2lzsiPXkhPXht6yCDReA7xdkH01RIuDcHzC7mM8KMrCCvpyIsDGXhdNSRYZgYEg3xl4ka+M3FBX+gSUhAhgFRi8JMZ8kGfW+s1Jx/aBc+zX//614kAr4V8yT+vOsQULx4yJ5vf/OY3Kf/eLbXthizpNxILuawdZuKgMcg7oo7u0g0kXi0QH5mYlhftgwdgJiE/C+QPEf79738/tVnkDt0EHlTKI+88lRAhSBHvLHVHDuqMRx4yE4GnXrVz9YKM4YGlLTcG9ee9h2DTjtUVHaSTfiMOPWtpeQ5P99W3foi8vatr4V2NVOTFh+DmsaXueQEinJSXDGvBY84HEadPs/Qy64Pl7vSV3tZCPMjb7373u/HTn/50updXQ6hz8pJfz5Cl/NPRWuS+zLhD+ZUzI9eJ5/UNyHf9ubaYJ0OyvkqPbpCLshgDiVe7JAPklHrmTSqOWpCL57QdJKP+SrrqQRraOpm71r9//+S1R3eUpzGoL3HQj9zm5Vn8lhrrqxFwlnCTNU9b/Zn8NyTRZwRty0e56LA6yflRZm0fgWkiy9+ZQf9LXtotkpK86EIh8QoKCqbDctW2NYRewafHgl06RvduC8YzL7yRCLVnXnwj1l5l+XTPctIHHn8xEVEbrds3EVfX3/ZIIstuuP3RREIt12vxeH/I8Lj0mntixKgx8eBj/w0/4PW68Iioy6+/P557aWAiyB57ekBceOUd8eGwkXF9Fc81N1cDqFWWjQ+GjkwE4KgqH+K++qYHY4nuC1fhX4m/nX9ddFukS5XWiPjnFXekPRBPPuOK5Dm42sq94/b7noprb304LY+94LLbEtHnunLdfNdjVTyLRIf2bVN8nTt9dBm0F6my5z3x3njr/TD06liFH/TOB3HmP29IJySvUcV39r9ujKdfeD1eH/ReIhffGTw0luqxSJxVXX+qui48Is6ziy26YJz6j2vi1YHvxhtV+L+c85/o2qVTrL/WSrHYIl2j15LdqoFSm7j57ieqON9IB1Lwzlts0a7RZYH2Ka1hI0Ynef2nkkXPpbolMvSvVZzI1IKCOQHGgMEig8Kgl/Fs2R1jxKCMAXTEEUckks5+NXlmnIHEqDQ4tscUUiPP7IIBo31x7Tf285//PKUhPoPOn/zkJ3HQQQclciSTHQavwiMTedwZJGq7SAxGDu8QA3uDZwNlYffbb7+0pxMD2sATeXHAAQckg4FhPbfg9apvaNW6VWzxtS1iwvgJ8W7Vp8DUKVPj4arf++W+v4zfHPqbGFj1e9Oqf1ecdUXcfPHNidR7v+rP/v6rv8ebL70ZA18ZGH868k9x7J7Hxi+++YsY8t6QGFn1u2cdd1ac9cuzUjy8/V59tm4PqXdefyfO+PkZ8dO9fxpn/uLMFFac/6n6Ms8L+/T9T6d6GDtqbFx51pVx7F7Hxj9P/meMrPriuRnINSQYfWFkMWR5OSAh6Dyj5uCDD056T/d4ciABLB1jkFsG5Tq9zqDLDDgfYS1N0p4YZw1JCUuhxM/YZyjak48RyhjSrqSvjQiDeOHJk40u7UgY17UDecweZozzHLclbkhDbVF+xY8sQMpYkqadIOAZpQzYpgKyy+W29FO9IAtcIyvl0UfxKsyeIpnc9x3RB8qLuGNIkyVDGgmBGNDvkZewvpMfGTOUc1yeRxD5W0smIJEY0uofWSU/ZMrjTL3ol5AE+kP1K+/6SQSGPkreEYO1MhendHjKIISQPzyc5VvfhgiTR8u/ebkxvOmZvCIBclmk6zfj31/w1zJEdW85LUNevyw/+lOkov5Xmjxs6A/yl7zJBFGi/PIofh443gWe017EIS66Jm/0yt5q2hYvLTLQRx9++OFpL0pL72rJVHlDspGLvh6hhEhUHnlXP9KXNv12jdeb59RPw8kjxBjCyzvMfflDyMqHsLm+EevaWX5e+RrGJQ6klT5BGbO3uu9Z/kivo446KrUjdU9eiDzLUsXpEDLvKelnqC/lQFS7b0kx2Su3+BDwyusjDsspTa6REf0Qv+Wc4qSDvKuUCaGC7Eb0IVmOPPLINGGgnYjLc4CY0pchcxBwvCOVCamnXSkPQqe231JWJDTCUD3SX/KyzBoxKQ+INbKny5be8pbkceieulU+MtdXgnp1zeSI/KtTadM/BLB4akE2ZKCM+kzlyGXyrLwgik2CWE6KVNRnaIv2opQeWcg3nbM0VFkcBCHviEwfhKNxCIIvxw/kLZx2qF/RD/DiRg4ix6655prp7RDhtueee6bxkbYnbc9LP/dRub+Sd/qC5PV+QQjSI/KjHyZ61Be9Qeppm/qf2kNHattHbv90nYzcM2FLP0888cTULwojP+pHf/K9730vtV/P+OT2B/LuN/3SttWD8Rt9oWvz43LaZtXA6H99dgsKmhh0HtyCr7/guNh2szXrr85+jBk7IcaNn5SWu87PuPjqu2Pvw05Ks45eSuDFfN65Z8Uj158SPZf835llXcup514TQ4ePigW7dkoecCv0XiIRZistt1Q8URlxx/1wn0q+E5IHmzAnn3llIqeO++HeaWnqissuGd/+5o5x+XX3xu33PR0n/mTfuiW5OfwZV1Qv9Xbxk+/tnrzittl0jdh1xw3jPzc+kLzlfvSdr8Xf+l8XnTq0iz2/umk8+PhLceUN98eff3VI/OH0y6PP8kvFN3bdosrn1TG2yod4EHUIxJ98f/f4YWWY7rrDhrHeGivGv668M3nm7bf7VvGns66K7TZfM7609brJU29idf24o/aJnfc/Pvb4yqax+5frlmjDex8Mj2N++49E9i21+CJJHq2qF82Rh+4SW2ywStz98HNx0t8uiyMO2jm6dukYp/z9P7Hh2n2SrHgO/vGXB8UySy0W//eLs2KVPr2i+6ILxgWX3x4n/+LAaN+2TfzohHOrNrFGLNR1geQVeMaJ340leywSPzju7Fh0oc4pLzwM163KwPC66c7H4uyTDo8XKmP7R7/+R5xz8uFx4x2Ppf38fvZ/e8bbg4fECX++qJL7DrHp+v1SGRoCEXjQUaemQZ5BH6OA95RBmOVaBfMPEAsGdmZlDeqAF4gBsr2ZPgmEtTyI8UlHDUjzvk3IMsaHAahBJqLDwBqBZwYWOWewbbDJc8PgFtxn5JktZ4AbxBpIG+gygJAaDEGDYDosbs8brNJhy24MsO0BZUNlBptBpsEr4sXgkREoX9qBASQCkicCIxVRaFkPsjAvBfs0IBNGrrSzFwqi0eB+s902i6NPOzpdmxUg83//+d/RueovNt5p47j8jMpAr/reLXfbMu2Rd/7vzo91tlonui3RLU456pRYb9v1YsXVV4z7rr8vvve778Xzjz4fj1X9yk7f2imef+T5GDt6bKy6wapx6jGnxvZ7bx+rbbxa/Pbbv42V1lwp1t92/biu6pN7rdQrtttru7j0b5cmo2CLqh++u3rP9F2nbyLrbr3s1vjK/l+JYR8Mi3ur/v/Anx2YSMLrL7g+9j5y73jlqVfior9clOSw6oarpjhmNQYPHBx7r7F37LvPvqneMxjRjCr7Jn1WIFUQd8gKhtO///3vREAgMhiU+lR6xtNB2RjrCAieK9LnDUIv6Jm2xzhCEPFaYowygOiuumXI8axwXboICuQHLw8G0u9+97vURhhSPJv8laZ2VZu+9oFwEzcyT9uRZm7v9N79DTbYIE4++eRkKAvreeMFeWHcyi/5/eAHP0iGLYKAEea68n0eIMCQAjy4ZgbkDnnmPcoag/wyoJUd9AE+yq5siJlsZDJcEV1IADL2jHbPqCQb4ZWV0aqPQrohJMhBGgxZslKvwkhDn4as0L8wfBvKRv7EgwwWT/7oM42/pC8f+imeQeqBMW2yRL58V4ZakoLhLq+eET4TxMiVnFdxZpJRvpWPHMhAfjJJoSzirjWs5dV1cSO3eAYiV9QFL6icjjilrR9H0pG7fIvbRx7khcyE99d1pILwPrzTyNF1skDsKBtIJ5cByEve3Jdf5VevfitDlrXnEEfS9L6yTJNuaye1EF45pZ3lkvtxz7suPfKWD+WkF/KrbMqb5aaOtA8yVk7fyVcePAd0SzjX9R8IS/lXx+QkTc96h9XWh/TkjWw8635OT77FLx35FZZ3l/Yqbvop7zl+8ZKD/EufrLQF38Xlee1DeM/SHdfIWDjly7JW1/IhbfkijwzPkG3WO/GAeOXNb3nJ+uBZ9SuPCCsfcZINPYQsA7JTL+JSRmOQTCK6bwkpvUJyyZvyavfyT8c847f2Jk3lUXZlQkiqYzKThvgQ+vJFRtJRR/REfOoA/FaWDOMMz9KdrKvKI02y911c0hKv8OSibGQmbWE8rz78lR45kbl2Ry7yTpbyoUxZf+iEOjOZSgbiyHBNHlwnQzogLnEoq7TlM8uWXFyTP5NH6kG70n710fKlHMqjXxOf/JKZcktDmchU/OKdnzDfeeJRGKyylyJFM1PO8DTj/klAEc2G6DAbQ8P4KaT4DXQ+K3RYZhOyV4BO1IwahZ9d0HC4nmPEfT5P/udm2HtufifwPi/atG4Vq6xYvehGj0tk4Kp9lklLj8Gy0dvvfSotC0VYjR07vurw060KzaoXSN0+E14e2tbkKvxtteHHTahCNUv3eON1XsDsU4vo0rlj2nvQDIXDHe59+LlEcN1XGZiIu7ZVnkAY8Tev8tOurVnCutkfpxRb+otw+8/ND8Yfq7TefW9I9F56sbTEGUGnXHV5a/6xB1S0q16Yh3xj+/j7Hw6Pgyuj1vLWRRfqEi2q9OwV+Mrr78Q/Lr4lLZ1t364ahHWvM/rlZ4GO9oewL0SrGFEZt7wRHabSoV3bJJ+uVVnHT6jzTCJXh63MDAhEZfCyIzdCQk5KV5mQqF0qORYUzCkYUJpBtmTPwI1HgFlmXgUGi2ZcDdx4IxiQ8szIMIhnEBj0GUCa8fd+RG64zpNGfLyRLA8x+PMONQjOy1e860Cb4MmSlyBJ18DRINGz+gZApokXWYHoY4AiHm3ODAb58ms5oTGD93ZTxtD3hqZ98D54+4NExn3wzgfx4C0PJgLtXYf1DBkR/dbtF8utslwizJo3q+S0bt8Y9uGweP/t95MXX/elu0e3JbvFimuuGO07tU971Vnu6nl9DNkh/pbtt2x0XbRripsnHTKu3/r9Eqm31//tlYi+l558KR2u8d6g99JBGvLjEIvnqn68R68escJqK8Q6W66TSMe5GfSNUcJTg/4zKnkYMKQYhEgbpB7SDoFm+R591CbsB4nM1nYyyJhOakcIQIQeQuizQPraTMP0s5Hk3ZfJAjruL0OPrvOi8RdxyEMnj5cZhJ6D3IYROJZF5nibEuSJAc2ryicTCQxnBijPKvWXPeuyMctodz2TJeoIYSW8+HK9MzxzGp5n+NIFsnefDYGANeEg/YbI8bgnbf0dY1cc0qJP0pW+/AqjvxQe+aDPZKjXwn3P+ys/uey1efVbuj7SZEy7T//E5zujvCFhBO55Xv6EUVaTKHRNutIEeeZxIywjnt7IfyYzlE14fbU8qRvx5fDyqox+y5+8edZvH/mohfjzfc+pw1xv4vVdeXyXnvcQwphnlTANIf2cXzLw3bP5eW1B2eVffumQPErH91q5CSttZVRuefQ7P+eT9VGbBGHVjXJJxzPk2bA+ct5ynJDT8xzZZZkLK5w8u+96bfzkBvIoLTKUD/fkz3PKT2+kAeJ0T5isi2SXy+NabncZnlFO97MO+vitLsijVh98Jyv35VuZsmwyPCP/4s5xKUMm8ED96JP1se7n8pKD5+U7//Ys/SQDcE/5s9756xmQnrDKpLzyIA7XfLL8M/Tpyi0P4sz9am6buYzikYZrwsm/9uWaOlLvoK2rQ3nMbV7cvrsmLtey/uR24VqOI4O85EOcwvitHoTLsvWccomHfIS3woEnIu9GnIfJLf0TPVA++cjxuS4v8qes4iOPLP/5CfNdiTG+BktcYbHiZj+5jnK3/jgg0sz6m6k0qG8MOX6usQZbBvVc0T9uVnBGwHgzSAyguLhTbiShGWAzQLMDBpDccc3Mclv2UYZs6BR8diQS9q0hceNdz8aIUZ//ZNbHnnkzzrvs/rjmtqdmSXyzC0v0WCTtiffCywNj9X69q5dJXdeDPLLMc8et1olTT/h29bJqn5axzgj2ynvmhddT+L8I37Fuds8yVkthX3hlUAwbPiotdR06fHS0aN4sluvZIzZed+U4/bffje/v/+VYeYXqRdrh4/fN4hW39BLdYo8vbxpnn/T9+PqXNo5eSy2WXoQzAsKt0RdJNVawJ57DJb663fqxap9ecd4lt6S9AhfuukD0W7Fn8sw783ffi03X6zedxLP01rLadysjmyfjSssuGctVRqxTiN8e/GFV1tFp/z3eeQ2BlEMCfhwQiZ7/YMjIlJ/XqvR45RUUzAlov5armhwzWLX8z2y3gR8vOu9AhBjizAwxbzpGX0PoW5EIiDkeTUgF4XgDIhl4c/PMQ975iMsYADFhSVBGbt883kyUIeLEbaCY4bdBszyCvwaXxgXyIH3EhWUeBsC1xkJTBMKtY9XfqQvLYTt27pg88N4a8FZa2qq8+gmw5BYWqPqt5fotFzf9+6ZE1q24xooxeeLkuPFfN6YDMpB3XRauDKWqD84wWWLSJckDr1l9pJnjbNWmMnKr7/o3BN/br7+dvPI2++pm0aPqx4VtbeKlijPF1cTl+mnAqLOkDGmDiLYki6HCI9SY0xjV+JIxavKFJygvLUZQ7d5e3j/i8mHkMG54rSDN8jL0TwLpM/xy+jxMpZ+hnfBkZchacsmT1uSv9BleyHFkoiXu6k2bY0z7bp89+dJGxW+S2LgTaZUmlgoS9B28JI3351UD1aQJT7aGZEBTB7KFV6ml1vMjeTA/AunkFFT9tO8Fsw4mQ437LInGlyBL56X3++zCfNHzGFgYUPgYQNTCTCYXfmvKwQAih/UxsAADcktj8l4RBjPZbdQnu3eCl67NU7HGBr/gbw4jfM5HTs+9HNa9nLa0DHgQaMLIh30JKLqlGBmumxnK8eeZT1B+13J+hRG2oSwy3LNPg7+WkBgsIiSRhgyUgk+Pge8MjXMvvS/erP4O/nBkOtF29NjGieBPitcHfRg33PVMdF6gXTw/4N144rmPHkHeFMDTjXeX/dmWX2bxWGvV5WORBTtXL8C6661atYg1V1k2rr/9kfjusafHAh3bJe86nnAdO7SNVvWGIy80XmfCr9GvLvxhwndqn8K3re5bFmuvvMN/fmby1uNt1rZKZ7cvbZw86r75/ZPjJyeeXw24nDzVMsWP5PKesCxV+JRWda99lZa9/I48eOe49Lp74puHn5z20lMeabVvZ+lLXfeZy8g47bdSr7jl7sfT4R0ZdV5zbaZ7HyLXLNEdN35iXHz1PWkp8k5brRO/+cvF8Y3v/SHufOCZtFQYHFjhkI5v//i0FG7T9VZOBOB2m6+VDq844pdnxdqrLhfrrbliyj8SMaPPckvFw0+8HI8+PSDJW/rk0b593eAjeSwu0CEdqLLNpqun8n7nJ3+LM86/rk7uTeT9ibyxL4hljvvtt1/6y3tjRv1Xhv5T3/dZoT9GIvFE4f7/eaGvt0SOZzOD2oCFR82nAZKIMQyWWVoiOqMJpbkFDCDvJUvyeM/57n2TZ28ZsvaMMchjzBrY1ZIJGa4jHSxzsUzPe9Lyf+87OmOZn/dpnvVG3iHZzBhLsyFyukgV+/ogRDIQED7ey/QTQXjJJZek8GbJTXwhG9Vvfq83VSDJnnvoueRpt/+x+8e+x+wbB/38oETKPXX/U7FIj0USYfPsw8/Gh4M/TNfoMlJvzc3WTEtdJ06YmDzp/B08aHCsvcXaselXNo1xY8fN9BCM1u1ax+K9Fo9nH3w2efvd8K8b4rbLb4ulV1g6Fu6+cCLv1ttmvRj2/rBE5vLSG1D1Z2+8+Ea8+PiLc/WeeEhfe8nx5KG72gGdtMTVclbeCSaYedP5mMhFJPtYou0aDzbebsLbb85yVvpcCzppbyVkifZD58WhT+XFgHATt2WlSHSesNtuu23y1rDfU236vDNqDSseESbE7bnEcwLZp91Jyx6W9sOTJrLDcnXeHjwIlVmbUn7hGcX6dPkqhEhBQUFBQcHHo0U1YPhl/fd5EmbgGUsG9cgohp09fAx0bKqLILOvjgGLgZD9GXid2ZDSBphcPA2CLL8xELK8x6ym/UcMwhh4li3wIuClxxiw74hwBiqMBp50WHuz+gY8lkt4lvs4bwAzOdyyuejKl/Xg9n+zJ4B4eQta982rD5Fn9tJ+I2Y1zZYi7JBuNoQ0EBJeOHv/MIQYewZUDAqGkkEfg8MMroFVQ88iZB/jxL4i9k5hzPDM49Xgk70P5iTIjtz23mXzWLbnrJ2x4/n17vsjYtTo8ZVBPDkRPEOGjYn3h4yKUWPGR8d60sM1e+R9OGx0IuCQJogQe7R9OHR0Cj+2Mlg6VIZJDj9y9LgYMnxMvDrwg7jrwZdjicW6xgrLdIuleiwY3RfpHB9UzyGhxDlqzIREHiGHJkycHIM/GJHikL+x46p46/OR8VoV53OvvBObrbdiDHpnaCKfVuzd+PH1nxdOQ73i+vuTdyYDGHiEPvnEY2l5qOWrDWGwv2zP7ol0sszVktotN14tFlpwgeThts5qyyeyimfZZuuvEptvuEpsvckasfE6faP7ol1jzX7LxiqVYcjLbuklFo0N1+oTiy7cOZGBteE3qsLzcGPkrbXKcrHFRnX7I42rDMotN1otelZprbv6CrHRuivHl7ZeJ8WDeFuzCrvKSj1T3vouv1R6FgnWsz6thaq8Ld59oVi/MmY322CVRLT1WW7JykjvkIiz5XsvkeprperaWtVvpODKKyyV0nIQRfaCs0x3jX69o091D9kHnTt3SPvs8cBbuJKHPQI3WqdPyvv2m6+VPPFeGzg4kZJHfWfX+HJlyG5e5UFeLYe1X94Ga60UW2+8erreqco32Wy83srRbZGuqfy8Bjdet2/yPBRW+isss0Ssv9aKaQkuT8MtNlg1eiy2UNIx++jtsMVaSdYOteAR6ACMxuCADKf/IkcQJ8gXfZC+jGE4K2FLApsp64sYhJYW8UDRJ+qzZ2T0IVaQOAzjzzpralkkTxIb9zY0jj8tEB/yhHRDACEIleWTLnfzvH5YHJZu3nXXXek9wmC2TOGLgncYDzf7b6255prpmuWr2mPD0xEbA1014aV8eTkFfTLBppzecwg05CdvIO8rJJlJJrrhvamehFPX+X0mXsswLrzwwkR2Itss7aMziDzbXHg3I0WRCNK3fDan6XlytWzWhBnPJuMJe+zwFvTuzKd9isO+gLz3jBWkybvIxs3Ikc9CTGQvfORI1j2TaLybevbtGRvtuFG69nnx/jvvp33s1tx8zbTnHSDoeMPZg27DHTZMnnk3X3RzPH7X42mvvO5Vv9537b7Rpl2btOR1lao/7r1y71TOMSPHpLBvv/p2LLnMkimuPlV/+upzr6bluNJwOEbbqr/sV/Uxlsc+ePODceOFN8bwD4bH1rtvHX3W7pM8AZF6yMMVqj51jU3XiEWrvgmh59CLyZMmp/QQiQg/9TWrMXrE6LjizCtitVVWS3WeYVxmHESXPivkHUldSw7TN6Ra1r/aJVUIM88Io//gpYcU851+6EcQfw3loI/QJ4uTF5+PduE5ZfAx/nVN2xGHdBumr8001GNhtAv3LQUTp9/yqGzyaPzoo5y5fNKTrnx51m/P5qVnnwfan/5A25sZtF1jdHkrKCgoKCiY2zDPH2xhA2uEnAGIAZeXOwPBd95sjAbeEU6iQZwhKQzQzA4aMDO0DPwZpwg7RoTBiEG9MDzuEHqMFcYsI9NSWgMu8VuuY3NqcSHcXEciGjAh4hCEZj0NgBhCBjiMMwar2U0GAOKNcWHm0sbhiEj7BeUPA9fsqbgZFjwPpGEWFWnoeXk34OPNwIMFQWdWVR4Zkg3BkMp7mZBdnomVh9kxWP44MFxn18EWPNp+d+aNsfTiC8UqK1YD0UUWiOvueCY5Ik2cNCW+vOUqsfwyi8XZF98T7743PBbq2jHsl7buasvE5uuvEK8N/DCuuuWJ5NE0auz42HW7NWKZJReJsy+6J4YOHxMLdmmfDsd45qW3Y5N1lovlei0W9zz8cuy241rxzysfjPbtWifPp6EjxsTu1bXV+iwV9z82IG5/4MV0yunwkWPTSaI/POi/S74AyXfmhXdHh/atQyv+8larxgpVPmcHPsvBFnMS9oT723nXxQdDRySS9/5Hn08ntPLOy8TZ3IZb73kyHbhxxomHpdN9ZyduueeJRNIiTpGH5PnTw/dI5GhjmJMHW1ge6WAD/SiCBfSRPINNzjAWbXVgwkXfpI/TR9u43bJG/bH+nid1PulMP6m/zkAI6ev1b4xhEyg+DDwTCNI1CZL3IeXqb5LEHm1IOfHx1vMbkcVYtS9UTg/Rpm830cOY9p5ABumDn3zyyeke34zkddddN/XlnueRlp9nHCuT8E720jd7j3iHIDRdlxdhGc/eA/Z8RQb5bvmPvn5WLwOZFQdbgHx6Jg9J5JMcAcFGRu6pY/UrvAknhj9ZCNNY2RBsOc5MVAgrLX8BCSKMNMSRyQr3eXNKT7q1v0F419wTt+fkRb6gtgyfFvI3pw62cBqtfOYls+BUWktpEXXKyKPOX/qY/ratm6yyd53nWtZ7Mntu/LjxSRauT5k8JcUhLrLP19SfpbNkJ33XfG9Xv9UBkm7ShEnhJFzh8pJb4YQXlzpr3aZ1Wlo7OzA7D7YomD2YlQdbFBQUFBQUNFXMnpFPEwHDhbcQ8D7jyWUgZtavMViig2wzSGWg8TKxPMCgmWHEIGHUme1nROWTosRnuYD4zf41NmhnPDlVzww9rzjG2Z133vmxy714I1gmYcDIQ9CHMZfBQOEJaFbTviQXX3xx+i2PvA8YtxmIQcY2D0NLfRCatXupgEExw9f+K8rBkACz0AxFz8yLUO7tN1s5ttpwpXjwidei6wLt46iDt02k239ufSqGjhgbkydPja6dO8She20am6+/Yjz45Gvx9uDhcceDL8ZCXTrE0YduF32W7RHX3Pp0ZchNqcLzbuoa395nszpib6mFY4vqOZ564yvjZOqUackDaqXei8WRB24TS/dYKBF9yLn7Hn81NlprufjuNzaLjh3aJM+8huDh50CFZ19+Jxbv1mW2EXhzAywT3WuXzZKX3ofDRsbmG6wau2y/wVxL4MGyvXrE/ntsk7zvZjd4Hm632ZqVTo2KxRdbKJ0IPCMCrykAcYd40ych1pBG/vKuMBmiL3ffRx+HwOMhjRgzQeF77tsA6WJCg/Hnuj2p9IHC8+TmWd2/f/+0PxoPK2F5ZSEtpYeQyGG9Q0zszCw99/XFiDzko49wnpdf9//5z3+m5/XjnuflrVyII+X2LkGqIxd5X1v2yQMOmYY8RH5auuYdiGgzacRLpakCKeM9h1DzqX2PIoTyvUygCZ89d7z/ZkRO1sbpGRCfZ/N1SARSdS0TeOC7++41/J3D+y2N/Jy85Hg/K4E3p9GmbZuPEHiAGEO+pe9V2dq2bxvtO7aPlq1bTifwQJhM4IHnhBMe8eYvWSHbchr++p3lKn3PZAIPxNmuY7t0PRN44FnXpCvu2UXgFRQUFBQUFBQ0VczTox8GHJLMYDov60HGZSOgIXjD8bCzhADhxovPEh6kVq0B1hBINRv8zgy84HhHGODLi0Gx/GUPjFpkr4FPAl51DEDkIrIRAcnjwjIBRGEm6XgJ8DLh4cHYyafqNIT85E2Mf/jDH4ZNh8mDB4lZSyQig9hM/LyEvA+acr334ch4/pV34qSzbkoHUCDLxoyt86zgrcdzbpGFLN+cGiPHjEvhF+9Wt+ywZ3XfElreA1z5OnVomzz0ZgT3xNW6dYto26ZlTJg4JZ2yOnnSlFhkQctSWsTyvRx1/1Hvx3feGx433/N8rL9G7/jWLuvHky8Mir/2vz0dcGHJ7/wI++7tt/vWcfR3vhb77Lp5kyahPgks6/3KtuulPfRmN6QhLbL77r47pSXOTRnIkUzaWIbFI4YnoP6dJ7X+kIeFyQx9s4kWnsW8L0yomNzQ/2bon3nA8aSzXQKvOr/1feA9YgLD0i99oK0YMoHUGHhO5fTko2F6GfJl3yt7svqujzWBlPPLEys/773Fy4/3XvZIBPmy/YFJJ3ti6cMtNwbvEl7krpMZ0hDhWFBQUFALkw+8SAvqoO+0d6k+3KoY/X72xG4I29dYlSO894/l/iZpGtu787PC2NSWOiZ6Pg/YMrYQsjVDY/vKmvCxr3dj76tZAdsF8ZJsLH7yMnll7/EMdsy5556b7Jy5CcYM9q60yivrDccStqX3tXe0FQafRkfYc56xdZKxggnFmb3POXlYbWYi8ONw+umnp0nBj9tr+JPCVhDsyOyV/nGQrmc4ojQGYzN26KxsUxni/MUvfpG2Tsny1E7ooroyiWrlx8x4gFqYLNUfWM3xRcN4kB1vkndW1W1j0PfZckxfODPIj0OQbGU2O/JjgjtP6s8PmKdJPISZmXeNMpNZKnhGnR6F2mSTTZKnmtPyeJ/xltOQdSDiyrPttXBtRl4AGbwo8ibm8mCAIH85PoMnyu06o6yWJGN85RnrxsDQ1HDyJto6bp2HI6SzoSnvn8QrQIer07Lki1chwxCZp1OyDNmLSbyNyWFeAeJt5RUWj2/tukEcuMfGceDuG0WPRev2rUKQIe940rVu1SLatGqZ9swbPbaOjB0+amxVr7wNPlpf6q/5TOqwFsKicceMq15+1Zehw/+7HCzDXn2W9K60bPdYs1/PWHShBeLW+15IebffW1PDmEo+L7/2dtpbz4EOjWFkJbsXB7yVwuTPjMLODJMmTY633v0wpTknMCvSc4DF24OHpNNhnUg76J0P0pLWVyqZfRYZzOtgAOg/EVsG+bZMMKg1kGjo3azt8EyzBM72Avo3/W3D94BJEH2cvl4/iBDMMMFjOb+Bh/7Q8v4ZGTm5D/+49DL01Tz77Au32Wabpfafn7cUmFHo3dTY894T3idggsaEkn2mct70+/pyfb8++5MOqAsKCuYvmLTWr5U+og4IF+8VK2FsR+P9QEb24fSO8Z5gKJrw0b8j2BBNlvPqh20zUeswYO9Q2xvYGicbuuwCcbhm3M4G8F3cnAdMKOnjpWcCxuROdhjQx9sCQtgcn/07peF91/B94R3Co9yEEI9t70359ryJedel4zuP9FwuabgmP7VGt++8vcXjvvDeffRHXl1TZnH463ll9Y4Vv/dWw/ilr/y15IftfExemWgjjyzDhu95yOWXJ+WXhms5jYa6LQxZuWerAmXyjLxkWeV0XG8o71p4Xtp0QD0ai3j320/Xux3kX9nFTUYIU+Gln8kpZLrfPnSiFjz0PWMrJyurxEvu5JHll8vKHmT3ygOZy1OGeD0jv/JND5GrdFgcfotH+eULecUGJCvPaAMgfnUqvYYyyVuOiKsxeWaok2xfiotOqZcsF/nMW4PYRoVuKEvWW3HXlg1y+dwXDz2jB8L667e6kJ7f8m6VhThdU07jJduwGFfZK58cxVsbt/LTefkVtzwau0nTM+ImK2kJpxzy768ykwn5+F0r71po59Jzn274LW2frB/5edekD7m9+6hb6arr3F6Fy+0p509d5PpUBvVOj+RV/MpTy03UQjgkaG778kbO0sn5FKe01KNxrfsZ8id+9S88vc76kHXGeQCuSUO51Jv4833xqzdbl3FmyvHl/sB9edMfKYfy5fJaWTOjsjVlzNMHW3iRellRYB0wJTU7pjF6IfCmUHk6D54NiDgn23kJ85pDVlFcCuIUMMphZkGHYT8lCpDZZLN0nncNCei7+DU4swsUBCgTlthvm2nzyrMETKfBKNXIzJJRNoMG+4/Jg45fnnUowmDVEY4+GrB98aSlUZhNQTwafDgOm5KasfGbcmsgntdh8Dys9crTiC0l02kog7A6NrNGyqkTcSAHAzcvTZoTUIbZdbCFPecsoV1n1V5pvzv71704YHDyznPdabIrL794PPbswHjznTqD+dmX3onFFukca65sQ/YqfwPerf5OSyfErrrSktF7qUXi0WfeSKet9lmuR/Kus1SWZ13LSm4D3ng/7b/39ItvxXK9Fo2eSywcj1fxV1HEmn2XSt5/A6u0RowaF/c++kry/ttknbrl24AOfPaVd2LYiLHxwZBRMejdoWlZkXT6VnmV91mJz3KwRcaEiZPSIQh/639d3HL3E+kACEtFGxLB19/xaBzz63/E0y+8EY88+XJcccP96dCPvissXbWNT16eN956L07480Wx6EJd0iENsxtvDKrSO+Wi6LZw10bToxevvvluOizCIRYNyw0IwJ//4YKq3kdXuvFunH/ZbbHM0t3j6Eoe/VZcOh0wMTMif05jTh5s4cWt/9MfGrTqY3kR6IcZSvpr322V4OXsBa9f07/p920doE8kP1sOCCuMSZrarQmQXfpF9wwAEGr6awMT/az+znvAnn/C8fDWPwpjX1MDYPvS+e69IHxOz0Bjm222SQNwEyuMMfnj7afv1reSpf5dH0yW+XnvH8+LV1oGVA6RkAYDR39sQGQvQPv5mTF2TXnsWbjzzjunsmuvBqUG1o3p4GcFmX+egy3mJOSJrpK39/vMkA2gfADAnIa8zomDLWYnkiHxxEupLA7HmBmcTvv0A0/Hwj0W/kQTjnMCs/Ngi6YGRqhtCnj6zsr+YU5D/6i//LwHWzAq9aUbbLBB8t42Tha3v4xQEy/G1Yxge6LyHvM+sQ0DwzHvdQ36EgQg+0Gfoo/Xr9j6wGoffTmZG8vzzDb+RtiwXdgm3hu8V7R/+WYX8E7TP3g3Gvd7z9jmR1zCewewGTL0/zzs5JcBLM8IA15x+mt9uENP5N/zZCOcOBFSvLl4tnt3eZ94T7J72Ce2lRAvOfnLC0nevTvJi/cgDyv3fLwrG4vfu4keenfldwf7Q1k5K9gf1LvXO99vcWc7hC3ntGOOF+Kjx96tJsO8l9l+Tj82hiBr9iAZ2wqJfUOO4iNfW0+oAzYHr3pyEY/4xM/YJ9+cNgLD1hV0gAOIvIlPfRtLGKeAa5dccklaMWUcQD70jC65xu7k9eUQRmXUb2Zby1jDPfWoDOTlGXni3Uc3EB/yrv7IwAos6RlDbbTRRkmu4jR+Ymcqt/qjP/RQHDz/ffecskpXf2wsguiSnnZAf2zdJCybkUzJJPfd6kpdZt1V1yYJtDf1APKC7KIDdEK89Es+6SUZkKExn/c22RpvIsa8B90nD+0s73GsbckTWblPX+QL1UFP2cnaBZn5rS837lI3xjLGTNo1/dEmtGW/kU90lsx4LWbCis7TI/ohvVwOeVUOv5XR2IhuKY9xqRVv7Hy6QqbyTN7aca19LY/2Hzf202donzzr9EFkruzqkq5q+8phvKrcZEjuxpr2TpYGHVVGabqunpXR+Np1fYQ6s72L9qDdiFsbMo72zqvtVzK008x18P5Ut96R2oV2Td+/+93vpuvKhIDTR+oztUX7PWduhNzoj7IqJ53SDh3cKS90ge6xRel7bfzC2WrG+I6MyUR/JV7P5zoiY+XUV/mrfPiRGa3UbKqYd92pKqi4Qw45JJFXKp4nhUZHIdyrhd8a4/e///1U2ZYyeUHpnC1F0rFRaAYqQsmG6ir945DTMQjXaJAgOlcEnuP3dWjyqGPxMskHVOicQSOVLwqKHDQzKKx4fRBt4rLsSgcg3wYLBjBcuWs3b/8koMAOy2D4iofRKk0bl3Nl9jLTgDS6eQULdukQO26xSizctWM6YMI+eFtvtFIi95ZafKHYZds1qs6orkNdbOHOyQsOSbfj5v3SHnnCb7zWsmmJ6+p9l4ptN+6bSLfN1l0hVuuzZKVvLWLRhTrFlhuslPbDW7rHgrHdpitHj26d02EUyy69aDRv1jwdlLH+GstEl87tU9y9llw4hlV5QPA19K5DNn59x7WSF6B8brBm7/jRwdtGvxWWqDr/pkP2wNDhoxIp55CJb35ti7jprscr464Rr6IpU9Nptn/65cFx7h+PiB99+2tx2bX3xodDP92yjoW7LhBf3mbdOULggdN2pbfU4nWbzzfEpMqQvfaWh+P8S2+LMeNm7I7PsxIJ67Rj5CXd2nf3rdIedQ37q/kN+mQDeUseDNS9hPVNBnwGtAYh+itGkAEpo0lfrb/X3zJODSgZTcIahDec8fReYBwZvDOc9L1Z7gZWBhSWshj8GSAYzHjpGyTZc9WgDmkhHgMr6TRML8eX/xrcGbiYxDHQFY+BskMw8vPy7XmDHv25AaKBTYaBDENTPAYk3h0GcQ0xv+sQeHca/DOkGwPClLFJ9vTAgLahnhR8cowePjouOuWieOb+Z+qvfBTjxoxLJ9AOemVQvP786/H3X/09XSv4eDC+GT76REY0MJAYpQwn48ncd+gv7ZvJ4GH8GA8zzhnHDDOGqXGnSQBjO2NccetPGIWuaTv6I+nl5/V30mMgSw+RIg/zAvThtmlgxPK+Zrgj1PWvZLLffvslIxFhqO/3vrBljYlzY3vvhgwGrvcSeeZxNOLMhDzj31YQjHtEgbE+r3KGu37INcY24sN7R3/knaZu1YX4jNv1/yae2AkMWeSG9xb4q1+zzFc9sWXUk7Icc8wxiQRg5COBvFcRPkg0dgsiwDsP2aAc9AnohHhNRCGd5NX7jD65plzsE78RK96pjGhyQ2qxa2rjZ8zXxp8hHXrqXU7WdJCNooy1Yfv375/SJQeTW9I1DhCvvKgTZIx6AH/ZZN6f+fAgxId3ALuM/WTizbvWc96/3v8m2xAB6i4DOSNNE4nsTbJ3GCC7kU2mfhAa5Oq+eI1d1KfltmxAdpW2hPwhT96fiLqcjjikzTYTt9/an3ZJnnSG/Ni5ysMGJGNbdSBLkFJAlvR3q622SmMOtp04TU5yPOEZ5t1nnOUwQyQIsgnxRIZ5b10y8VEX+hQEZG3bJ1/1Lo9ZnsZXypdBl/U90ic7bc44xXPsb+9q8jLGUg5jLjqMnLS3vPxrF0i0DDqhLpCO4kSi6ivlgw6y3dWfduY+fZRX7dd9/R695sVFVto0b0oyly47W9p0QX+n7XOaIWNyEM54TPsnT+XJ7VAe6Bc5qXt51EakpR1bJk3edD2D/usv9AfaK5lrR/pc/bA2gVA1VkGGSsNeyto7vkG8xpOgbn1XbrKn++oZKaqOyUT9ao/GsfoYbQgJamzKu9LExoygTOrN++eaa65J43bviawX2hCdpK8m2pF1Gepcv0SflEk9yov+iEx8yFve6ZG4yKZh/L6rN3991AteBYFJf/UP6gSRSPc4HugzjZmVeW7D3JfjTwlsK+NOJwk6MgaTxqjToeQ6M8rsGoURhrKDFwD39WyYicvMibCMR50yZRMONAIdj8ZGIXXUGrj7nvGsexpdngHca6+9knFGIXX0XqaUlRFqYEVhMdsU0zMGWjo9DYoyyocGJu86CHFgpj1PiTUWLzedEWhoOnzpalC1UE5l8qwXAuT4zAIYxEhPGeYVdO7ULhFvGW3bVC/btZer/1WHUWPqyJce3bokUk+YjMbCw3qr13msQcsWrWPjmjDL9qwjmLotXLdMFxB+wPvu1vtfiCUW65q8A/9+0T3Ra6n/JYgcZuFTi6V6zN5TTD8LHC5hT78nnn01kVNLL77o9FmmhnDQx/CRo6sXW6sYPmpMrLJSz0RgPvTES3H3g8/Gt3bbMiZPmRr/uuKO2Grj1WKpKq4/nnlF8r5bbJEF43v7f6nSzVbx0qtvxxLdF4477n863nzr/RjwxjthKfQh39g+ttpotRhdGYr9L7897n/k+Viwa6e0D9xKyy4Zjz49IP5x0c0xZNio2HDtPnHAntvEiJFj4tyLb4nnXx6YTgv+6eF7xuLdF6rPcVRlGl+f3iJx+31PJY+7nN6hVXpO7nW6LwJPntdcZdn4z00Ppry1btUyfnHEXtFtkY/WI1iy/fCTLydPxKqhxwWX3Za8FHsv3T2Rzd+sZLFAx/Zx3qW3JpJ0gSpv3/3WTpWuLBaXX39fPFnJ25Lc0VU+vrbjhrHjVuukJcvieejxl6p+pH18b78vp/3vbr33yTj33zdXfVTr+PqXNo5tNl0jpdEUYNBhAOgFnYGUy/2ZARYDw0BMn+5FrY8088lI0AfrRz1joKCv1b/rz2phEGeZir5P/6xvlYZBDg8Eg3yDLYMkcRk8is9g20DCffDXwNPgsTY9zxiE60+9D7xP9KP6U30/6H/9lq5yK5PfOb/6f4MczzL8lM+sKGOToae/ly/PusdolB/XGaLyMKO219ThPctTAJSBEaPO8qDYB8jW/cbCZwhrEJvf2wbZ4jJpZ2aa7LxjLWc2gBYX/fNXHYnL90zwqUfvdzozr2Da1GkxuuqLwWES7dq3S+Vz8iz5mXTx2yETvMAbC58h/NjRY1NYcKKtZ4a8OyRu+OcN0WGBDtF37b5xwE8PiM4Ldk6yHTd63HR5t+3QNn0fW/Vf4FAMh2vMS/L+NGBYMTwYV/oZpLRxq/6GAUZ39SkmYBlUvJ8YMcZ8jEYGkT5O38D7gpchAgNxoz8xZtXHiBO5pO9hvGkfjH1kg/gZqwgg14xPkQ76K/3vvABezMb/bAbEhvG/w+aMjX3X7pEbyK+G4JXiY7yN2NMve5focxAHxvjqxVhcP6KP15epH/LT7xjjI8ZMTnkH5T6Oceydp89Rh95viBt2AvIKCYAoUifCiFs+1aN4vSf1iewVRIj+D4lU6zmt3fkg2dznWafstRA3e4XO0ENEnnckuYmb3eAakIP4MhrGzxuGLTYjeI/SN8SSdyjnCrIC71/p0nty8Q5Hfiqj8pInwoD9ld+13uPqkZGvHOw1cXjeM/JLrvLPQ0sbk7Y68q7I7xYyFiY/Ix5ES74/I+i7kE1k5698IezUg3e1d78yaOvqa0YgQ897J5EfPUBQGBc1tlc7malHXmaIFrYhmy+DriGm6HTqtyvZygOZ00f5JSPXxGP8Q5YIKO/NxuCZLE8EYIZ6RyDxcKMvSE99jPoyaYuwQS7VTkpmvdXPqRd1hqTJ0CblVftUBjKlF56TD3KnB+qLzJBt2ga7nd645nnybwiy0B7lmdzllQ4ZG2RS1thPHWbM6B2l3UonrzQRJ3mTiTqohXiVS1n08doa0EW/PYuclA9tXd34CKfMygXkRj/pgI/r6kzcQK9xCcquDHnSQjh1hyepnUBuCLLTz9F9OkGunxTqx/iWvPS35GxlpL5R+yTnXB68TuZPZjYGIF/hxUHvvNfoPHJSXPQKEcrrEM+S5TA3YZ4n8SilgYhPBiXL0Cn5ZKh0HcqM4EXqk6FB1MLzOs8MDUSjztBJNYQwXri1YGxliNMMWy00plroxGs7ugwNQ3lryyy+2jI0hGfE3zANsGRrfgQSykETXRaoM2RmJ+xrt0S3rnHd7U/HjZWhgzjaZqM+9XfnPnRo1zaW771EnPaPa2P9NVeMQ7+xwwwJIkTZD3/190pHnYw8KXbZYcNU/vc/HBHPvvhmIrZ4tj31/GuxRr/e6Zr9CI857OuJGENyLb9Mj3R/9ZXdfyMtTz3h6G8mb7ib7ngs1uy3bPIGfPSpVxJ59/wrg+Jv510Xv/jBXnH2v26MvisslcJY+jvg9XfihQGDYvD7w+LY7+8e1932SDz70ptpeWuL+lMRx42bOD0/z1TpvT7wvTj+R9+o0nsobrzzsTjy4F1ii41WTXGsvMLScdu9TyVS8gcH7xyPPzMg/nLu1fGj73wtxVULS2wfq/K4ayWDh594OV6r4v32N3eIOx94Ju6uPrvuuGHccPuj6d6Pv/f1Kt4n46wq/+J9pcq3ffoOP/CriQi86sYHYqN1+sbl192X9h388fe/Hvc9/HxKf8iwkXH+JbfGHl/ZJJ2Ee85FNycCdNU+Mx44zkkYeMysT9Z/5uUqUDvgNUDNYGh+HAz0Dfgyan8zTn1q4aXfWLz648auG/xmGFwAQ6cxzCi/te+XDHHVDsRBHvLyVn16Y++euQmMaB4VBoYGiwcffHB6jyEzEJgGrwbBjDvvy8bCMziBEWzWmteC2X0EhecNiM3qM4KQRgZ3BozZg8/gkqx57BskIzAMwr0rLeXIg+V5Aa8+92r88w//jBFDRyQSbY/v7xG9+/SOS/92abz+wuuJsEPk7XXEXrH2Fmt/JLxTZoVfcrk6eQx9b2ic9cuzYod9dojeVT95079vinFjx8X4MePj5adejruuuismT5wct19xeyy/2vJpae0lf70kBg8cHAt2WzC+edQ3Y+j7Q+PKs65M8S9d9aN7/d9e0W3JxpdCzutgQBrbMvJ5qCD9GYVII7qq3TMG6TWyCEGAlDNG1J/y1GAUMbZ89HEIIEAA+fCo0N/pQ4VB3PEskRbyiTeYtuGetiBuY6NMjM/tQCoxrskB4clO4HHFwGVP2D4AiaoOGLjC1oI89E/qyTuK0YgsRZCQNZm7r1/SPzPcGb4Z6th4+5JLLknp6WMyIWYMLx/qlYGqj0NKqHfGqD7J71wXjGBEAN1g6LvvHgMWccf+YLzLRwb9QfRkMojHXkNIH7GByBK396WPPLlHL7wjkQ0N8UnirwXSwT5wiAWebuRILpnMVF55IBdlJCN5mBkQL/TXe8OznmlsfI9UkkdOH8IoX7aPlE+ZyUH9SVsc6v3TwDPSoWsmLdUFsmlG44OGEN7kHY8teeGZVTv+qYUxknD0xjuulnTSPyC2OL7QGURV1gvlFrf6NL6g//Scpy+vphkttZwRyFI8ZKYOpKX+TDhoMybReJTVtgs6hYwxPpIe77daaI+ZlEH8NrwP6kw63vHiQ/b5/nGQX212v/32S7qHQFT3xgzGDvKpDOQE2jD9RLLlttpQJ41N9AX6AfUvbGN1nvVDXagD6YkLIYVglicy5Dksztr23pAUbAzi1C8htY0VEclALtqquMWjr5sRhBGPsZR8ko3wriv7J5Ex0Aky4cWq3PSNXIzzMsnpr3oU9uPip9PaOp3gbSkuHIv6tG+1PsB4UNnpzNyEeXo5bUHBrIJlsE6BtQx2Vu831xAIQ8tjf/79L8VPvrNjHPZNJ602PsPV1OElc+eDz8T9j7wQm23QL3m42R/ururaqNH/O7Drt2LPOOX4Q6P/X34Yvzhy7+TBhjSbNq3xzrl7ZeDxfEOKWYq79qrLVR3zf+uHVx4yavllFk/3hwwflUgrXoEOGnmnMi5HjR6bDt0Qj/Tvf/SFRIBtsNZKsUSPRWKRhTrH+0OGpzzz/FupMkwbnhacwetwlZV6xQpVer179kjldVLxIgt2jgU6dUh54yFnObG99MjgkcqIld6MMGLU2EoGbyQCcL01VoytNnYKdd0AVblbV/poz8IxlUF878PPxZhxda77K/ReIpVHuS1p5n340OMvJu/GFZZZIvbbY+t0Iq1yv1vJQTq8Fj+0N1VlpBcUNCUg5ZAIlrsw2Hg7GNwZSBsoWmbFU4NHkcGcJTgNwzM2wSwuo5DxgdCz3wzCwlIdRi1jkTFipt8Az1JEJAjPJgYvY5pBb8DHWGJ4iWdewptVn7L17lvHj079UXTq0imeuvep5IU36NVB0XXRrnHsmcfGKuuvEg/c+ECSdw5/1KlHpf3vnrzvyZhYfyjPwt0XjlZVn/Vi1f8Me39YDB40OBbvtXhss/s2sWLVp22+y+bRZeEu8X7V//C2u/a8a2Pxqg895vRjYv1t1483X34zbrv8tkQKHvWXo6LXir1SPPMrGIb2TmPIMFIt9bRkjK7yXLFk6IILLkhGNiMHGCyIBYYgstl2MIg4bQYJkqEuGWAMH38ZO55jJNlSgOcWjxCGpnh4gCAK5QGhjuieF4DoQHL0798/kV2WODLgkQcMQsSHpYFINuEaInuumOhHLNj3DNGhn9D/6DMAWagv4eGSjX8ge0QB2SIDaicIPOua5+yPlb0h9Xk85vRXnmPcAoPeMj/1J7+WSxs/IAL0fZ6hS/SHnjDCkQMMch4sCFxx6W9rSQjhLUlV93SIgYzssuSQ3JDFtcuKgeGNOMnxI4yREJkAqI2/FvLB+4rOMsLpNRkB/VQ+RCoPLnWD4KHDM4J8mPwjd6SQ9mBlkvI3hOsIGkug7SnGOxU5AkgG5AC9Vw9kLHxjZIf8+pA/GddCGdS3ehaHiSQfMvkkUDfqApFP7ggUZI73nL4hv5+Eo8/CyYf8IHTpCJLEd3n3vuSlax87z9AV5Jj9xsRL/voeMslkVmOymxn0RfZio19kpy3QQzqAwPR+Vtd0Q13Kh/p33ySErUeQZpkEBPUhr8rmefHUtisw4UkeymJZrDFDLVHYEAhFbQvxZxKDvmr7SC95MZmhbfOCRAbpH4UlG2MPaWmTuR3VgoMNOZA3D2kEpnI2BP0wCWmcop81Qem3/kU7RCSaXCEL9YDsVl/aO1l9HPT7dE1dKh/4bcykXeX2jHTXZsVZKzNyF55MvHu0e7qsbLZ7kBf1oN+iY+rOZEJj7d1kBBmoP21B/Rh/0Ttx00ky1ed4F9bG3xjouMku+VcH2ru4xZPbiz5dW5nbME8fbFEw70CH7MUzOw62+KTQibaoPnMCOkR76fFY8/eLxmc92MLy2fMvvTUtIz1or+3itYHvpr3hkFZbbLhqtGv7307zhVcGJTJtxy3XiQW7dIzuiy6YDrdYtDLuWlUdPw8yz3jZ3Hn/07FGv2WTdxmS7Y1B78etdz8Rbw0eEr2W7JaIuNX69o7XB72XiDXhXnrtrXj51bdi43VXTstPEXiWo3qJrLfmirHGyr1j3TVWiJGjxqT88bpzCMcm661c5WWhRHDd/9gLiYS01NYBJTBs+Oi484Gnk+ffawMHR9s2rav0+sRLVVrS23Kj1eL5VwbGiJFj03P3PPRc8sqTNqy35kqJ+LvnoWdjsarMiL7X3hycSETegPL+6uvvpHKutepyaY9AcWy50apx+31PJ3LOkmOegfJPLrwMmzVvFhtW+XjzrQ+Sx912W1SD6yr8Mj0Xi34r9Uz5p2e8B5F/3RZxqMKk6Lv8UlU8Kza6xDdjTh5sUdC0MacOtjC4N5g00Pc+YDQwAAwGGdwG5og+H3kxkOetURuecWWwrQ9jkFuywXvBII7HvMElA80ssAEiY9Sg1aDWoJRnDGIEgcEINGBlBBv8uccQmlUgPwNMg3FGBBis8wicEwdbjB87Pp6o+p9nHnwmXn321UTcrbj6ivH8I8/HUlUfsfrGqyePvIEvD4xNv7JpTBg/YXr4Ac8OiIWqPnP5VZePx+58LJZefulYdpVlE7G3aI9F45Wqf1p363WTh98919wTq25QZzw/cvsjyavvyXsrg7rq61eq+sZl+iyTnkcCXn/B9fHeW+9F63ato0/Vl37cYRmfF031YAueIwwb+yHb04oeM1QQbvTRXm30mccCA5PRhUhCWtAlebcvFKN9v/32S0Y7wsByS20JqaOtaA+MKEAEILd5odJz8TCskR+8Xy3lY2AxchuuUJmTQPbMioMtlJ3skGFIOqTFt7/97eRRx3hmRJKvLRgQocK7ToYM7VoZSINxLW+MelvfeG8KQ67kaMmt59QF2WcDVRj1pp9iAJtc4P0kHkSYMLbM0f8xfBEI+iKTDYzeDGQB8ky/qC/TVyPckCTCKYe01J9xAaNWOOWUFu9m9+XDfXHpn3IbsKUDcjF7wiNXbG2B4KIrPBnJjpyATHL6vEj1s+JHZPnkeqHX9E1YMkFSM+iVr5YoIzvEibYhTfpPNsYj+ms67zu5G8v7iEffrX2IjwyyzL0j3FOf9ETeybu2rjK0O9cRRuSnfpWZzvBqkm/IBIZ8qg8yyYSsdIT1XvK+krbl79Ihb/BXvJ6hB/RNmcTjrzgymZ+9ZsnIb/Xiu/eWuqUnrtOl/O6iG3RPnWpDxsbqVZ4tQ3SP3MTtHUkvtA/lU9fSz5B/aZKjj++ukaP6BXHJtzqmZ+QvDfKmy0gi3lGeVRbPZ10VntxMvCkPOYlH/Smn/k6+5N99MhKHPMoPOwLx6rp3rOvKTa7SUD90ne7Ir/DkrdzGPLzcyEE70k8gpPQT2qE+mb6BflE53ddPSMMYQrnFK2/SIW/1qy3nNgTikTdpG8O4h0DTZnjv+S2/9J7e0n3x8cIkI9COjcXofu6j1Le8iMd3eXKPDqsjeuGe9ib/6lq9eA8aL9FRMqJPQPaeUyfyTO7y5pqy+SsP8iV/dI3skXzKrW7VizLIH7kop7xpb/ImPP0WXr723XffJHvxa4N0R1n1HWRbW6fqUX9NL9SRepGW+PTN0vCMss5NaFY10sanPQoKmhAw5pY+XX/BcbHtZmvWX236mDBxclx0zcPRd7kesdYqjQ9s7ZXWtjJQXnnj/bj74Zfja9uv2eQ873jE7X3YSWm/FS8J4I5/3rlnxSPXn5L2fWsMSLxT/v6f1Onaj+6K6++L3//tskSa/eX4b6elshmWetrLzbJWhJKltb8+5aI4/kffjJGjx1bxXBVHHrprZcxPSKfB/uz/9oyhw0cnEmunrdZJpJtnvrbTRvGXc/4T+35967BHHYLr6O/uFlff/GBcc/ND8Zsf7xs33vFYIq6OOWy3eH/IiEQK7rbTxnHlDffHOqsvH/1W6hUn/vWSWHqJbtFt4S5pX7yvf3njuO7Wh9Ny2NNP/G4i6+DVN96NX5z8z9hv963j1nueTMuHj/7u19Ly3mtueSh+/9MD4oY7Hk1ec/J8fZXP+x99Po49fI8Y+Nb7cW9lFCOnf/OXi2O1lXtH+3ZtEnn3w0N3iR8df06ccPS3kmfcMy+8EYcf+JW4+a7H0/LYv/7623Fbld7DT70cJ/54v7SU+LGnX4k9vrppnHfJrZXMI4769q5x1wPPxt8vvDHJ+5pbHoyXLKf93u6JvHvx1beSp96Z/a+P71dx2x/vzAtuiC9ts26ss9p/txloiP6X3RYHHXVqmqllYHDht0cbQ3BGy0AL5k0gyQxaecIZVAJPIDO4BlmzAgb09vYy0DNIM2NtcCc9M9IGi5a9mS02o837DpFhEF8b3gFQ9gnUhzHy7eNjkGcALDzvCCSFPXYYAzaOt7eOGXZGpr2elMuA3iDUzLfBvHZgwMs7ynOzAtKRX2mLGxheiMvNdtssjj7t6HRtdgCBd+rRp0b7qn/uu07fuL/qF5F4uxy8S/Q/qX/0XLFn+n7l2VfGsw89m7zjTjv2tOjQqUMKf1/Vjy/UbaH48v5fjjN/cWYiHJF2Jxx0Qqyw2goxfOjw+P7vvh8jh46MXx/y69j9sN2jTds28bef/i158llKu8H2G8TmO2+evPkMU5GEA54ZEGOqvpj336JLLBpf/+7XUx5nFyzn3XuNvWPfffZN+zNl0DmGE0PliwCjwzIzZJvvDCH7dTFeeWnwMvDORQrQSfrpmg3Z6RLd4jFCj22urp1YVsRQss8Vg12bIXeGEG87hB9PKGDomMBhFPMwY9Qx5pAi8sFo+qKAnET222ttZtDG7UdHRgWfHghJ+mTppz62YN4FokM96zOQPQXzB5CSxj/IM2ORDP0rghUpmUm8OQlehz/96U/TAR+Iv/kZZTltQcFshGWTL742OD4c1ribr8MP/nTurfHkC4NiwsRJ6fe8xKsj0Ozd9u77Q+OAI/8cN9zxWPzxlwdHryUXS95wtXAwg33gjv71P2L/H/wpEXh777p5rLzi0rFa32Wiz/JLxe9OuzQuv+7+WH+NlaJTh3Zp+eyDj70Yhx7z10SOWR6KdHPIBC+6Ht0WTJ58DJrOlYG5VGX4Id++ut160WOxBeOo489J++CJ22m2a6+2fJx70S1xaGXA8rrcYYu1YvWVl4nnXn4z5f/qWx6Kb319q+Tdl8FzTnod2uf0Oqf0lEecTja2nPeDISPiyedejW03WyNdP+KXZ8dp51+XCMOFunZK+9B17WzfxSqfPRZO+Vyueq5Tx3bJO9GhEz/57XmJzBO/ma9dK+OYx+L3fnZ6/KkyqB2awWNv0epDDs2qf+RgGbBl4Ltsv2EVX/s47Ni/pXKv1qdXbLnhqrHzDhskcvXI4/4eHarwK/SuO82qoKApIJNmCDKeCEg3g0jXG4M+lLdDw/C1fSvvAl4PlmLwRDAYzZ4uwvP8A94UZnF5HPHIQ1hbUmgJmdloM8ye0R7ntlncGcEhFZMnTU6ebva3G/bBsJgyacoM302ufyT8h8P+R97ItmX7LRv3XHdP9F2rb/KscwBG10W6pqWxEyfULb11sAVPv+cffT6euu+pRBT+60//iov+clHy/Fu06sssvXUwBm/j+RF0GoHIsEZuO4GQMcNbAjHN2Pbx3TUkOyKOJwcgw91DwmQvIadk8mrJng/iRWLbG4lXBIMN0W3xDiLc0kkeDzYft5+asCb2vkgCr2DOAWFr4qaQoPM+eChZtu1vwfwDk0L6/4YH2phI5FH3RRB4gEi2lJtn4fyO4ok3j4FrOjdTLr7Wp5uptSyHa/kX1eBmBb4IT7yx4ybG8wOcMjox2rVtFcv17JYOtnjptcExbvykGDl6fPJ2WnmFxaPrAh1i7PiJ8UJt+F7donVlpJxw2nWx1so9Y6XlusdS3ReM9u1ax9vvDU+HNAwZNjrOuPCu2GbjPrH+6r3jvQ9HxqorWY44LXnmDRsxNoVfve9SVX1OSISgtLt2bh8r9u4erVvNmaW2n9UTL0NZJ9fvBdGhXZt0Ci04nTVjypSpicicWtMlIZ4spYWJlZHoYy87S0eRbJYaj6vkPqUy5plziC/3nMpquai4dHFIN/E7FMN3JFiOD3hCimtqZbyOGz+hkn6k+IW1/11t/tu3bf0/xvrM09PuxFuFqdJQ5klVuhPq025Xn+ecF98d6qEs5OG3AzbkoffSi8Ut9zwZl157T5z+28PSsmNLYCfWy9NJyfKBPJZ+a6coV/mRNhKQ7HL4Wnkp99iq3GAJdy1J2RiKJ15BxpzwxAN7F1m+hWSwDAKBZwkUzxtkgn7J8lfLaXnlmS1uGF4Yy2UtuzAItdwWMcHLysCQx589aXi8uW/ZpAMrlIXHkb3wLNuwrYD47L+E8OMJ6P0kHX3LrMAX6YkHD93yUNxx5R2xQNcFonvP7mlCYP3t1o8Hb34wHSix9pZrx8O3PpyW0+723d3ikdse+Wj4Sg7rbrVu3HX1XWnpa791+8Wjdz4aZ//q7LSfnsMpePzddNFN8eE7H0a/9frF0w88HXv/YO90HXknbml99YCvJlLWwRbDPxweS/ReIrbba7vo0avHLJN3Y2iqnngFM0bxxCsoKCgomB9QSLx5CFyeDTStabeJpv0bGFE8GCwxmlXLfL4IfBEk3s33PB+PP/dmWto64I33Y6sN+8TGay8bJ55xYyJJkHePPfNmbLTWcrHTFv3i9gderMIPnB5+6436xAZr9E4k3orLdI+3Bg+LTdddPlZZcYm46pYnEnG0UNeOce6l96Y4lu6xYIrj8P22SkThQ0++Fj26dYm33h0WW2ywYiL+fO/Yvk0M/mBk7LLdGrHy8nNmf8DPS+IVfHYg/HgAXnnDA7Hwgp1i4Nsfxo6VAX3Anh890XpOopB4BRlzisSb1UDCMfbpLCKPF15TwhdN4s1qkPdjdzwWd19zdxxx8hHJk66po5B4cx9mJ4lnYtxkgv237MU0O8GT1bhXe29sCaN3r72n7FOV998qaBy8qO3RZ6yi3TYEWer/jV0aytK+XJaL237BsvUvAvJu7C3/tnDgdWvp+/wC+5gpv8MJsjfxzMAWVuf2xjWJB/akc/iBA1AaegvbJ9e2GJxd7G3YEPb/5v1sP7xZ1dZQL2x04yd76zVMN+fXNh62QuCYY3mrfe6MtxrC5KVw4uJp3Rg49JiYpE/iyF7YsxMci5SDfPW5vPsKZh3mi+W0SCwbGuaPwWQt7IOT7+UlNJCfs+eIGfrGwnjR5us+Bt4gDSeluJbT04CkRZk1YPHmZ1zz3SCh9p7rUBtfbXmEB7PU1onrbFy3YSmPAcaJ/YHyZrIwo/LKR45zRuWdn9BryYVj1+3WjO03WTk6tm8br7/1YYyfMDlaVsYHr7w9v7RO9Fth8Xh90AdV/Uyrwi9SE75Ndb0KP7HOu2rhrh1i2aUXSdeGjRgTI0aOi95LLRLrrNozFurSIVbhzde5fvPyMeMTOdhvxSVin6+sF/t9bcNYsvuC6RneWNts3De+tv0a0X3RL2ZAUTBnYbnutpuuEd/b/0uxwxZrxw8O/mra966goOCzw8DSiXg2km5qBN68iFsuviWu+vtVscM3dpgrCLyCAuPqPA421mdYO+jDWNsY2ZjcGN29PH7Ov43Z/c7j9mwb5DhdN04Xthb5vrRMMDgtsnbMzzYQFy9i5IN7OW2fbBPUwrX8rHTZGOyR/Iw0xZGflad8empt2srkXrZPhPe91n6B/Lxr0vNcDuua8Nl/hH2Rr4Gw5FIbXy1q6yTH7a+w+VqOO8eDhHOaqDqrhXvSJUdbJSir53P8ysH72rtCfUgrlyvntxbZbhIm56G2bjwPWT4+0vRctrOE9911afjwNubt7R79c5hEbXyeV58Z4lf2LG/P5fTID/I9H2nlsuXyewZq6989EL/fOXzDOP1VfnG4rwyu57rL931q6w2UPech59fBBQ6i4aCSUSsz8QknPtfs30lOJr1yHN7xyHe2cG3+lQ+RZg9Q8ctrrSwB6WdvUPCcj+caIstKvPIintry5/xmcKxxwAXZZzl4Vv5yfpXTigJbdyDAbN8BwgkvbuGtwLOXaW3esyyFzeVCbpJNw7LW6kPD+qRLub6yjnu2IRrWp3LJt4OX6C8itGDWYp4/nVbH6wQ5HgLWUDtFz6y2tf06RrMaZuOQXbwHMOPIL8tzdPqW0ph5o/g27DXodzKN5TiWp5odOOSQQ9IGi57HOtvsV8MQp80Xnaqk4ZlNcIpX//79E7vumGP7kojPHjv2MHHKo5miv/zlL3HMMcekl7iTiLD0OT6N7+ijj07lEd6sjBPJfvaznyU2XnwGGToIy30w72YfdAqu15ZXw1dee54op/1N/HXiXy6v9JT3i2yAOoI5eTqtpYgPPPFqXH3rU/HUi2/Fh0NHpSWzfZfvEU8892Z0X7RL9FmuRzz78ttpWe1a/XrGw0+9HtdMDz86kXJ9l+1exfNaIgR7L71oIuc6dWgbr7zxXmy1UZ+0lPH2+1+MlZevO/HrhQHvJk89y2ZX7L1Yem6BTu2ic/XpttAC8fRLb8cDjw9I9xfu6gTXuv3eZjc+6+m0BbMGrVu3Snvm9e7ZPe1vV7sM+YtAOZ22IGNOnU47q2FQbp8vXi5zog/9tCC/L/J02lmNRRZfJFbfZPXotdJ/T95r6miqp9MWzBiz6nRaBuiVV16Z9vu75JJLUttDChi3M9alc8YZZ6Txsn0HkWrsAGN2zyILjKcZsA4EQcbx+qM7DhERXrz6Icvwc5rIBGP/Rx99NNkj8uhZG8yzZaTH08ZqG15idBAJwfNQfOJ1emfePgeR4rATk/nC8e4Tp/jte2hc7aRZBvsFF1yQthGQ3vHHH5/2AkVwsTf0RcrEULcnoufYD+JzT96s+PE8EuW3v/1tkhUbyRjh2muvTV7FwiHF2B1sMWHEZzzptEvkgLKwk2wH5B2SVxHpE8nn2GOPTYSFrRHsa2q/Nge9iFc8vCQRG8onPXYeDy77OGZPPLK1J6T4eG4hGdhB5CxtstDGb7rppuSp5z2BoGBn2XKBrNlFyuD94V7eK/WKK65IOmHfQHmydyUZKYe69n48+eSTk+wQHkg5clIWMmR3yT/zXP54X9kqwrtWfNKiZ/LLtrzwwguTl1Y+eRfxKJ90j46y+9iz4lV/5Mxz3rtEOdnJ4sr6Sl+0IfnxHLuTvMnCyZ7ql35kecsPPf7jH/+YnqWDyq4syuk372VlVVfKoo60IzJzjYzZ5e7RHR61ZGyvWXpAfrzq2NNsWeWXtjySuTo29qSXwss/HScbxJPyCcezVX3Lq3rUrn3YvNKWDo9LMsrjAnGw7YWzR5xyayN0M3uz0U3jIP2FfgPh5nlt3b67ub06BEbbVA/IZflFmrHHPa/M2iziMMuMPolfG2ULk506UZ/yS0991LMTxH0Xh/jEq53QNe0ZV6BOlVfa2gUdyhwG3VdOdp4+Q5uV/3ySM50RFhHIG5Rcs5zIiMd6rmMy0L6lJ8/6v7l5W6+miHl+OtTLU0dIqW1erbH4TYERXkg1nQUFo5Aai9PpdPA6Jg1Vg9Xpel6DouReSF5gXj7C6ki8lOybo+FgwHW8ns/su05ZJ+zl77sXp46Hkhuk6zg0KsShDkjD4h6L3NN4NRCdvTBOi3Ffx2pDYWnowJRTPDpD3zVY6cFLL72UymsQ4MWvvDoxpJ6yKK+y6IDIR3nlUXk12PkJw0aOjceefTPWWbVXHLj7xmlZ68wgvKW366y2TArffdE6F+5aLNVjwRg3YVJaMtt9kc6xYOf2aV8ye5ClL/Xg6Yfc+3DomJg8ZWoMfGdoPPXCoBg+amzs9eV14gcHbhM9Fu0S9z32ajoIo6CgoKDg08EA00x3UyTw5kU4sKL70nVeBAUFTR2MYMSKMTPDFAGDANhqq61i2223TRPrCCf2BHJBWGP3/fbbLxEM7AsT4JbgCcMRAPmBeDAZat9OxIuxfQabAbnovgl+RjOPFmN/vxEPwKBH1Jk4YQcYuyOKkF/G7CbVMhj27AyHnyDvOBMgbZA3NqxHBrBv2DZsBGn5i5zynU2E2HIwCjIDkek+D+Y999wz2ReMc2TNoEGDUlrKLm5EkfwhcewdqryICY4OyCIf9ghyxYQgkkP5pc2RAVnjdwZyQd6RnJwYeBghQsjNM8rC/rGcms1CTvIlf7VyBrahSSdkF9uJTaZsiBk2Gfmyhyw7tMxSWPL4xje+ke4j6ZBEngNyVU6yckgMm0ydy79r7Cy2ofyyqUzOIHzYpOxE8kHiek46yuovopHTh3KbdKJ/nDJ8V7d0LJNw5AXIMUQewo3+ImGUR5rkwt4Tnj5x1qAv8sA+RXSSibIJRy/oFmKGbrlOJ8TturTVA1tUm0HKIfSUmx2rXHSHvUk+iFV1wbZF3LmPKGLTIrDoiHZFXptsskmqy5122imRw5aKZtIMqSoO5ddG3nzzzbRMlA4iMxF32owtPZCJbGH3/CV/h/j86le/SnlWLtBOyRVxWqsv7kuHrtrWCVGpP8i2PZCfMiOYpYk8Jk86pL9gpyPwXcvwvPzIv3aD8NMOtAu6qP6V2zJqZUeAKSMdIhuEmn2B5Yu+NASdlHdt31JxeVJeRLbtkNQ13VBP+Attk8zIFfGmTNqmyXnxuEavEMN00jY6WQbamrpSPveRgOqbzuU+s3jizXrM0ySezseLFeON2ddBYJrNNhi4I+c0Bi8jszheUE7l0uhqSSuMvBeK5/faa6+krJRbo9H4dCpeSvaEMjvhe+5MPw7C6aC8FHj0GRh4oWic8qxheWHq3CGfKiYvWHjMuk5VQ9L4zSoiFD3rXoZOXceLBFRejVl5dQxenJh6IBedqY5YGl7SXlKZCJxf4PAFRNmjz7wR19/xdCLLRo/h4u6F/b9Gn/C84h59ui68QzEsi3V4QV1op6O2S3vYvfn2kFih92JJ1mbNOi/QPp58flB8OKyuE16gY9tYb/Vl4umX3orTLrgjzrnk3nj59ffjhQGD44IrH4yLr30knXbbd7kele6VvVAKCgoKCgoKCmYVeAAxVHnQIBnYAYgPk+P5Y6yONDI+ZtQzXI27XWNsG8+zB3ixsEPYJMIaY5tIN76vPSQLGZfvm4iXJrLIahwkCSMbESEu6TPqkWS8u4znjduRKplYAiQJQoKnGRKPzcEQdw1hJb/yybiXDsObfeM7+wZRxF6QvueQDuSANGP78BgSh3w4yVs8vI0QQ8hPf+VHupwlPEdu0mfbIEBNpvB0RVggYzgRKCtbjH2TQcZkwnb73e9+lwifXFbykgcEElIJkag+pId8rd0HDcEjbs9IWx2RgfyRHzsO8aM+2Fx0AQHBtuLl5T5ZsAUzlIM85fvWW29NcSI+yI8Ocfxga/lt7C+v0j/00EOT3BqD+lWG7L1Ehj7qnqcpz0rlAOWohTyrQ+WX78UXXzzpALn7Lg+IOXYe+5GNidxBtomLXP2WR7YjeZMNYolOyRe9Q1IDglr5lJ+dKV/kbLJMWLpOvv6qC3F4RjhEK7lkD37xajP0RJq53Ooiw336px6Uy728fNZzyuCv9NRtJpukKy56Qm+t0lN3yp1lxLbPS0ozPEOeCDbkp++19YZLkB+EMW9B7Z+stRXlJ0ftVptqDDnPOb/aEajH3NbVGUhD/HgJukZm4m4IeSZL6csTeWf5Kqs0tSG66jrSnZOQtOmNvPO64/1HPtq++hLO8nNtJHMT5CWctNSNPkB68i4ftfkvmHWYp0k8bL5ORIPIhJbZg29/+9vJDRpLraMyQ0HJvHjNtmg0uWP0PXf04G/uSMwEIME0HqSbhp3dbBt2ANBYI6Pg8iId+dQJaFxe3DoW12ohvAbsxe9l5gN5JmFGkB8zCRqqWaXa8orLjAvk8mrcUFve+QlOl/3K1qvF17ZfM9Zbo3rR7r1p7LbjWulU2N2rvxuvXadPW6y/Ygrj1NqvpvBrxPr14b++w1qxYOcO8a1dN4i1V6k7CrtHt66x9OILxUq96zwSnL6691fWjc3XWyHWXHnpOHjPTaLbwgvEuqv2Ss87GEP8X95q1dhuk74pT7wDpbXR2svWefEVFBQUFBQUFBTMEjA6jZVNeiPVeNexGRqDMTJj1mdGBjUwYn1yuGwAZxiLS9c9tgniATFhxQybgOdMLRkFSC+rZ4zVedsgTWphTJ/zk+0S+ZUPv3N+2RYMfRP6iBPGOOKKMY/M5PHDi4rBPzMgQHj5yb/n2DMzgryRgfSVVfkRddJAUjnYB8mVIV+WBcoT7yRLAWdEDFj6y3khx53JPmD/ZKJE+v4Ka7koImqzzTZLZE4mz8B9ZByZ8YJCAtUSsOwpHpS8I5FfPJykiwghB55IPL+ULde7v8Ioh7TkVX18EiB7yBZ5hExiL35SICIRMGxPBF9DOzMD4UX3OIeQN91SZ2Se9SbLVZnpjLLus88+ySnl4w6hoF/kzAbnIGOp6if11qKvSFNloc/aBxKpdolrY1BntfJXr+L6OAijffHERFzScTZ1hnyLj1zEScdmFxDCOAr5aOzQm1rkesoOR421F8QkOZIdfRCO3mp76kab5p3oWf1M7hd5Lqr3DM/l9Oj17JRBQR3maRJPo9PhUKq8CSPWWUPn8qnjct9LUBids+saYu58KO2MOgTPmD3SmHn8aeDWgduHrtZlFhtPqTHnDV1exV/7ovg4iAfhJm2zRGb2dEpeav421kDBPeX1t2F5xVlb3vmRtGsMyLTV+y4Vq664RDpYwsEU7dq2TnvbuQeW2dq3DnJ4e9oJ37sK375d61hhmcXSKbRDh4+Jge8MidX7LJn2uQPLZh1wYX89cS3fq1vV8bWItm1apT3x1l6lZzo8A9nXqWPb9N014dtXeSkoKCgoKCgoKJh1ML7m2QZ5fA3+8kZipGbwykFmGP/bQ864nKdVQyB6eCPZwofHW7Y3MhAxPPQQaeLidcf4Rqa4x6ZhwyCd2CW+844xiZ8JLTZG9uIBSwsRHJYu5oMwODUwxqXDOJdfZAqykueb9Ezme9aH/SROy/ayLTUjCMfWQWog0sQlzdpyAtuLRxA58+qxSsqKKHLjfOF53llItQwyV171oayZ6GwMlkUiuCxhRFIoYwY5brnllildSwQte2UPIWXcI0v5Ilf5VCYErmWHiKxMVgjDfgJ2le2UEGqZSCVjDhHqUD7Jj30ljLyRPWKUjNQlzzpkyoygzFn/yJN3FOKRzsjnJ4Vykp1yiofOKE9DqAckMnmDZ+gw5xEkIB1WDkAAC4/8YaPypvR7RkDwIKDIhW7zqLOktFZ3M9SJfJJ/1iPXeFgis8ib3qhrRNTMgARHFMs3u538pf1xUBZeatosUpO8c92DdF1D9iPZ1Lt0Pi/Eme12OgragLTVRZZxY/UnPI9Uy1zVFacdcmsIdex5/YS/9IE3ZZ480I7pnnqXLh3mMUyGub5yffCupec8BOlnY+kVzDrM0ySemRIunTpQa7Q1QHspWL7KPdjMAgW1vt3Lwx4J/rpmNuHjoLPFVNsXz0aZFNbsiIaj4emoNQiu6JdccklaW/5JOouZwUsju0BzQdbpmf3QGWrQGpf9IXROtbMECDxl0ml7WXpeef3VqZFFwezFE88PilGjx8fG6yyf9r0rKCgoKCgoKChoWjCWNmZmyLIXeFIhv+wVzYhGMrEvGKk8onjosAkYv/bGQ9bxYjG+Nv7mvYXUsXqHYW2Mzj5gIGewGXgx8ThD8PBG4xwgH0g9pJb9qTwjbc8zqhFW9tpjjH/961//iOMBYs74HtnDTpFf6dj+R3iEIi8o5UKE2EPNPnDyjWSz3BAx4Xl7sbE1LHt1n4zkQ/kRDZbrIpSUkRzkyZY8eemiVUTIGzaLcOIRJ5tEXuxTJi/sKEuYEQfykiFNjhNkg7yx756yyLs4OUSww+RRXhB1tioSRl3UOkzIo/gQLrleyZu9aM804XnNiRchg0ShA5xA8j5t5CWPYAkhIpQ9qX7tA4bUIGdLkdW3/cHIQB2z3eyhRi/ImKzJWd3ysCLTnGe2HS9MckQWyQuC0TPygESuhfDKjkRi85EFooxtS1fokzLx4KTHvCylKz1h6CtvRESue/KOtCFv4ewLh3yz8kxY16RHhuoSCeQ5ZVXHoL55edEZZRC39JTLSjbEJF0gczql3GSQZSEuJGf2/GNjI5jFqY78RVKpe3LSbuRNeVxHRCqT9qCtWuZN3q7RKXmSJt3L7TqDfMVPjnSabpKFsBl0SV0jrxDPPBHlSz7kQfvINniGPLmvHDm/4iFHf4XXZ8iPtutZ3pN0Tzuy7Zffyid8Xi6foQzqiQepeuYpqn0gXJWVzpKv/kFZ9HPaCk87bUJd2XtSHOpXfWkDyGo6Tg9yX6M+pE+e7quz/fbbL+mn8tR67BXMOjSrXgCN+33PI9DRW+bKO44iUmobytrUkdLrhLg4WwKL4dfBOdjCy4Q7tE0/KbmOmRJa7+/EFsrJ9VcnaDNKHRDoxJ3kdMABB6SZCmlhpjUGCi4djUfcNoVExFnXrnFpaD/+8Y9TI5CevNvnDtOts7ExpjAasBk05bE8GDHpRWeGIHciOgWdCALRLJi8qGr5VV4dsvLqQG0gai9AadiAVGeiI9ahWA9PfsrDdfaLAhd6Hcb1FxwX2262Zv3VgjmFi6++O/Y+7KT0MteZgzZ03rlnxSPXnxI9l2z8hLeCeRP9L7stDjrq1DS7bwCgL9P36EP0HwXzDwysvX/sk8IYAe8P7y0bPBd8NpCf5WQMhuwJwdBlGG6222Zx9GlHp2sFsw+DBw6OvdfYO/bdZ9+0v1eGcaDx4B577FF/paCpACmFZHHIw8xgTGvsixyYU0BuGJMb2/NoM8Y25meLzC5Iy4EK2aMPuWjsVjB3gwehemUvIkrnFDiSGOfZv44NilRjNyKsCpoOjB+8s3iQsuML5k3M8ySe4iHYuH36jqX20s4vTR2QzshmmGB2AgMtnOewzWYwsPCA/PIRzkwCrzsEmc4MMOXiR9S5x007u2Qj1rhMu45ZN5tiRs/MA7bady9ccUgvu7Qi28wuePEi4XgLYvXNAGHpubhm9t1MnUaLHZfHvFwWOSm8tJU3u8R7Xnnljwu88nJNNmsCubzCfZGddCHxvlgUEq+gFoXEK8goJN7sQSHxvngUEm/uQ1Mm8bRpNgF7w5ibVwyPldkJy0idNmnszy7Qf8yKZX4FXyzYj94H9Jcn3JwCPXJggZVe7FAeXA09AQu+ePDSpSOcePQzBfMm5vk1fYgr69e5SXPv5SZaO+uF/OLu654PQi0TYtb283TLBB5wXzbzgcADnn3cofPz2U0130PWuY74QLZJS5w887j1yg8CD7i2cp/N6XnRMoh5y2WXbdBh5/JonDm/4Fn3GNbyiryrfV6eeATm/HreYALy5qWZwINc3jLLUlBQUFBQUFBQUPDpYdyf7Q02wewm8CAvJZUmW6UQePMGOIWw7+YkgQdsSHYmfbJkuBB4TRPsenZ7IfDmbZSNueYSIAYRgpb5mpWvJfUKCgoKCgoKCgoKCmY97EllaxweLp8FVsRYaWMvtDkN3lMOtbDapuHiKyt37A9mg3x7bNknmzejlUDCWonjmm16LKXk2ePQAqtjrFYSRrz2iuNp+ElAjvYoJ498UMHnhfzL98cdvPFJIV9k9knLVFBQUDCnUUi8uQRmzw477LC0tx9mvZB4BQUFBQUFBQUFBbMHSCofhxDYLgIhVnt9ZqgNY+seh0MgxCDfaxhHw2sNwzW8Dw2v5d/52pgxY9IScNvt1IZz3SERiDqkGqIOwfaPf/wjbeCPnGNzOMXVfty2z0DWuZbLguzLe6TNiJCrzQsi0F5umSjMyGFyuIa/obFr4Letg37729+mPOdrOdyMnqm9VhsWkHfKjcgrKCgoaIooJF5BQUFBQUFBQUFBQUE97Pv1s5/9LB1kd//996drDoiwB+zuu+8+/eA6Jzi6z0vNYXkOq/OsQ+Tsm+ivvbEzhDv99NPTKaUOBRg0aFA67A4J5WRb+8s66RZh5nC9E088Me0J7dRH+/jJj33ueJ/xiJMXe/zZ0xpRd9RRR6Vw4ke+Iczuu+++lO9MnCGrhJeGEyct8/3JT36SPk7qdB2JpXzy7+RQJ7nmk3mVy17jTuK0x5+teBzUUQuknnTlXXiEIfLvwgsvTPt1OUXVvmqg7PJ83HHHpTROO+20lH97L/st3w7Zc80pr+JCqPIeFL89WeUDISmccjgY8De/+U3az9KpvfZ0tn858pHMnPRr/1bPOLjv+OOPT6fjOi3V0mdlvuuuu5K3YkFBQUFTQyHxCgoKCgoKCgoKCgoKKvCcc5Ac8uiHP/xhOsiEF5mD7JBi3/ve99LhcZdffnlawskTbejQoWlpqpUzvM0QZcIh6Xi55aW4iCEEmIN/hEXOIcOQTIgjhxXwjHPNKaQOn1tzzTVTnPbSc/gcEssBHog1RKA9tvv3758OO5CW/bQdOIRUtDfWqquumn7nPfGUz7JYK3sceOHwPPuFIxgdhoGocxCfPfXsu2b/voEDB6atfYRx6J57yu0+clPatd54yDeE3c477xxf+tKXUv7t5WZrIOUkvwzyQOgh1hz+YdkxspLclUte5Rk5t84666QykrXTfr/xjW+kOO0DJh+IPfndcccdE8npsEAkJY9B8b722mtpZdOuu+4aN9xwQ5LznXfemcqBJFTHymXrIs8iOwsKCgqaGgqJV1BQUFBQUFBQUFBQUAFhhPBxmmvfvn0TSYRkQvjwAENQIeWQbIgpRB0Sy3JOBw4gmCzJdE04JBWCyXdedggsRJvD7V5//fX48MMP04F5+TC6Dz74IJGDiDV5QOTxXHM4BcIN0eaUUMQiT7KcF3lD2vGmQ3bxTgMElcPrMpQPOVV7DTln2bCyIQt5o+WD85TdM2QhfXsEyteAAQOSp9of/vCHOOmkk9I+eYDMs+ed8jsEAYlnyStiUDkQZA5JyEDAISId8IdAI1PycbAe0s0he9JVJ9LgUUduykdetYd2iFv5fTp37pwITN/JVDzCygtvQM+TmXIqs7iQmuJWfnlV5wUFBQVNDYXEKygoKCgoKCgoKCgoqMCLDmmVSSx/7UWdPdUQXdlzC8GHWEI+CYOAQjIhrBBsvN2QdUihHC8Ii7wCpBeizCenmfdny2FyeGHckxf72iEQEWI80njQ5XjyczmeWogrhwV5uvjii5MX2qGHHprIOmSW+MHSXeERZe5bvkoO3bt3T/d5FYqjlvBCLPrkPOdrM4Jw8prDyCNZuGZvOvlDPJKrtIRzT9zC5TQ857u/IF7fhfW8Pf14EiIfs4wg17FrOW6/c30VFBQUNCUUEq+goKCgoKCgoKCgoKACQscSVnvd8Saz1xyPLd5gCy20UOy0007Rp0+f5HmHtEPoORAie3J5lteXvdgWXXTR5AWGFBIvDzZLU3mzWSZqLznP82rzyUtVXZsREE2884Tj5cbTDOGGbGsIhJaPpcF5uavflpzyRJMvHniPPvpo7LLLLileBOFKK62U/sqjPfiQlZbTAo84Zee9Jk5LicWTveuQXzwC5c++eJYQyzNPu5nB82ussUYiP+3LJ23kIc+4Hj16xJ577pnkystR/Dzt1JG8f5KTaRF39if82te+lohKefZB2iFh7QHIu5FskHfI2GWXXbb+6YKCgoKmg0LiFRQUFBQUFBQUFBQUVEAm7bDDDom0ctiEv8gcSzGRPw6P4BmGtBPWklHLQZFawDMNyeVgBmQUkg0xZPnq1ltvnZbTnnDCCWlJ7He+851EdiG+fv7zn6dlsQ6CWGqppRJRJW1kle+IMHvi8YBba6210vJbe/Y5XMO+b4sttlgiFT2DMOzVq1fa161fv35pr7h8eqt7ymHZL486h1jYi+5Pf/pT7L///omQRD5ut9128dOf/jSVwR5yCEpwUq3DLBCZynbFFVek8vkNypJJTF57Z599dionEk+4vPQ1I+fTcw7aQNiRD1KT559rPA4dfIH0JD/xONTCQSL2KZQeObknjHohM3lGBEpDHSmXwzosqUUYIjeRlU7kPfnkk1O5LEXm8UdenikoKChoamg2zRREQUETh81pvayvv+C42HazNeuvFswpXHz13bH3YSeljZfzINXg9Lxzz4pHrj8lei75331VCuZ99L/stjjoqFOnD+SdeudEPRtH28emYP7BI488kjZMZ6gdfPDB6ZoT/3hKMGQLPhvIjzF9zjnnpD2egEcQL57Ndtssjj7t6HStYPZh8MDBsfcae8e+++ybTrjMOOWUU9KG+4iWgqYFZI4DH37/+9/XX2kcTnN1GqpDJGYG7ZBHFvLMBzHkt+tADxBPPLlc8zuDF5frvN4speWx5rfvvPoQR4Bw0s55kyGXEFzCeI5XmPtMNeF9F4ePvIhTOjkeeZEPJF5+HoklvOdzfgF552AInncbbbTRR5aNKmte/su7T1ziyc+KK8tE3NLMz9TC8/IAnhdG2UH+M8Qn7nwty8e1nK5yKi8CEpQRxC9e94TNe9y55p48eV587uc6zfKzxPaII45IBB5ZuC689xjy75vf/GYqf0FBQUFTQumVCgoKCgoKCgoKCgoKaoAAQuQgfzLBhCByzQfZAwijWgIPPCMMcg0J5LlMcokrx+EeLzpLPC3VFY/4xJ3v+y0e8B2B5b7vtfG4Jt1MOonL95xezi/w/uNt6F4uZ/6IQ1jP+p0JwgzpSxv8lU5DAg88k+PM4aWXZZkhvtprOb85/+KRB9ek4+Najl9+c1j3clpZlq4LA7ms0nSN1x8vQR58+Tpikrejk3U9W1BQUNDUUHqmgoKCgoKCgoKCgoKCLwA8Ai2zzV5mcwqW7FoiPD/DCcCWCiNQM5B79ge0PLegoKCgKaKQeAUFBQUFBQUFBQUFBQUFBQUFBU0chcQrKCgoKCgoKCgoKCgoKCgoKCho4igkXkFBQUFBQUFBQUFBQQUHMszoMzswu+JtDDmtj0tzZvfnZH5nFWZ3nmvj9z1/mgo+aV5q854/GY3d8/k4fJIwnwezO/4ZYVanO7P45lQZPy6dfH9O5Wdm+KR5nRGaQhk+DwqJV1BQUFBQUFBQUFBQUOGf//xn7LPPPvHVr341fZxEfMwxx8QFF1wQf/zjH9OJrbMKzz33XPTv3z8++OCD+iuzD08//XT84Q9/iFtvvTVOPPHEGDVqVP2dj+K+++6Lv/3tbzFmzJj6K//FoEGD4re//W36Oyvw8MMPx4UXXphOy51dcGLx6aefPv2k3FkN+nDFFVfEM888Ew899FB8+9vfTjpz2GGHpfLNTjiR+R//+EeMGDGi/sr/wmm8t9xyS8rjx0Fd2A9Q/nfffff45S9/Ge+8804MGzYsfvOb36QDWNzzOeGEE1K8V1111fQTmxti9OjR8Ytf/CLuueeedGDIzEDv6OeM9LIx5PifeuqpdNrwnMKQIUPSCcazqn7V33nnnRe33357/ZX/gn45cfuJJ55Icrz44otj5MiR9XdnLeSBnjRWn/T7r3/9a7zxxhupL3zwwQfr78x5OK363//+dzphuzHQC3m87rrr6q/8F/TwzjvvTH353IxC4hUUzAeYNmlSTB1ZvRQ/5gU6z2LatJhaDQqmTZxYf2H+w7Rx4ysZjE6yKKjBlMkxbcSQiImND0DnCVQD27oyjq+/MJ9B+Yd/OP+Wf3ai6k+aV/1K8zGzxzieJzFhXNUeh1Z6OZ++j+cCOLUVeeHQh44dO8bPf/7zOPjgg5Oh/eSTT8YLL7yQyLdMcjHon3322XjxxReT8ej6gAED0u/3338/GZyeYQT7XYtu3brF6quvntIZOHBgItpeeeWVmFSN22qB5JKG+wx4hr1wr7/+eromD9KTDrKKl8l7772X7uX7iBj3kTLyUuuJggB5++23U9jnn38+xeXa4MGD0zXhfWfA33///fHqq68mQz/nWd4aEgvImNr0pecZ+RYf4nKJJZaIVVddNZ0kK385/MRqvEaOr732Wsqz+DPRiZRqKE/P5jqoJeukJz6EgzyQq7pxLROROT7X5E19ffjhh0m2L730UpJHrmPlb1g3dEJ4ZXn00UdjkUUWiZ/+9Kdx9NFHR9++fetD1REPZCx9cb377rv1dyLlW/rukzui4c0330zX3nrrrZRHaZB7zpOyCe+a+w3ll+GE3mWXXTZWXHHFJC9lkL54GhK1yt+nT59EjB133HEpnnPOOSfJ3rM77bRTIoB99t9//1hvvfXigQceSPlpzLOJrMgn1zmZK5sykSnQIXELJ66sKxnk5FnlotOgjnMZHnnkkem6mYlC6dG/3Aay/qoDOpV1QFvI8va8a8K5Rp/99sk65ZqyIg39JfNafNL0yFX+XZPX3J7lgTzUpzyRy8svv5yIaGVdfPHFo1+/fqm91OZPfLW/hw4d+hEZ1up9lpNruczSlC9pqBvlkFdQ9/TMPW2fHtJrJzqLR75zvOA5uksG9JoMGku/FvrWXMfSotviyXHT8Sw38shhG04mSEua7vvQHWmrK+HlQR/9+OOPJ9KYrnkm39fmhZ8b0KJ6Sf2y/ntBQZOFxnXppZfG3rtsHsv27FF/dfZiatWhTB0+Ipo71n8uPmIegTfhiadi/F33RLN27aPFgl0/dXmee+nNuOL6++Ob3/xmLLPMMunazTffHE8+8VgcvPf20aVzx3StSaJ6iU1+590Ye92NMbV62bZcrFs0a9Wq/ub8gWnV4GPc3ffExKeejuYLLRjNO1X11axZ/d1Pj6eefz2uueXh+Na3vhVLL710GsxcffXVsffee6eX+lyDadXA7dmHYvK15yd5NO9W5b0a7M5TqAY9Uwe9HJOvOCsRWc169Kz0v039zc8Pg6x//etfyehdc80107XHHnssDdBWW2219PsLxdQpMXXgK1X5z4xpI4dFs+7K37r+ZtMF+f3nP/+Jr3zlK9GhQ4d0jUFy5plnRs++PWOjHTdK175QVH1ry/fej06XXRWtXns9Ji+1ZExrU+nW5+hbmhJGjxgdV5x5Ray2ymqx3Xbb1V+N5GnTqnqHrLzyyvVXPjmmjR8bU+69Nqbcc3U067JwNOu6SCWvMp8+q5ANYCe9zgzeV8gHBFpjYCAvsMACyRBlBPJIclIpw48Hh2vGpE40RdiceuqpccMNN6R7jE+E249+9KNkTIoHscNbiteUPCKt2hlbVmAU82SSJi8XZJNwPXv2TPlrXo3XGJW8Rq688srk+eQ38uX//u//ksGrD2aA8uIRV9euXVP8nhFe3uRZfMhHcTNmETJttNkKfvO0uuuuu5LhLF2n5p5yyilx4403pjwZiyvbTTfdFIsttlg6xfXkk09OxjCPl2ZV28/9PmNbfv/yl7+kvDG83ZNHHjLIGgYzksJ3Y8u///3vyctIeuTmHjkyxpWD7DbYYINUf2effXbKKyO8e/fuydNOn3nbbbelU36RVv4iI3jsyMNKK62U5KC+7r777kT+qAv5l091oRzkpLz6W8QFjyt5vfbaaxOZgsBwqi2oC3VLn5TB88gb9dm6devo1atXCgf04fjjj09x60eMnRC48sG7UZ4QO/oW6QlLH1xXZ8on7wiNa665Jukfcgmpgngjk0suuSTJjw7IDwJPHl1X9zzH6Bl5yGunTp0SuZdBh+n6Nttsk+Tqu3KTk/qnE+uss06KXx3RH4QTAk6YhicsI0i0FUSWsmgLxo2nnXZaIsDWWGONRBaqW/IXz0YbbZTC0EFlo2O8R9U70sZYQ50qB/2nH8ael19+eay77rpJR7///e+na9oGWdEVRO2CCy4YP/7xj9M45frrr0/1Kz6ykSfl187pijTOPffcdA2BpC779++fZKme5M2zdA1yXsmrNj1evOKUnralzNrBSSedlK5rJ+pAG5R39bLWWmuld762Ii3x0alMEkpT/uRH/qRDj+ksvSLPtddeO9UHMk86v/vd75L86ZP06Bgyli7y8EMOkov3m/Di23LLLVMa2p++VTi6qA8wNtEP/frXv055EDf9QPpqE34rG+KRbJQ3p68NybM+Q19Br7V98WhjvXv3Tn2POuWBSPdNqsgXGZOBdqBONtxwwyR/eqiuswzoygorrJDyTVf0M2RrwkRd6JPWX3/9pFs8EJXNd2XQrzd1lJFDQUEjmFp1omNvuiVGX3JZTHx5QDKE50pUhuCEJ5+KsdffGOMffjTGXn1tTHrl1bm3PJ8WCLx3B8fYa2+I8Y88FmNvuS3G33t/ZUjNPx45dQTevTHu9rti/AMPJV2YUslkvkelG1Oevj8mXfq3mHz/DTHpstNjyqN3VCPyechbsyrj1EGv1Jfxxph09T9iyl1XV6Pq+cRratrUROBNuuSvMfmBm2LSf86JKfdckzyhCj4/WnzwYSLwOtx0W3S85obodMXV0YLHd0HjmDg+puhrrj43Jt9zXWqXU197PrXTgrkHSy21VDLKd9xxx2RYI0V4wCAiDjjggGSgMo4ZlMIxCF377ne/m4xoxCBDNoOBnb1wGLOImO9973vJYGfgAmIQAYLQQjQwTBEznrWs0dJfhMFPfvKT2HTTTRMRIk5kCwLq0EMPTUSHZxqDvDJwQfqMYmn7bLvttmlpLU9EhAejFznw5S9/ORFAe+65Z8oTQhAZkIGMYGgrN6MbQcCjB6GIFLVsUjmEQ/QgKhApyLijjjoqLesUXt4sTz3yyCMT2YVIstzPNYY5wovxjTj785//HPvtt19KI3vtIRCQ8MqkLhBcJp0QnGSMHGDUH3vssakcvOmUk7cOktKS0eWWWy6RZYg2QB5kmMji9eQ5euA3wgdBgIRAimSoL8SkJdq/+tWvkvcRMgfpId/qyrPyj/xYfvnl07VFF100kZPkJK9k8fWvfz0RVOpZvOQn32eccUb88Ic/TEvCs6cbkCM9MkHUo0ePVC6EKL2akV4AQhPZJm3lRGrRQ/mnZ6AOfJdGY6BHSE5167v2QL70HaSPFN1tt91is802S2Qv8hGki5RHstILpB29QtbQ9+985zuJzFQmhCMdIgsEHoIHCaVeycQ9ZBK5c0rQZpVJ20PM0W367xnl0SboPn8nOkdWdFB7+tnPfpbqqhbKs9VWW6X01BFdlR69MOktHr/1D+pRG1C/yN7saabO6aXfSD1k/EEHHZSIvy996UupzZGJPkReEFZINPqu/o844ohElokHGQfkq+zkgSjXX8grMhmJrH2qZ20hQ11KJ39H2GlHZENv1KO2S89ymRH75IR87NKlS5Kd+OUV+YZUJl/p57yB+OVNe0ZcI9/oB71T9+REDuSvnrRfEw7IxFqoS+QcPRIPndI2EM7qWvy+Ix533nnn1I8piz5CfOSgfWjDcwMKiVdQ0ACJwLv19kR4THzplRh7zXUx8cWX57qB9jQd8GOPx9jrb4op79UtN5g0cFCMUZ6qXHNbeT41qvIlAu+a62PCM88mQtNy0rG33Rnj7rw7plWDmXkdicC7575E4KXlxJVOTHz62Rhz7fXJO3G+xZTJMeWZauB62RmVEf1c0pWp774Rk644M6Y8ens1opg7XOlnimowOHXgy4komPLU/fXLhj+MSdeeF5NvvbQaGc/jRJbyv1lf/qquU/mHV+W/+h9V+S8rRN7nQdVeWlTvlAX+fWm0v/3uaFYZCJbTtr/1juh4xdXRvBB5/4tK3ybffXVMuurvMe3DwZV+TokpLzwWky45LaYOeGbefx/PQ2AEIgv8RewgjxiXjGdGIE8ZRiwPGOQCo50nCAIvE1GM+lrwOEKEIIKQcgxjRrPrwNuJ4YtEQooxcJEAjH0EDwNXfhjRjGeGKyOZ9xPywH5a8jEjMFyRI9m7DrmGLFAG5B8Cj5GrXBnyJg2eKwgonjcIpQz5QCgimuQZkcB4Zvy7R4Y8jRnayAvkJqLBPnLkSGbCK5+ykaVwPOn85Snj2uabb57IBsSNZ3n0IEkyAVELckMQIDLkiccPw185kRBIWCQAKB9PId5mZIGAIGeESy3pJY/CIp3UCQ8wdf2DH/wgkQxWrdRC2ZEG4lXf8q1MmWyVJ4QMrz31oD54pak/5fassiNpkBw+6o/nlbrKpCn55SWgDYHwojvkSk4zI/HEnb3rPINg46WHbBMPqEvkJFKnMXheWZRZWZRvZmnWQlm1rwMPPDARh9LwvLLxFESq0wN58B1ZRA7IH/VBpxC+lsSrK5AfslcebYsM1IFr5L399tuncvPm0q4RQNo5GYO0tM+G3tjiUp/SsxyZvgHdELdn6I/2CYgm7ZOnWYb0ydfkgPSUXzlqQQ/IW1tSdrJFDPNUQwgffvjh6V5OR3l5KJIZAp23m/vaPLIz67dltBm575kZkKH0TBz0Wv9BToCUU1bXpWVCgTz0b9JXJteBfPQdZK2PzCQ5eSEXyUQ/oW9V99lDFLleC/mRBpnRNd6G0vD505/+lHSo4Z6DZKSuEaEIYbo2t6CQeAUFNZg6bHidt9b9D8a08ROSITjpjTdj7HU3xKSXXvY2qw/ZtJGW0D7+RIy94ebpBF6C8rz+Roy99vqqPK/MNeX51Kg6ZQTemP9cGxOffe6/5ayuT60Gz+PuuCvG331vTKsZcM5rmDZ2XCIrM4GXgcib8PSzaXnx5LffTTKZr4DAe/bhmHRpZTy//sJ/y0833nk9Jl15dp1H3ty8R17VzpMH3sWnxpSn70tlTqjKOG3YhzHp+gti8h1XVPpfN8Cc56D8A1+qL38dgZmQyl8ZD9f3r8p/ZVX+/920veBjUMmwxfsfxAL/viza3/tgIvAy7I3X4aZb6zzyhs94k/X5DpnAu+b8mPZhzeSJvuj5qi+67G91RF7ZI2+uBGORRwevIEvTLNXLy+uAIcqAZ9gjwpBFeflXBiNTPLyDEEAMVGRf9lRynxcZ76lvfOMbyeONQTsjMPKRADyWxMczhTE9I4if4YvMkCaCgNdWJkTs7cb4riUThM1Le5WLhw5jO4Nhbskc8kTZeZaJE3je+CDU8jVGujLyVkJWKityoCEQEson3Uy+kB1yiTedOkCOILsaAsmCALD1hzSQXQ5xOP/885Onk7pTl58GmexEBpCjcmQCFunXkAwh30ycIRwQYchC9arMvPcQMggppCmCATmBEBF/flYdKQ8iKqdLBuSXZUDvPg/ImUch4k051S858bxCGCFYQZ7oRkOyqRbKquxIR3HRt9p6nBF4uyorcoeMPOtDxuSD1ENOyRsyizeaZbkIHLqLxEOo7rvvvumZGcHz2VMR+U3eWX8RPD70UziEU24ntUDG8YiVV+TcjNKTXwcyIAvFj5CtBa9FeecRJs3GIB/ySn70A3nG21V8yOjLLrtsulzpIP045JBDkm7oO9QrOaoX9UCO9CmH1weJH0w6CNMQ9Fu/In3yEJc4Gup8Th9JLX15RXbm+JGVvADlDxGfyeGGUOacnrpCwNeCvOmg/LqP+NbPmGDgcad9ayO1EIdJE57VvDVrl5Y3dRQSr6CgHvbAG3vzrckDzyEA01G9mCe99nqMueb6mPjy3EF8OcRiSmVotawGMc2qF1EtmlWdYPOqc0ZyzZPLSqv64mWGwJv0/AuJtGoI8hl7823JS4232ryG5IF3193V595EWv4PKh2uW2Z9Q51HXiWz+QL2wHuuMpovPz2mvv58pQgN2nIlh6lvvVrnkff4XXPn0tpqoGUPvERgPfswa6n+Rsa0Oo+0a/4RU+64qtKVecxrKu2Bp/x/TXU9ncCbjnoiz9LiO5V/HiUyZweq9mEPvAUuujza3/tANGvk/cEjr+MNt0TH/1xXR+TNL33LDGAPvMn3XBOTrkXgNbJEp2qv9uW0nH/qq8/+b59U0OTBG4eBi1izVNOeS9njB5BJPLIQC/aRYrzzJqkFQ5PRbmmceJAEjOi8pPD/2bsLALuKqw/gJy4kkEBwd2ub4G7BoUVLixWpQIsVdy2lFChtKfYhRYI7FC9SoLi7u0OwhLh+7zfZIS+vm2Q32ZDNZv7wsu/dO3fkzJm5c/5zZoYxapmke5b+MWSRDOMDQonh7DlkHm8ZRvr4yBIedcgrnjm81BAnDGFGtrIgFMWhnNlzhccKQxnRoGzZA5ExD8gaXnj2MbM0EeGDVEIIWRrK88yyPyScciIylIkM7aHGw68+4oCBb/83+45ZnsnDBoknrOWPlvNZXlvthYasQLggD6TDwwoBKX+ZsPEXCYOIIP9MMEwMvNmQaMgAH3GqR8QA2SA3q6Ee7FtouTAygkebZYo88Cxv7NOnT/KIsi8cjyUEIzLWfnPqCflhnzSkR+/evb/TE+QDMpGOWXJIxvXJryFQX0ggZVB/8sjja3xAnKkT+iWvZFgNRJP91SzFpWN0DeFGn8mB7MkbAaRt8KTM8vfXsmCEsuWl6gbpyctTfMqqXtWBdsajk47w4Mr1og3wbCQfz9eCXJGS9NjeaJZa03PxWLarvnhoihMJTDbSlZ9q1JdetR5mqBf50JbJBYSTJiCjyFtZtBfxko261y7Fi2AUjucdT0Htlq7of+g3klQ40CZz2eSNvuuX7OenzVjiqo3TOZCestJD/ZV2IQ55kD6i0m+6z2uQt2neh069ZDIwQz9Rnb77yLZM9im3MMqHdCUb6WR5ZKh36dFx7YROVEPd2EuQzmqH+lRxSY+OCU/OPtI3iSBN7YcO0139nXbZ0PY/NVEOtiiYJjClD7ZIS2gReI89MS6BVwVeerza2vToEW1mmVkvV3en+aF1507RfrFFo/0Si8XQx59MXlkZDnaYac/do90iC/0PwTc+TEsHW/CgHPbCS6muEJajB1QG0zUDmdaVF1+bueZMBEfrykuhjRnqZlyfjQHvwrSE9j888CZMUIyyPKP/t9G2Iot02EUDMU0ebMHweP6RGH7d/1WMZUtoxz+4Hf3tNzH6w7fSxvPT2mEXSLlRT90foz//sKL/nVNZavW/1Yzdo/VclXY8Yli0nnWeus31J03/GSkGS83lYAuk3Kin/lMp/8eV8ncaT/lnjtZzL1gp//BoPdvklX9KgfwYac3pYItWlf6y47MvRPvX34zRM3ROnnetaga6oyvvnuGMDmTqTDPGyNlnq3S40+Z88WQfbDF8aIx86Pa0F+PoLz+tCGd8hGaryv1PYnTfjyt6WXkvN0N9nFbAowPZNLkHW0A2nBFPNlln6PE8QRQYB/EKsXzMMjUGsXRd49nlPgIge+4gWJBcjEe6ZGlZhniFZXwiOxjOCBvGsGdBukgwxIBrvEa8axm10mCQyicihYHuvSw+RjzyCgkjDwx/4RAoPL1s3s+QVlZxucfY1Zcrlz3CxKfvYeCLg94LK2775SFuGMr26yIPJJl78sn7BlGhjNtvv/13spMnz3nGe4L8xCt/PISQcryuxKfc0tUPIuPkjXzIm7zsxSdvlu9l7yJ1QKYZ2UMM+YkEkDaC035d9sZi/DPcebXRnZxPH3VP/spF5uLyPZNa5IOAQLiQuTCIKjKRFhlmKDciAcGCfONxp/7UA/Iqk3rqXtrSFRc5895ErolDWeXR6bBZR8lPPJnkJT/1pG6RIdW67ON55ZVf8akj0LchlZEZPsgtnnfyog54mSJvMsSNSFpjjTVSeohIdeY7SF9+pIGMo7vKonzKLD3tgexcywSSuqebvvuL1CErYYUTng7QMbrKQ1A9qnfxK586km/6izika/KhDOSlPOpBe6BTCDh5Mp5RB9oTnSIn41vpWsKpnhBx9oX0rPKBMtP7nB79qk5PPMLSn1zn8ist+VUvwgqDKONZp5xZhsYF0vO8e8IKR1a83NSv+lfXlt/TM8+qW3I0XpOm9Mgs17tyI5v1TZ4Vv3TVjWfoAPlmopjc5IN8lJO+kIlwvAvJQFn0Q9qHfGq3yFbp03HPZZJRm1U+uq2O8iExdFOa5Ep28qX+tXt9qXaf+w9QVmG0Rx8kt3SFUUZpKKe8yTsiUt7c1x+QI12Xbta/5oxWlcY3fU+TFkwTMOthOcDlZx4cG6y1bN3VpgGvpUH/eSCGPPRI2ietW7v6G+3AEaNiRKvW0Xb++aLzJhtGu4XGnjjVXJG8zM46O0Z+MXZz20rPFG32+G2DCTy48Y5H4jcH/SPNXOZZRe7iF11wbjxx22mxwLzjHwh/76i85Eb16x+jK39HvP9BDLjqmv8hs9otvFDMsOXm0bpiZCbPxC7jd7Gf1sDz0MEVoyqDL4TmgCuvTvKoRac1V4/2y/SMVpWXaJs5Ky+rOqKgIehz7T0VfTg97S1h4Gb2z14TZgCrB6zNCpVXHSN5VN+P0vcR/75yzLLZGrSea8Fot8P+FSVpH61nnTtazVYZHFQGBtMMKvU/+pu+yQNt5BsvxPCL/xyjB9bsv7TUCtH+53tHq24VI6TjDNGq6/iXWU0MZm8N2uxDZN8k4GFhAGX5yveOEcOTp2Eq/+vPxfA+J1XKP663YZulV4p2P98zWs00+eWfUiA/BhrjyEAcGHOMgrW3WTsOOfOQdO17RcVoafPV14nMa/vhx9HtnAui7afjLukbMc/c8c3uu8aIyntmdMcOMbLbTHV3pj18+v6nscOyO8QuO+6SNszPsNyNQWF54QRR0cFRH78bo/tV3r8VvRx2ySkx+pP36m6ORZvl14m2G2wbrdq0HXN6NL0smCQgEHg02QNuQrDczL5R41uqVlDQGCAInKyJVECujA8IF15e9A9R0RggBS0LRFTzv9EHNQfwsHJQhfe/PJrkIIe81Lag8bAE3uS4Ax2qyeiCgmoUEq9gmgCPBJtxdpuxU3SuGAZNCU2At9boYUOja9vWcdEKc8S8ncY9Ih3+8eY3cen7FWO4YtC37tKlUSTY1MKMbVvFPxfpGPN0GEtMvjZwRPzuneExeGTD3ewHDxkW/QcOTSSNGRTIJF6f0w6MuedofkaHjq3thx9Gjztvi9aDxt37ath888fX624Qo+pmZ1sqEHlzXHNFtPn2f5dM9l9rnRj4o0nzlPrXXY/F8X+/ctoi8Wow7MITY8RdV9X9GovWCy8dHY++MJF40zQq/drIl56IYf84qNK/jbs/WZtl1oz2vz5qjMfPZKLZkXgZyv/iY5XyH/w/JGabZdeulP/I5GnZXDEhEm+ZdZeJXQ/dNV2bWuj8ySfxo2uuik6fj7sscOAcc8SL224Xg3o0X9k2FJ9/9Hkcsf0R8atdfjUOiUfXeZTwjmkoRg8bEvNddkK0++Sduitj0X/FjeOL9Xao+1UwOdAf8Ryx79KEUEi8gqYEO4InEi8mnl/jA4+lvCdc9rJsKKRhmap3Aw8zXkfNAbz1lCsvaUbkIRibuxdTcwavXV53hcArmBAKiVcwTYA7s82AudpOSXRtE7Hvt8/HLKP+d0ntTe3mif90mLY6VOXZr1KemavK81GrTvH3TkvF8NaNWyJo6YXNibl8g1OibGbcujKOaI6OSrK0QveOcfoPusWs7cct63+/HBKHvPJNfDq0Ze8/NHOl3P9aYdaYq+P/1vWxr30TfT6ctI39R1VeG126zJhIO67tSDxGkU1hudhPC1j62dtj/refqvs1Fv26zxWPrr1LjGw1rQ9AR0f3T9+JZZ+4PjoMH7c/6zvnovHCMpvGkI6TT2JbemWD8LPOOquQeE2ICZF4X371ZbTvMHVJ5iW7to8zl+4WC3Ued8LrlW+HxV4vfRNvDfrfvUinRQwZNCSRPdUknr2mrrjiimRUNxQdKi+kX3/5ZMw94n+3OHigw5xxx0zTRr/Z3JGXeFpOOSEUEq+goKCgYFpGIfEKCqowekD/+HK/zWPkp+/XXRmLLrscEjNsPcZInVYwakC/+GrfSnk++6DuSmWQu+ASMfMp10arDuOfLWwIbAZau3lwc8Ps/T+NNV+6MzoMHZes+nTm+eLhxdeJQR1azjLa+tB51PDY+ImrotPg/11O++Sia8Src49/2cfEYH8N+2fYj8T+Qowi3inTCk78wSyxy/wz1v0ai2f7DY0tHvkkho6ctl+NrVu1itVm6RjnLDNbdG8/LiF59+eD46AXvohPhzQN0cIrwKbrW2+9dfptk2RLi+wBM9VQGdrMP6hvbPHpk9E5xiXr3+g8e9w+649iYNvGeUJ8n7DnC68iRHkm8ewJhDC3j8vURveBX8XqL94eMw0e18uz/4yzxn1LrBf9O4/dM2lah72A1llnnbpfkwaeeF8d/LMYYT/OGnTefNfo+usj634VfB9oChKP15H9zeyFZm83ez81Z+g/END2/rLf1NQE2Vn2bBmqfeG+bzB9HZ5go317Y9nbrDksT+WwYHN9+5HZd5psmuuyVOM9W+xYnWP/MHBoh2v2IZuQjql3B0PkvR3Bs5bDm6jKzgL1wb5qZGMvxLzvXlND2RyQYr9EY9zJgfe4+OwX1xgdIyMHm5ClveUaA+MHYwd7v01oeTew5d566620R57DatRlQ5d688K0Us7+fvrSvK9iQ8CrlA1pP7symTJpKCReQUEVConXsjDspSei35/3ilH2yKpC+16rxYy/Pzna9Bgz8GipGNX/6/jq9z+JkV98UndlLLrudnR0/snOdb8mDwYb9noZ38l3zRHz3H9ldHvm3rpfYzFkzgXjja0OiFYtYDlt149ej/lvP68y0hqXxO2/wA/j4/V+ESO6NM1ecJYPMYRsGgw2ZnfS11SF8n/4Wsx/x/n/U/5+C/4oPl53xxjZROWfUrDcatVVV202y6aqMeLdV+ObP+8dIz96u+7KGLRdYPGY6ZAzou08U5ckaG4oJF7zQkNIPGQ5IxUsf+Tllzf8R0IxyJ2sihxzIIPw3oHCOfzAcrj8vPCu5UMDGLDMLxvEI/+E83zeNL56KWJOT3zyIQ1h9Qs25ffXEkbXGdE+lnVKQ3iw0b5rTmu0mb18CCcd5bAUVH7kRfry6BnQv1cv/ZS2+4gCz7iX3/3S40UsT57zXd59z3G65xknyzq0zgm14qk+LAHyCafSkS95lU7Oj3jzCZbyrEzkIH/KRt5+ywO5ZlmA60gaJ44ecsghaTN81+QtxyV+eSB319wTl++5bi0h9Vce5U8a1XVXrS+uC5+vZdkpT4ZllHRKOY888sh08m41CZPT9Ve9qVO/lRlcU3aT6/Irrdr6UwbPyzMoj7zRAX+FVX6/q+9Lh75luYvfSaLyl/NhtZT6dIgJci/XT9b9DIcv8Nx3qqrn3Zcf8TloQJriUxbpuO8vWI5svInsUw758Vc5xaHMxiL+kqP03Sd78eW2AvKdiTXxgrS1k4MPPjj+8Y9/pLadQc7yBcrjWb/Jxz3XPC+vdF26DmV0Cup+++2XdFw4H2Vy3/P0xrXsFKEOyPKEE05IKxqQZGSvLPIvDd89q5y1euTwiKOOOioRh/ZuFbfnlN+z/oJn7TmPULcljtN+EX8OMRSGzEA9ymt1+cBhEPvuu2+qa0S4e1km2px8+e458ZFJ1nsyc1APhwD1IExu67l85CHvuf2675o6z3WX61Oe/G7ukylNiULiFRRUoZB4LQuFxPt+SLxpEd+efUwMuu3Sul9j0W7RH0X3k65qESTesOcfiX4n7R2jnNBahQ4rrBMz7vWnaD1zC954Wvmfe3hM+Wv2BOyw0nox4x5/rJR/8vcEnF5RSLzGoZB4zQsTI/EYiYxvy6YZkTyinE6JZLBdAIPfCZgMUITCHnvsEZdccknyumFIMogZqkgKJ0Y6RZPn0K677po8rXjU8jwSx3bbbRfnn39+epbx6lnXGbmA7EI28caRb9509qMV1t7EyAye0A4YYAjzHGK8I6nc51nDoHdaKS8pp0IqG6MXQcHIt5E+okEatkpBYvCoRuTYMmOvvfb6zuvJIQaeR3CRA4KBce556SmrbRY888wzz8Ttt98ehx9+ePIqIiNmp60CTPTceOON352oivzhgabcjHJ5QhLwmOPtzTvLyefKKx1p2NIFSeC0TcQRD3D5Uy6/xU+uyBOkjOvKLV9HHHFEOiTCISgMf+VFcFlhIH95Gx/bGPDE5cFIH44//vjkWeWAimOOOSaVyWEOiCN1l/eNpkPSttUEEsRv+mDS0zNkS/8OOuigVJeATFHX4uepts8++6RnwPN0h/65z0OYPvEmvP/++1PdqytkigMRyBEhyMMKgYQEArpDN+SJnHmRCrP//vunOlZWRO8ZZ5yR6tUJu07sVA6kEpAdHVUfttlxCAMyiBzVGWJUOyAjcYhTuEykqm96b/IP4eQUUfm49NJL01L4N998M+kYogZxI//ZOwzxo15++tOfRp8+fVKadM8ppoimJ598MpVFO5A+Ty/3HY6oHV933XVJxvSGTtEzOmZbEHWjndILbVK6Rx99dEoX4eU518la+RCtTozXljNpfthhh6V7ZEUWdIre2W6GHpKV+qfD4pQuWSjzDTfckMpLLvob7dr2ALzd6IK2jFhUFjpDDspmGxt5dTov/ab36ogXH/2588474+67707ytL+803cRYyZcHZLyyCOPpPbq9GP6TpeRY3TAM9qZOpM+0k6bBeXTj2aCUH+onak7Mtp9993TYSx00TPyrsxI85133jluueWWtGKDPqo78UlDf6FelZ+86CWd0t+4Jj1kr7zoX3yk4WRp/Zy0pwdM65v+FBQUFBQUFBQUFBQUNAkY3ozePffc87vTiBnLCAAH+SBJGKOMdyQE4ogRzqh2Miej1LI/3jQ/+9nPEoGBfENwXXbZZWkZIeMdGLw8sBj9CCC/kQkZyBYeMYx+pAwSg4eWpX72zHz88cfTMrhDDz00kRR+IxQc8IGAZByLX5nkxz0kEIMX6SQ/DGL7PkoHkXLzzTcnQ195eOYIn8GAtgSPh9Dmm2+e5IQIRLIgCZE2wiOdpC9NhNuVV16ZCBH5FEa5bBWAZEAIIfmEB0QfIkXeGf5kiRRFeJEhDz7kFXJI/VjWjIBAxiBAhBNGuXkXIVEQfPIOwtj+gbzlW5mVASmDkCNP8SNDkahIAXWC9ECyyCf5IjaQcYhARK5rGVne4kUQIoyUERGEFFMuZIayZYiXPiFpEJr+ZtA1JI/Dwxyug4RRRsSJ3wgNRK48kgMyChniO1lm5PpDovCGQ+ohLMWPQKNDSCZ/lUtY9YckQSL6jrBBTitfbhfi0l6QSAgyZBeijV7RSfHQiWqod/fJJdeXjy1axIe0JtNcb0D+ZERW2oLD1che2RFe2ptlmuJRdqQmYgkBq5zygHzV/uQf0SoPyC11ghxDKpK//GfQWeXybD7cSJkQT4hCus0bjv4gp9SPdoq8qs6/ZcbaMT0mO+F45SGoyPuPf/xjIq6yZ6B+ho7QJ3mXnnt0QVzkrC1ZiiwsaBeIbW1YWOQwEkwZyZaOgHyTGX1UF9odz0hENULyoYceSv2DfgEhiuTXt2VPRlDfSF/PkB3CUR5zHyZv8q9NaU/amiXUrgtDpu5bNo7Ip4fKr790L3sH9unTJ/WzJiEQyuRqUkW7R3CafCAfz0wvaNGeeBRXpzA9VWjB5KH1kEGx2FUnRof+43puwSerbRWfL7t+3a9pA62HDKwrT9UArMfc8dbPDomRbVr2TAVn784fvRnz335utBs87ums3867RHy43s4xrJkvp5tctBk8IBa74oRoP3BcTyz4aK2fxxc/GjNjPD3CctpZnr+/7tdYDJxt/nh7m4NiVCMPfmluoP8zfPBqWk7bdui4+1ZaTvth7x1i+AxjZuZbIlrF6Jjh/bryDxs7gIb+C/5oTPk7/++eiAUNQ8cvPooF7jg/Onw91gCFwTPPFe9vulsM6TZ73ZUCaD1iWCxy3anR6fP/9fL/ote68dEaY43FgskHrynkxvgwMU88BAHPIqQUjx6EGS8XhjBipFevXikMjzqeP4xS3iy8gRADDFHeNbxQeE757VleL4xY5BlPKkb3qaeemvb4khd2C7KA50s+JCp7pCGmeNgwahnDwiIxEA28Z5B8DGPh3UdCISoY6kjEvffeO5WJcX/55ZcnbyXkljwhRZBMSA7kDKISScADDmlUvecfrx4kD9KRFyLPGGQFg58MkACu8/5DkCBPPC8+XkvIAcQXYsteXEgyMkLWkBEiBOmhvGTAs2bXXXdNnklkhHBBsohLHnif8UJSB8gqhAJSByEgT/KDMEFeyov0yd13hAuvO/J2onH2+CE/5AViAmnAjlQW8pRX9UEPkDnISSQEOe+4447j7F9GnuJRL7wbkSryd8cddyTPOHmvJooQavKlzMgcZAWCFRAviArkG8IFYYFIQt7IG0KEPBFWSGbPIojol2eyJ5u90qShvEhSZXdPnSKREDa8spSNTHmW0WtkjXK7Rvd575EHEujmm29O8kZGkZlyIcTouHIikX7zm98k+SBEkZ+8tDzDW0x7UNf0RrzKJG5h6ae6R0wBOap3bZinGFIYqegvQguxQ47KpH3SE3kgA95w2heCyF+EpPoXTn4XXXTRRFC5jhSl23lvP7KiL/QYoYaYpHfkue666yZinswR0+qBnLQ74ekBmeYl43QYKSosIg/5iYRUbnVKXsjpq6++OsWNrEceipM86Iy+hXy0VzIhR22O5xxdV29kpjzyjaCmI8g4BKnwoE+RHnlqizzj1JN+RB/KY1Z9Ib61I+2H/HnM0QdyyuSptsDLFXjzyYNyIF61QwQ2/VI3SFLp0RH9EdLYh/5qc2SINJaudq0c6sqkAT3jkWsiAjmP69FPy4f+CpC4ZJTJRJB3Ew/j6/enNbRoEs9LgIJRnoKChgDp1ekve0b0/ajuylgM/cmvYsR629b9mjbQevCA6HSq8oydHRw190Ix+Pd/j5gOltO2efvF6HjRHyP6jXvgwsjFl42h2x8Yo7u17OV0rQd9G51P+V2M/uqzuitjMXSrPWLEWlvW/Zr+0PG6M6LNAzfV/RqLUfMvEYP3PjViWl9OG6Oj7RvPJf0fXbOcdMRSK8WwbfeL0TPNUnelBaIytGn7xrNjyl+zJ96IH6wSw36+b4yeccpsij09oM0n70SHC4+PVp+N3aoBRs9Veb/scmSMnn3MZuUFY9Bq+LDodNq+0eqDN+qujMWwSj88vNIfFzQdGJ95iWJ9mBiJB7xlEALIE152PJsY34xMJB5j2zIuRBECgrHL6wekzbxCkFSTeEgYhAHSghGKHOJhwpMMUciwZ+QybHn/QSbxpIsw4EmDpGLbMNgRREgLBjNiT5oMagQHLzfkIwKBt0otiaccyCIGN2LIflNIC14xiAfEGqOcB4+wMDESjxHN+EbC8b7hWcg4R0ggVPI+WeQgjUkh8ZCM4lLmvBSUtw7DP5N48oV8kDYCAJHDSxIZVU3iIVoQI+oGEYCcQ+IhJJAiCAUyRmAgisQrr5mQRRLQEd5DiDVEEXgG+YIgla7yi4sskUTIG+SbciE4YGIkHoIMwcL7jE7RT8QV8gIxygtKXU+MxMuEHTLK/VVXXTWRvq6RAVIJiYbYRf6oe4SvPMmPJcfkTT5IEXpFH+g9OfLsUqe8EJGa6htpg3AC9YJIQiQik9Qv2ZChvNAx8dFvciaPSSHxEN7yIV/SsMQaYaXtIaV5zPF2FA65xTNSG9D2ybGaxHONrOabb75UDmmJE4FZS+Ih8qWJOFefSCj9TSbxtBPkFm8ybZ1e030kLx2SZ3KkMwhw+VA+6WrT2jfyTd7IDWmHgER4QTWJR98RXzwF9SPIyoaSeHPNNVfSVXqizrUb14TJS6eReEh1dU2vtEEkG+iz9A3qx6QGspue0jU6iUyVj/pIPDL00e9qv/ooOqgv1qZMfNALfb3DhXhd0h/PqwP1aLk3wjlDnsmcjrcElD3xCgqqUPbEa1koe+KVPfHGh7InXtkTr+yJN+koe+I1DmVPvOaFiZF4DECEBbKEAYnI4v1i2SBDmkcM450xyDC1NJPHFe8iS+wYqryXGMzVJB7SAWmHAOG5haxgfCMmkCG8R3jX8fDJhmYm8exxhSgUH2NXWMYr8k86/jJuLYFF5EmHEY8MZEgjZWpJPN+REQxvRBAiDgmGpEJWyAPvIEQHsgEmRuIhIngfySMSD/mFzEBwMPTJKxMD5DQpJB55M9B5U/H6InsEjbzKN8KSFyUSRF0j65CHPHn8rSbx5B1Bguz0QewgARFBCAKklWuIPWSPOBAGdIGO8KCiJ7yB1BNiC3xHiiEPkRKZIEEw+IgbiUG2mSDNJJ7yImsQMeJGgiBosycjT1Mko7IiAi1tphvKTAfpw4RIPLogHO8ynqTqis7Ir7yoW2nSTeUkT4SefCGZhQMEH9KErmkTvLPkEZFJtjwb1Q+9QzzJA6IaiYfUUWfaAm8qcSN81bM0yUpZ6Rcib1JIPOHoEV2zxNaBDchjhJs2Tj/klYcYcked0CFpiTvv/Sd+da68yCzkIk9S8ZF5LYlHbrzAeB9qa0gtepFJPLqBnEOI0WftQD7JGVkrbXlH2Ot3xKE8ZE8e8oHM0rbIkS64Lw/qHInHc4/u0lukrnzrHyw/RejRHVB25K941JM2lkk8dSpNbdsEBXJe/OpKmTKJp57Fz8OUvLQvchQPfdCn0B/P6kfop75APdVH4pkIED+ijm6rO8+SH1KSfPUxyHH1kvdDFJ8201xPdG5qtKk0jGPrvhcUFAwbGoPvvPJ/PFegfa/Vo/1SY2YuphWMVp47KuWp8kRp3b1HdNrgZ9Gqbcvf+HNk349j6IO3xegh4y4nbDPHfNFh5fWjdecxs0UtFaOHDqnU/xUxetCYU96q0WG5taLd4mMGjtMjhj15Xwx/4/m6X2PRZpbZo9P620SryqBtWsfIzz6MoQ/dngiEarSde8HosOK60arT+D1VWgJMXowp/9C6K2OAYOqwQu8WX/4pCRMjQx6syPbbMfv2ZLTu1iM6rr5JtJ5x3JMmp3uMHBGD77omRn3dt+7CWLRbYpnosOyadb8Kvg8wjhm9jPb6gGhgLPJSQVQhIBibiDfECyKBwcyY5HFj83+GPcMSOWBvMQSY7zyLxIcMtPyLZ5KDCMTBg0Xc7jGAheepJYz0gcefZa28UBjCDGT5FxbBheyQFq9A5Ahjl+GO6OGBw7hlRPNY47fB28gyvLzkmAGMgLIvGeOXMS8+ZB0PQXHZO04ZgFeVvHkeeA7xspIvMkDiIemQBQgNRAKyECGANMmkpzQQXIx6JIbviBSEiTzzcFNeefddOeVP+r6rD8a9dBAd5OweckIZEXLIG3UivwgFcsx5RgAi9MQjHXUi3+pDeeVbnSDJeP6Rg/KRCzJBHSFieFmRvTwjbZQDeP0oCzID2aGuPae8iB/1TwerZatO1ZEw6l25kWrqC7mJ9EGoIMh4u9E7ZC5Cky6SFTkrF/LMX4QOueay0xE6bQk2+SDNlJ/nIB0RjocXedALuoykUh7lpy/yTYaeUfc8CemPctJT9xEx9E9e1T8y0vMgXWUjH8QvktFz6k9c0tDOkMvSIXvlys/68Dqjc+pPORG/dEB48kJeK4O659HFs04a8ihNBGFu0+oGmcWTC5ktv8g05Ds9F5+88+pSn9o8bz46LB76Jn90SnzyQe50BelPHuqHDEF9yzOSmlwQVkha+ozUpMM+6rxaP+VHudUTuSNu6Z70eazJVwZZIrgQyOJCiJEbAk743L8oG72nd5m0Fl5a8k73TRaoS/EjnbVrz9N5eioOfYV60848j8Cna4hd+SVH5KxlyOKUL3WmbJ5XLumJT/7oDxkiGMkNaYssVA6TKu4jFtWnutOv6AfINJetpaN44hUUVKF44rUsFE+84ok3PhRPvOKJVzzxJh3FE69xKJ54zQsT88SbVoGc4R3229/+NpEDBQW1QHjw3OJ5hzRpbkBmWabMywxJiBSz5Blx1FAg8pBePNB4rmUCsKCgJaGQeAUFVSgkXuNh5qm57js5+vVnY9SZh/0PiRdLrRBtf3NMtJq5ZW++zktm9LE710vixXb7RbuNtq/7MR3islNj+L+vrPtRhQWXinZHnNfgPfHMlPo0OxQSr5B4UxCFxGscConXvNBSSTyeXLxqkBbZI6ygoBqWVPrwDOMB1dzAO8uSdLYFjzVeWTwQGwPUBk8ynmi877IHYEFBS0Ih8QoKqlBIvMaBu7Y9HMx4catuTuBM3WuG1nH8PKOjR7txXasf+3ZUnPBxxOct/Mybbm1bxUULjo45OoxZqlGNUz8eFdeMPbRpusPBc7eOrepZ8ffCgBGx1wdtYujIib8aDQztQ2RvIa78Zn+bDSqv9rZvPhczX/23aF1zOvPQJZaPfpv9Nka15IMdRo9KB3vMfM1fK+Uf94T6oUuuWCn/7jGqa1nyOalo88m7McvVFdn2/bDuyhiMmGP++ObnB8aIWeeuu1IAtjaY7YKjos1Hb9VdGYtBq/0k+m+8a92vpoX9jCyxq4WlYpYttUQw/C11VPbxoaWSeAUFBQUF0wcKiVdQUIVC4jUO9rSw78bwId/GqssvWXe1eQBtt2jX9vHrBWaMru3GJbFe6T8sLnmvf3w9vBmRLlMAM1XKfejiM0e39v9L4l31wbdxX9/Bdb+mP2w3b9dYc9b/bQPvDRwef3n96xgxkTejV+ddDzwTiy2xdDrpy0bf9gFpLqD/i83QNnacs310ajNu/b/07fC49rNh8W0DiMppFcq/eJdK+edoHx1ryv9C/+Fx/ectu/xTGnN3bBM7zNkhZqvpWz4ePCIu+WRo9B1eZFuNDq1bxR7zdkxyq8V9Xw6JW74YUfer6WD/JvujOQkw77mVYeN+e2nZz6mlwTI8m63nk2LrQ3Mi8SwZtGG8vcDUiclR+22ND8IgYZGz9sSyD5VDIewB5h1kn7HJhX3XePNZblmrO1MDTnJV7rw/2dSG97/9vqxC4elVC3l18IB9v/I+aNXgaaYc9h8bX33Z68shJ8bY9cWR4dRU9c+zzh5yVgbQicbCRLwy6Tfqaxe89+jbxPIzKTABaq85+6LZyxDkQ/mR8dqISdMJyasa2pC9+Mi/OfRxHB3yYTbTy35tBVMehcQrKKhCIfEaBySeTVdX7jl/XHbGQXVXCwpaPoaPGBm9tzk0hrfqkjYKtmEwwxC8VsurddqHwXYZcBdMDM2lvdfqKzLLKYROfKwlYn7961+nUzYRRy0NTj5k7DsgYnxoKImX6zbLNn8HxEP+Xn29Nnzt7xwGXMv72DmV8YEHHkgHDjg9NNdZfj7DQQo+NtX/wx/+EIcffngiX5AVDiDIJEdOsxrV6ef7vlfnB5y66dAGhxoggjNy2Oq4a6/l7/le/p491XO4avnl3/l7vp7jvv7665NsyKV68/78DJCXsJD/1l7Lcfuer+dr48tffc8hvBxMYemn0zirnwWHADidNJ8mWxu3k0cdZuCEWAccQE4nf0fUIqIcWIDAcg1yHBlOznUIhDbtdFYHBTgNuDpcznftsxnypyxOV7Uk28mmOc8ZiKjTTjstlcsBHbVlqkZOD/L9/Bvy75wnJJ1VDU6YdWCHaw57cXIuPdeHdevWLe31iPysjRuq86M9OMjCicAO6cjXq/OQka/nvOT4MvIz/mZ9yteq22i+Vh2HPPmuL3Lgg0NftE9hc5j83ae+ePLv6nAFBVBIvIKCKhQSr3EoJF7B9IrxkXgG3n/961/TILJg2oWBsr7NUumW6K1U0DSw55L2jlSZmmBMOgEQMZVJjkLiTR6JZ3zjAACnbpKTUxn93nzzzZPH0HHHHRfrrLNOvPTSS8mziteazfeROwgH7wWnYN56663p1EfegfTl2muvTZ5M4ncy6Ouvv550yEmziB1heCNtv/32ybvK6aqIDCdmglMgEVq8vS677LJUj8K7jzQ488wz01JpXkhIInEy9Zw0SjZOeJSmU1i32GKL5O108cUXJ08rJ3OKi3c5r7e///3v33mYI3eU5aqrrkp7lB1wwAGJaPnnP/+ZTq9EIDqFE4HllEj9Jg91e5o5oRLBJA2klPtIS0CyIHAuuOCCRGiStW1alMUBB8rKu0x8p5xyynf6rc05uIAckFxHHHFEqouHH3446Tv5IoWU1WmW3s3gBFlECjLK6aZODObViHDzDA9O+TnqqKPSSa2IJLKVZydjOnXTfoM8q+Rlo402SjKnA37TD+F86IgTZJFj7vOQO/bYY+Okk05KYwZeZtLnzeeUUfXs1E31RY/UvQNKkHnK4bROxOq2226b3lHKLg0EG+9a5Sdj+odoJB8emueee27SRfVw4IEHJo+wDHXn8AfejvLk5F/yP/XUU9M4Rj04WIKOKNOf//zndPoq3bCNiBODvSfpKgj/4IMPxuWXX55OhVU2enj11Vcn3VZGek+OTv+lb06nFUZ7FCdvP6QXXeKRiKjUZpC4IG7XkWL0WDruKQP9UqYzzjgjtXGkJo9J9ef0V/2ieiVT9a+dicuJz2S2yy67jHMoDAKZlyCdkSdpOWVVOfUjdF45nKIqHr/JCxmPnFc+OoxY1YayVykyUhv1nHan/atzxKN6UEfkqo3LP33XvxxyyCGpfgsKpr6PdEFBQUFBQQuBAR4jx+CXQVA+0+bH8jbGNiO1oGB8sIyNceowgfr06Pv6ICkYlpagFUw+GPMIKwY3wiV7XiF0+vXrl4x/Mme0M9CXXHLJRPLp9xEwSFLkmGWpiFSkj/cCEkPfwssNWYUUQYhYPssDCQmE2EEQCCd9xnv1/n7SdG311VdPz/Xu3TsRGcgC5AlCiicVwgAhAvJko//HH388TU5suummibRANCDakJ5IR2VGLvTq1SuRT8jH/DzS46677kokFDLqiSeeiCuuuCLlGUGJSFJ+BIVlnfIpPQQckgi5gahAiDz11FNJfggWxIh4pCseBIx0xCec9OSDp1gGkkN+lB+xpz6UXbpITuSOPCIGtU1lJSMyV17LQoVDiJG//CEtETq82uQNeauuDzvssFSPSCflkU/kjfyIG2mImBLOXozCilN8/vbp0ycRbggl8dED9Yt4lG86xRONXJBLQN5OaZUPfQyCDzmIMLzzzju/q1fpIpyks/zyy6drvOSQsPKHtLrxxhuTHiH5EHqI0XwYHb32W16qvQKVlcyPP/74ROKSLSJz2WWXTX/vvffeVJ+8QBGL5JLjpHdkJ7+IKzqBXKTPyFXpIDSV2/PSee6559JzlnDzoFP39MCSZKSzCYo111wz6dJ5552Xyov4u/nmm1M9IhzJO8sYya6u6bD0tTuypu/qjJ4gjJFtoA+nm9JAmgmXoa2RHz1F5JkUQRSuvfbaSZe0cwQpMh1BrJ9QPvlERtIxciUfbUZd6x98ly9er/SdTpKDfgQhjXRXNnHl9MkIqUh/CgoKiVdQUFBQUNBEMPhmSDNGzCKXz7T5MTPOUCwomBBye2fA16dH39eHR1jR16YDgxvpgJxDiqnfxRdfvN6lbHkPMp4zvIWER3ww0HM8jG7EiN88z3gcIRqQBTzMEGHICkAUIPQQOAgEREteEpghH8IjBxCEiBtpi4sn1rPPPpt0AilSDaQPIgbhgWSTPtID2YAQk3f5RvYglOQF5BtZwZOLZxWygoed/CGRPMsTS3zyg3gQXh79lob07N+GRJGGvJMbryLEh33MxCctZUdoIMWkJ41qIhPphHCRTyQaIinrv/AILWQTIgTJjXBSZn+FkxfyQmgiHYUhL+mQrXzIl9/iQjYifiwtVhd+Z9kIQ87KrHz6A2WmF+JSVuRL/ou8MTnEQxLRRB7qi5cVb876IH4yVjZlJyuQB3JR7z7u0SvedOqH9yHZIgSlT5eQV8oPyo08Erdy+guWCPO2RLSZmPSc/JGZsiFJ1R/dJr/qvke5eDIiq7L81Sl50BE6hNQjQ+SxsZL0lINuyoN05FH/6jlxqg9xKnsm+MgR+SkdHox0AhlNBuLgJVgf1KP0fTJhR1+liTRVj9VQ5zwvXSdz7UVa5CI/vDd5+JGtU3V5wiojslG+6DECU/3Qef2Ka/KpzPRC/YkT2Y6gJrM8iUhvEZn0RbzVhHbB9ItC4hUUFDQpPuv7dZx4+tVx0B//GQf/8YI47MSL4qY7H627O354WftMDUytdAtaLszWG3yWz7T5UX8FBQ3F1G7vRV+bHgz0TNSQL0IqE0m1Y4Zqci9/Z4QzzpEcCBCeYEgn930Y9eMbezDWEVMIHsY94mRioAfIFcY+IsLyR3+rkdPNafsop9+A3PC7PiAihROHcEgVZSQj1/z1QQbxFEOu8RYEZARiA8HBCxF5AeITLxII0ec5ZBtCTRo5vZxGhnR5JPFg8kwmtSCX0fPirs53/pvL6LfvwuS6ds1vEEd+Ll/z2yeDZ5zlnggzBEw1yJcHGPIJQaTcCJ/cXhHDiCbP835E8tSHnAfIf8cH96vz7EOXsh5uvfXWiRQD+XM/lynni0cmLzdl8mytnloazQMVqVVLKCEMTz/99ESsSbPaOzjLWJr5u79IaH99cl5q0wTXpCcNdY7spi85Ps9pK9mjELQLhF4tcvrqXztFVnreEvPq5caQZS793F7yBwnI6w4JiECnm1mu7oszP1/7PecBtA9emohT3+lNRo5H/WR9LSiYcE9QUFBQ0Eh83W9A3PvQc7HQvHPExussHyv0XDRuu+eJiRJ5V9/83zj/8jtjwMDvd4bp3Q8/jz/89fJ47a0x+6UUFBQUFBQUTL9gNPO+4ZHFoLahv6WvjG5GOw8khNT44HkeN8gSy+l4uCFy6vOWFJZR7n6G53hf3Xbbbd8tk6wFo95zCDKkAVIDqYXAsB+geJEdE4IluAgUyyF5aiFeeBEiC5A3mSwQF88sy/p4VllyiHjiVWXpY16eKAzvKvG4zmPJNUQV70PLG+W1uqyIK2WULlkhYchcePvAIUd4r1UTZIgS3msIS8QlQjGTRerMM7yZeDvxKOSNJo+uK1Netgq8w/y29JQ3nXQQtogdy3l5fCFDxYXUq4Y0PUOOyB/lFD89kUd1wYOLnCzBlE/6k8kyzyFlLMekI9WkTkPhGfmozztLOohDpJQl1MpKDuoA1D1PMLJSZzwgQZnk25JYxJ/46YAy0SlyVGcbb7xxKqMyZCAr1YGlv5Z608vq+0BHyBTpZUmqD3mPD8qhfPLLm5QHJTLYM0g6cpRn9Wx5tfapjO7TJzpLd+W7FsopDt73SGe6V187BZ57QPd89AHKphzywytT+ZH99NcyZPlS57ktjQ/ahPzRZ957dC3LTRzuaQ/qkOduQUEh8QoKCpocXbt0ihV6LRbrrPaj2GKjVWO9NXrFfQ8/n7z0Ro4cFR983Deee+nt9Ok/YFAMGDgknnjujXjsmdfi8y/7pUMD3vvo83T/pdfei2/6j51lzfj4s6/io0+/jBdffTdeeeOD9Jy/fn/59dgB4hvvfBzPvfx2vFiJZ8iQYTGy8iIV9vW3KwPxV96J519+J/77+Evx5rufpHTf/eCzSvh34tU3P4ihw8bs8VFQMKkwGLT0o6HLH4RjTI1vEFkNg1Qz5RMz1AoKCgoKGg6eOwgMRrr9q3iJ2QMLacHDzYEDSDakAnKHtxySA5mAsGGAWyJo2Zx9uoRHaFkumckgRB1SwJ5gnuFZhkxAuLiPBGSsIwOq4TnxICfkgScY4oGXn7gcNLHffvul5yypzBA3wkLZEGe8wIS34T8SD/mBdEFkIHZ40iFjQH4s9fOM/eCQTuRhXzLLCB0CgVDzvPLZsB9pRB5Il7x/mT3QpG9ZqLxlz0aHCfDqclgGksnzCBFeVg5i8I4TnowBqWO5LCLRfnbZi807kWeePdIQf+KTdwSKAxnsV2e/OHJXFgQYeUrfsnQHf6hjdeUZ5BZZqksfciczUC7ylw9LUh0igYh03z15tRefvcyQSMphKSS5qW+EH1mQEQKpdumn+kTs0TF/ldk1eaj2LFMW5Jp96KSb48myz8TokUcemYho9ajMIM7tttsuEUjy77fneEIiwsgxl8mHLO0ZqMzKZj89svKcPID80IWTTz457eWnvIhmZK78gPLKk6W0lk0jBNW1dqROEFV0g5wQqohIMkaWya96p3PkgNCz954DIuiXeC1jVTfaFD1C5tFv4yrti4zcV0faCeLMQR3qX9rymiHPnpEvbRIR7VAUe5DSa8/SeXs38k6UHnm4pw2JU1rIUPH4C7lulYEuSpMey0feKzMT0whyh2Qg7u3dl9tBwfSNcjptQUEVyum0jYOBiRdo9em0yK/D/3xxHL73z2P5nmNOq3r2xbfjb+fdEPvvvlXl5dMqTr/g5srV0fHBx1/EdlusFcssvXAceuKF8eVX38YxB2wfc80+SyXMv2LEiJGJ5Ntw7eVi9x03TnFlHPqnC+Od9z+LLjN0jK/6DYh55+wRbSovtg8++SJW7LVY7PubLRIJeNr5N0XHju0TOff7X20eKy+3RJx72R3xxLOvx5yzdU+k3t3/fTZ23ma9WGfVH8XF194TFkpI9zfbb5SutW3b+NnRgpaN8Z1Oa+beDDSDwW8zqE4edMqYfWomBksphP/Tn/703azv+MBjwMDRoNESmYKmg821DaQZfXnQXVBQC54WPDAQCRM6DXVKA9FkzzXeRAxDKKfTTt7ptMCItqyNAc/YZjIhJMjTd8SR+34jOBAZrmeSxT1xML7zUkm/M+HkvYFcc43Xjec8wyuKtxtyw0mk1UAuCZOJE789l/OUPfPkJ+cD8j1py4/v0s75EI84fcQvbmGrdSeXx7Ucj2flvTq9WjlU54ssPeu3tPyGHE913NXpVcsQhPWM6+IwAYbA5DnnQAZlQ3o5ORYB5DRcHnc5jix7qM6fcrjHsw6Bh5jMZasul7zJgzLIY66HfC3njaea+8Ln38L4jST1vkcc6kekk5HzlNPKspQH4XK9CCd+cC3nTziQF999sgzzsxk5fzn9LIMsDxCP/HiWvHP81c+IH6rTy/fF5bd4IIcRn/xKz19x++45MgVh5NGz+bt7wngmyyrnN8cnjPJKh8zdE0Yafmdd8F2c7kkj5xHc83FN/qvDel5cWX65vPlvnrzN5c7l8V3+PJufl+cct2ueQc7TW6Qqst1zWWcLCgqVW1BQMMXRoYMXT4fKC6oyyGnXNrbYcOU4+8S9YuVlF497H3wuFl1orlhjxR8kz71Vl18qOlbCb7fl2vH343aLlZZZIh549IUYMnTcU/cQfLN07xonHLpzrLLckom82/tXm8WOW/dOHn3f9BtQeYm2ib12/Un84/jfxuKLzBOPPPVKiueLr/rFsj9cJP7+h91j319vEb2WXig2XXeF+OLr/vHtgEFx9H7bx/67bRkzd+tal1pBwaTD4DIP3qphEOi6j+8ZOXy+n1FfWANBA9R8rxr1hfc9/679Pr7w+XpBQUHB9ASGNSKIsc6oRiD4jYhhTGcCgsEOjGy/M1wXPof18WyOKxvknvGd8S4thjyCEblTi5ymOPwVn2vgmnikWZ0PyPeEzd/zdXF4Rv5BvnPYauTy5DKA/NamVyuH6nxl4kQcypuR46mOuzq9/FyGZ90Tr7R4LfL6Qnbw4nIPeNDxRkPg5TL55PJDdf7EJf9OLkVy52tQXS55kydxZflVXxOf6+CZnFdpCefDQ0ye5dHvauQ8ZZ3w20dc1fXimvs+1fnz3Sd/z+lXP5uR8+dvjr9aHj45P9KRV999cjruZ1Snl++Lw9+MHIaMcnpZH6The37Wd/elK2yWtzgh5636mjhcE973fC/n39+MHL8w1XkE93L58+8c1ndw32/XPZ/r0m8f+RU2lwdyPnL9+eu3ePwWpwkZJybzbOQ9Ka6CgoxC4hUUFExxDBw0JHnJderUPnm+8Xbbbo+T4tGnX4tvBw6OKs4gkQbfDhgcV910f+x2yOnxwGMvxpChw/93aWvlhTf3nLNEh/btomPlM99cs0a3GSsvuQ42fh2VPKX69R8Y51x6e/zmoH/E08+/GaMSITEmsZm6Vl6Ulee+Q+X9vNIyi8eC884evz/6nPjzGdek5brJLa+goImBeLP8Y88990yDtHPOOWecPWF8v/zyy5NHgb1cLJu1HGannXaK4447Lm3CDMg1ew9ZuuEjLAhvuYmlF7z6LAuzN80ZZ5yRlt14zlITy0KQhpbGyItTB6+99tox7bDyzEUXXZQ8DXffffe07KWgoKDpUO3VkZGJ+YLpF4x2fb2lgQUNAwLEMmCec9VEjCWKiLLGECBIF2SgZZJTCjm/3v+1S2kLCoAeIvItP6+PfC2YvlE0oqCgYIqCx9yzL72dXkBdO3dKS1d7dJ8xTj7yl7HiMotHu7qlqm3atI7WrVrF4CFD496Hn4+uXTrHMfvvEKuvuFS611gwim6445FYZIE546h9t01ptaqHkRsz+9Um3Wvbpk384qfrxl+P+XVs3Hv5uPKm++OLL8fur1dQ0FRAwtlEGjnm1EJ7p9j8GCzBsN8K0owhYU+Ys88+O+0XY18dOnvllVemcPaysVk2Ys+Az75DCEDh7W2zzz77pHjFh6yzTEva2oe9+iw9cgKifW6cmmf/HnvyOVXujjvuSMsFLSmyZNdSpUweFkxbQAzZGNs+R/lj76im9LCkU/YsynpcH+isJWR0cXqHdnfvvfemkx4thc31om0j1fNSrIKCgoKCgoKCahQSr6CgoMnhhNo77386Lr/xvrT/3GNPvxZbb7Jq9JhlxuQB98nnX8VDT7wcn1b+9v92UMXAHBbzzNkjPu37dbz7wefRpXPH6Ptlv/jvYy/G+x/1TZ54g4eMu5y2IZitR7fkTffQE6+k+ByQwROwGp07dYiuM3ROh1w8/NQrcc4lt6fw73/0eSzzg4Wjc+dxl3AUFDQFEGw273bamP16eM5lTzy/bYS+/vrrp42UESOu8c4RHnFng2ybrSPwLPnhMSAsAgU5Z3NwG07z6Fh55ZXT3nzC1wdxWIpkU2bEjucsR3L6Gk8hmyrbm8XvTAAWTFtAzFoeZnPv8847LxGyNh6nT+OrT9fppU3sG0K6CWMfL16l4wNd+sMf/vDdhvnTK5CqV1xxRZxwwgnJO9aG7Dbh97GHHS+dvFSroKCgoKCgoKAa5WCLgoIqlIMtGof6DrZA4F1/20NpmSxYRvvDJRaItVcds4H0F1/1jytutJxvdDrB9qNPv4iN11k+PeeU2CUXmTd6zDxT3PXA0zFs+IhYoedi8fb7n6YTbrvPNOZELbDM1nJY+9k5lRZBZzns519+E8+88FYK/9kX31TieSY6dmgf8809a1pmK00HXszYtXMi6Xj+PfDoizF02Ii0R58lvu9U0mvVKmLzjVaJ+ecuyxwK/heNOdjCctZDDz10nE3UkRmHHHJIrLLKKuk3TxzkBqKO59syyyyT9kbxnAMsXHOCmVPOvLadMoi8QwLkfYBs6I7w403nwAvxa5+W5T799NOxxx57JBInh3cKGnKOFx+yhtcdcuWNN95IYS23tTm+U9LynjVbbrll8gxs6WhpB1vQNwSR0waRvTbhPuussxIpq/6RRtVeeepbGKcA0gMnF1ryRffysLF2eQ/PsRznSSedNE5Y3qM+9FAejjjiiHRyp/s5npx+DjstYFIPtlBucuIZq81p23mPJoS6EyG1/4aiHGwxFk1xsIWTUk2cWOpcUFBQUDD9wdjPO9L4qDmikHgFBVUoJF7jUB+JV1AwPaAxJB6SxLLWfDotMuzxxx9PxiaCTxhknGV1PN9cQ3IgUBiZ9vg58cQT0/5I2223XTzxxBOJfNtkk03S9VoS77DDDkvxzTPPPLHhhhvGpZdemggYzwrPy84yXt4/luj6fuutt8Z6662XNlPmpbXuuusmj78777wzhfv444/T0j/75k0Pp7W2dBIPeGvuu+++iaBDGtkfkf7aC9H+igjm3/72t4loQgjTa8u1eWwiN5DF9CsPcKtJPPpniTYCkAcob1DtAUEsD05r5h1I98VjDyunSNIzhBavwR49eqR4mzMm93RaRKl9LMnM37yEluFgH6Tqvb0mhELijUVTkHgDBgxI4xv9cUFBQUHB9AcTacZ/te/P5oJC4hUUVKGQeI1DIfEKplc0lMRDWiDkGIPZ0wZBxsDkZYeMY6wjOjbffPNE1DlMArnyxRdfpP2xGNyIEmSLNmcprgMrLKFFHiy//PIpTmG//vrrRIBYUvu3v/0tkXrIw9122y0NRiyNzIQgssSJffLP0Ee6KIfltMgbyyMReryn5F+aiMPpYZlfSyfxeLrZ95Ce2WcRkHN0V7nt14a4QyTTC6QcUtdebQi+G2+8MYVxHSkM1STeQQcdlL7TS56kF198cfI0tWQcSb3UUkul+Ogl71L3EM0bbLBB0kUE9C677JL2eWzOmFwST/tEOtkfU53kIbnN7nm9NnQz/kLijUVTkHgFBQUFBQXNGc2TWiwoKCgoKGgBWHTRRaNPnz7JGw4h5sPzqEuXLvHXv/41LrjggkSiIDZ4KzGqESNzzz13OlXPstiFFlooFlhgge/CC9uzZ8+0rNWzPPUQa4xWp8v6vuCCCybSj3eVMIgoJIGlsVdffXXaFw1Jw5hFFOywww5pLzPheduZgRS/ZbzSRMI4Ja3s09WyYAkrby/Ls+nZCy+8kJZ3IpB5280+++yJSEP6It58eILyGkMUj+9gDLpD1+zR6EANhFLeV88+fIglhB0iGenngBVLyS1hzHs++tvSgcTjjWd/Qu2SXHx41jbmNM2CgoKCgoKC6QeFxCsoKCgoKJiCQIIwyPMne+RZuuq3+4iUvCzRb54zSDf3EWe+ey6Hz5414sjP+Zvjrg3vd4ZrPp7N4aWR85mvgThz+JxOwbQPHl/INJ6XvN7uu+++RB4h5+gF0q4ayDpeXkheHnz2bRNufOCld9ppp6W/QH+ylxlCmUenpdqW7gICzxJGpNZiiy2WvNsQ3S0dlrOTDTlZSuxgGR+yGB9BWvD9gc6qB58pvXBJ/E2ZRs57NSY3jUmNL8uwVo75WjUmFG5y8t5Y1OZrQshh5a++vNZ3LYet75pPfagN3xDk+PInP1+dVv5UX69NJ1/Ln4agNqzvtXHnazn9loqpUb4s/+q6a0w+hB8fcnxNiQnFl8tQMBaFxCsoKPjeMarSEQ8fPiKGDB0WAwcPSYdgOKXW4RTf9BsQX33zbfqk35WPe8IMGjw0PWMpY0M6cyfR5rBDhw2PbwcMStccmNGvEueIyj0vBnHn02/FL6xnGpKGIOLJp97Ko7g8O2BQpWwDBlfSGJO+ssiPAzaEGVG3387E0vF8Q+XVr05eAyZBXgUFBS0blrZacs377dprr43VV189nU6MPON1Z0m3vejcRxRbmolg40WHXJpjjjli2223TcSTeMZnELhnCTaPMt521fuLiWObbbZJy8LvuOOOlB7iztLuH//4x8mLD5k4PexHxtvxueeeSweB7L333skL1sfegwjWgqkHOsyLmoez5c3nnntuIlenBHhjqnPpNQW0y8ceeyyOOeaY7zxa5V38t912W/rdWPCqPeqoo1I/AHRX++WlPSHIC0Lfnqw/+9nP0nYO+hsev3TesvHbb789hXWgCA/yLG9L9PU9PFX1O/6S1ZRGTpPX8cSgfySD559/Pk106PPk39YFZK4MtteQfwdLyb/4L7nkkrRFxZFHHplkSk6e33rrrdNyd1txVMPhU7a54J2vLhoC6fCw32qrrZLs/fVbnq+66qp0zYeO2wJBvfCwttRcOvnEfJMttj6wPF9/dd111303ATM+uE/fsn6Qgy0/9P25zGRh+wYrCMTPI7slgje6Mk+p/qM+aPfqmE7RtZtuuiltq2GlB4/3icE7WFulD7XQ9ienL6kPxgjitH1LLXJ70acVjEWbSiM9tu57QUHBsKEx+M4rY/SAfnUXxqJ9r9Wj/VLL1f2aNjBaee6olGfg2GVJrbv3iE4b/CxatW3YhtkTgpeygdY8c3SLrTdZre7q+IG4+vjTL9Npsvc/8kI6OfaG2x+OK266Py659t646Kq74sLK54wLb47zLr8jrvrXA3HVTf+NG//9SNx539Px8JMvx3MvvZNOjx04aGgiw9q2bRPt27WL7GiUCTMG6LMvvh2PPv1q9Og+Uzzx3Bvx13NviNln7RaffP51HHz8P6Nd+7bRuXPHOO7Uy+L5V96NxReeJ6677eF4/NnXY8H55ohPK+E+6/tNdO7UoZLGuF5Iw4aNSIMup9ve8+BzKdxMM84Q/3fpbfGfh56PpRadLy6+5u745xX/jh8sMX88WUn/2Eo6s3TrEiMq+T7/8jtTXnt0nzHefPeTFN8Mlby0bj3WYyrL6+XX34/7KvL69/1Px413PBKX33hfXHIded0dF16Z5XXnd/K6qU5eD1Xk9fzLY+SF0JNu2zYVebWvyKsujYJJg7pTv6NatU8nySIcll122WSEWDrrkAi/C6ZNGJw6+MFyY15n0zoYVA5Tsccfw/vuu+9O+4ExIpUPKccbz31kmuXU9JqnmGu8NC3vZmx71vJb3qP2Y8xee9qAAb/r66+/fjoQw556vEARhA7PEJYxusYaa6S9+eytJy5LyYUld4YOTz0egtUepM0RlglfccUViXzMB9c0BrxeLX239Jh8/fWxrF491O5lNz7Yq5Bc7XOnLsE+m//5z3+SkV4rR+HVr3ppaWDoIYInVB/KT+fGV34kx+mnn548JBFXyG7tA+kgbmS4dkPGiA9jAX0/cgXxgQBUH6AO9SXuqQf141AXz9KfgQMHpue1BeEcKCOMa7wz/dX+eM76a0JOWnRHGuJiVPNcZQj7jSBBkmmvW2yxRUoLQWJPVB606t7vvMzds+L1Oz+v7QuL0Je2/CMFbKuA+FcW9+mpdo0YEIbsPJt1jqyME5E39tMkd+nZR9K2EZbVa/uW899///0p38gqkwyIfv0WOXgegYTczofzSIssyIHM1Yk8KIPxqXypH3vPKlsOo48iK+VyT37EhTizlYCwl112Wdqn0/6K8uSavkmc1e3SvpgIE/3bk08+GZtttlnaW9Q4QP5d472c8y8dMlE+ZBnyz299LqJCe1X/yr3CCiukvKpfh0/Zt5Rs9Bnyrtx0kryRLupNXMrDu95z6sy+uwhTZdHHzjXXXOl5cSOX1lxzzaQP+npx88omw+wRrQwIOLqNbBMHGShzfX0UGSqf/SmltdZaa6VykqntPWzbQGbSlz/9p71VtTHvBnlXV/RW+rXwnlEnwpAVPcz16a9nlJ1Mct1qy9oPXXLdNW3Id3F5fwlLfmRB78VdvTKB7gkrfe/U3D6EA7oEdDLnTxj7lZKpQ8hMjOW2R0f9lidlJXN/1anv0qBvuf2qX7LJYxJloO/kCOKxYkLbk0de7/KmfcmLtur977pnfcRfDe1FWtLnLb/aaqulOF0Tv2e0A/Wm7zDO9Yzwyi3t+uqMfLUD8qK35Cwu8Xom9zfanHTohzJIQx6FcY8syMU9+aCT+k39pLoiV/GQUyaK1bF+Vh7FJw7h6Eht+aclFBKvoKAa0wWJV+nUpwKJ9/kX30Sfa++Jk868Jk6/4F+JlHr97Q+j71f9K53syEqn2zaRYDN37xrzzT1bzDtXj5ixa+eYoXPlBTo6YuCgIfHeh5/HMy++Ff9+4Jm47Pr/xIOPvxRf9xsQc885S3Sfacwg1P17H3ou5pi1e1xz64PxrzsfjRWXWSz6DxgUL776Xiy12HwxS7eu8ca7H8eSi86Xwj3z0luxwLyzxWILzR033/1Y9P2yX6y63JJx+oU3x7mX3h6rr7h0JW+drVGM1pUPTzfhPq+E82I5+exrk8fdj5ZaMJ56/s3kgbf8jxat5O3b6PftwFhl+aXiy6/7xyeffxWrVr7zjru2krdF5p8zOnZoH3scfmZ88VW/WKHXYpWijo42bdvE532/iYuuuTvJ64wLbk6k5+vvfJzCjZFXu3rl1bkiL053WV5PV+SB0LvsBvJ6Ob7pNzDmmbNHklfBpGNKkHgGJAYXBmQGOwa6BvauGwS6bmBiptIgmSFlcGLQalBH/w2o6WR9cN/AyGDGIMeg1sfg2aDKQN13gxwGhMGPQZHBqIGSNJRTHlo6WhqJR1c23XTT5GnnwzhzgEkebPOGY3j6IBHWWWedRFYY9DPa7YXHgy4/z7ik4wyQrG8G+ogTek9vGSyMM/EJyzgUB0JEvNJk3LnmN2OeAewwDMZvfcZhcwNDYHJIPO2QkcUgEdeSSy6ZftsDk8HZUBQSbyyagsRjaJ5xxhnp4Bd1Ij66TsYPP/xwIpvIj5FrL0N9Jg8XHjf6SwQVQkg7cGjJ5Zdfnry6EBmIFPuRIiwQQOLSz/JI8v6QL22CkevEcgay9uFgGoQIAxZBglDg4SZe5I4DYvRbvGe8H6SN1EAKOyyJF47+W1zaKvMPaUNePGEZvDzFHM6EsNE3MPYdkIRA8q6RP6Sg/kSZhRMeQWDvVPEpt/4iH3gjXsRBJlMY4t5FSNKddtopHY4mHsa0PJpc0C+IhyxzfPoQ7ysy1rfoH9TT8ccfn7yMstdYlgndpwNkLy1xO2Fdm1PvynXDDTck+WsfyrDHHnukNMkN4aktCa8elE28yMasN8bA6h+pqE9Evmu7CAnx0hvvUtf1awgLcUtLGLJUn07plgd14SR7suLBZjLD+4cO2MpAXPbD9R5Xbnk0TjARwoORXqhje/F6jrwdTKTvJVP1biwhv+IEfa6+WL143uSJCRh6T4fEpW699xElPCrJxGQOXc0EUjXoOb2gP/JBB7UV8lLnykz36QjyV5zSRwwJq/w8U8nc72rINy9J8lUWuqS92DOYHqh35RSOBySC0rucF6G6o/fGOvpX9aCtGlPJLzkZv0lbmzJWUne57NL7+9//ntq0vNFBXoniJWt1RDb2Pva88Mr87LPPpvBk6be8uq++6bv26T2iPrU1daocZIyAdV//oMz6ddek47sy+i6PJhzopuv6I7qsvSifcSLdVE7X9WPSI5/8rhFG3tSVtoaUJP8+ffrEXXfdlT7KIi351AfQPXssyxu56SO0BXmqhrjoqDqy5y0ZCUvn6L+D2sienJVJW9NHyqc05EEbJwu642Pig66arFBG5UNKmxzQvpx4r59UZ2StLZAr/VQW15DGjXnXNieU5bQFBQXfC264/ZE44bSr4r0PPo+dt1kvTjryl/G343aLM074XfzfSXvH+af8Pv556r5x4V/3iz7/OCD6nHZAXPS3/eOCyu/z/rJPCnPGCXvE34/bPU6pPPu7nTaJvl/2jz+feU30ueaelAbvvBP+cWWcd9kd8e6Hn8dP1l8xDvzd1onkWm35peKEQ3ZKhN5iC88TJxy6c6y3Rq+YZ85Z4pj9d4hfbN07esw8U+yx849j719uFrN0nzE2WGvZ2GzDleOVNz+I4/92Rbzz/mcpHZ56h594cfzn4eeiXWWwsN9uW8bWm64e3bt1jd9sv1Ec+NutY47ZusWWG68axx64YyLY1l29V5x0+K7Ra+mFYunF5kt56b16z5h91u6x/ZbrxKILzR1X3nR/nHnRLTFs2PBE8p14+lXxwUdfxC4/Xz9OTvL6TZJBktdfxsrrkhp5nZ/ktVedvHarPPur2H3HTZK34J/PuDouve7eVI6CqQ8DOkaOgYbBjEEOQ9EA5bjjjksDJoMw3y2LMOtqcGZWl6F29tlnp0GoAZIBlKUywlTDgF9YAyCDLR/hr7/++nRIhgFdTk9aBlQGgwZl4jKgMlA14DXIMpvOwCyYdsBARBQwSvOn2viqvm/w7ZNJNNf9FiY/67frrlXD4N51EEbY/DzDCvzOcbvvmer0DainBQKvKcDYQiTwlGAUIfKQAow/xkzB1IFJFEY5ox7oI69TnqvqhQcH+K7vFhb0oUhr+rz//vsnEkldIi6QBzxMGPMmSBi6SLPcjhDovF6QNMAIZfQjffTLlqUje/1GjuizkQf6fEYrAzUb1Ycddli6lvt5pI1Ty3PbvOSSS2KllVZK7w4ECIJAWRC+riHqGccMY+Sdd45lntpxNRBGZIFc2nDDDRNZZrKgGvn9hrhBXDCoEQRkgMRB2IjXOwVpotzk7R4ixjXf5d1f7zPxAQLHc/JrwoXhz6PVUlZ1p21JR5zkb/ICQYHMkwfvW88hGdW5cLzj/vjHP6ZJDuF576gHcfJCy/0YeFere7LOfZi/iAdtG2HrvVudf3JQLmkJ6696Uw5x++0j38oKCC4HYimbCRbvYMt21T0ZKI+xBB2Vf+GrgRw7+OCD0yngyFKkbS3UA6LaWEE+5N2YA7FDNn7rq4He0QtlqQ/IPR53ygF0y2Rk9uCUFvkot3tkQwf0/dLUjugo3RWPeqVrkJeCIjGd8I+0ct84Rh051VxfSsZkQj4+0vJXfahz3uLkps0hdB0QRo/Fo/3wXEQiqX9QH9oEslw64iAHspInek5XpaOMdEj+hKGfSFFtRJmkzUuR3hj3qWfxiFfbRp4efvjhiXBHNGmH2q/7Jg/kBZDEvCGlrY7IErGtv6ALgCQ0cSZtdehZ/ZExHp3TDjKQh+I64ogj0mFn2iG5m5jTVyFClVG+6SGZmVhANiPPHYSmTZB9faAv+kTxiJueqmvyIwNtSf58kIe2mVCH2WvOdWHIknzoo36RrPWLSEHhsq7k+NQJgo/+02d9r+eNaXP9TosoJF5BQcH3grfe+yR5o9nP7YnnXo8nnn0tXnrt/Xjr3U/TktEvv/k2vviqf1pCal83+7v57pmvvxkQn/X9Ot794LN47c0Pk7fbI0+/WgkzIHmciRuGVTps97t26RQ33/VoXH3zg7H04vPH+x+N8eDjuTZkyPD44OPPk0edF7q98SyVHT1qdLz5zsfp+0xdOydCzb5ym/RePv7178finEvvSPkEefr8y2/S8tfj/nZ5fPX1t8mT77+PvRhf9fs2ZuzSOT757Kv4slKejh3aVV5CQyuDzuEp/Nf9BsaHn3yRvOE+/vSruOpf98cKPRdLnnH/d8ntcdOdjLfRFbmQ17fJg/CJZ19PxOEYeX0SH39WkVflXpZX2huvSl5fJXl9k+T16psfxVMvvBGPPv1KkuuAQYPj7ffG7GlTMHVhsIEUMwAxkDDwMGAx6GB0WXrEEDFgMegxqDFgMkg3c80gMCBi9Bn0GewhAwyykG8GMAbkBle8SgzypJkHzgba9sIxaDQbaf8kaRngG8TxHDCo5ynhuvyZvcwz1AZWebBUUFDQeDCYtCMGIeMMoaKtMYQyUVHw/YNBbXxQ3b/pOxERDPRaZDIGOQGMbyQ5o5WByhjNXl6MSMYnQxhpgcDQV9dCHninAM8VpBK9QAQiQ/Tx+mrPC4ew06/zfMqeJQgLXkfykj2KXZMPZIT88rxCqEiPlwwir0+fPukaQoCxjfhBFki3PiAFEIH0mHeP90YGAoznlHeK+4gDZCSQsTz7Kx1y9B1cz9dyPeRwtZAvYRjySBEeqTxuEE2A2PS+VGYwOaZM6kn5vRO1N7LMxFMGL1vt1L5tyDBtNINOeI7swLsb4UJ+SBDvcflXFpB/v9V/vlZdTvd98j3XaqFe6ECuD2VAmgjrXV4fEDmIFl53yBJkVC1y2vIif2RGV3h30tXquE22kPf4yJr6IN7xlTnDd2McJBfiiMcZ+Vcv23XNuAhBhoRVX+qZzpGFsMZR9bUpIDPjpUwsI5K0F/JxHYmI8DQuM34ib9CGeICqc0QhMk4+yFYfrp0Zjxkvuc7bFukmf1k/yF7d8bK0LFqbyfF7Rho+dExe6KzfxoLGcbw0EVWuZ/AU1Pa1aeQUHeRtV026ViPLia6ThfJkILXUq7ahHnzkQ56RmgjVTKJm8OI0Jtx1110TSaZ9jw/KQo/ojzxoj8pCH7JuAHlpl3mST5mqgbhVZ9mDVJx0SVnqazPioxfSRxZn+SpndfmnNRQSr6Cg4HuBwyzsx7b6ikvFgIFD4u4Hnk0ec8f85dL49YGnxRa7/iE23uGoWOnH+8XyG/0+fVbYZN/YYLsjY7Ndjoudfn9qHP7ni+PMi2+J2+59IhFnlqbm5bZgb7ztt1oneq/as/IS15nbEHVY/Ovfj8bZfW5NZJ49+H536Jnx9Atvxr0PPhfb7H5iXHPzf+O1tz+Kg//4z7j6Xw8kgsyS3EeeejURfz//yRpx8O+2jvnnGTO7ueiCc8dvd9o0Zp6pa9p/z0vD0tX/63Nb3Hr3E/HhJ33j6FMujRPPuCber1znLbjLfn+N1976MG684+E48A//jJdefz+Rj7dUwr/zwafRc6mFknfhL7fdIBGJSV5tx8gL8Xn3A88keR1NXgdMWF6bV8nrrIq8br/3yfjqm4GxaiWuzp06piW7BVMfBpCWFBh8IfHMnDJ0DFAMbmxC7a+BhqUwBiEGhGZAGfoGI5bjGJgzQhguBp88eczaG6gb3Fp+YJBnKY/wBmMGQMg/M8Rmc/PMqoGVAY5BtLSlx/uEd4mBlPzxADB4NghlkBYUFEwaGBfeHww5RiejGNnOcKnPGCn4fqDvYyDyzAEGJm9kXsnZc8w1kxkTgn6Wp4g+l7cPjzb9bEOhL5Yew5lBjZzwQd757R3C6GY4M8prdUa/zrhGLPG4QZJk45fOMWDFAQgFaSHc9P++M/LFifCQRg5bCwaxdwMPJsQH0jGDjnuH0elM3CASXKPrwiuD8riOpPAbcYDYYKAj0aTtPZYN8FpkQ917E3mCOEW8gWe9v5RZvSE9ld17Ux3KVyaJakFe3nVIHYQDj8cMJEM1CUFfbDGDwEMKZVkrU3X+ESzKpM2TATmrK3EgTjNR431cC2UXXlnkH7EsnQn1F8YLCChekshcnlq1kwSIKLKg++KStrwjJHmTqa8M+VafdKQhIFvjmjyRiIDO9a3elCETSEg6E5bGHCYa5duzuXzSJVv1gTDjbUlW4tU2yBlZI+8gTtfIthryJO0sB2Mw7UPavNS0V/pc7bUov8ZZVjDoA3jZCm+chcRDtFfnz8SM/KknoC/yZRKWZ5ulq76rvwkBGcyTFJlnKSgyP0P/Qp7Ge9LXnqSn7YxPp8eH3LdlglOdWIaO2DQJYQLZVhfV0B70DWSF3Kwlwb9PkKP2QT+1d3rVklFIvIKCgu8NXbt0jBMP2yVuuvCosNzzDwf9In7/681jh63Wic02WDk27r1CrLHSD2K1FZdKnzVX/kHyhHNvu83Xir1/+ZM47sAd46w/7Rk3Xnh0nP7H38Ys3cbOSCH0tt18zdh+q7Xjz4fvGgf/7qcxa4+ZYu1VfxQ/+8kaabnrwgvMGWut/MO0dHaW7l1jmaUXijlmmzm6zdQl1l2jV/Lcm3P2mdOy2l/8tHfMWgm38rJLRO/Ve6UltrDognPFr7bdIHbcep04/5R9Yv01l0nLYpVj1eWXjJm6zpCeWb7nItFlhk6xSCXNnkstGJ06dohFKs+uU8nPbD26Ve4vGofuuU0Ka8mt8q60zOKVwUpKJnn0WUZ74wVHxdl/Jq8dY59fbZbKN1F5bVElrxP3TDL/xx92L3vhNTMYUBvMWh5j8G+gaWmPfXwMQCxtNQg0sDdQs/cHLwbGPrLOfYaBAafnGAIGXuLJg1QDT0Qd4s2SWwMc8ZthN+i1vMt3A3iDe8uNxGlQKw0DVHvKMEAttzDz6b64DVgLCgomDdq+ZT4IIm2Pd4d2zvibmGFXMOWgXzZZwfNK32wixBJJBBwPEXWkD+V1NiEgbBAQvKT1z/a9Gt/EBwNan2sPuIxM4iEiEDf6XM/TGXtZ2fLAfmU8y0zKMMCr4R1gKR3D1r5z+nvXnAhrOa53jv29eBMhGLxbeNV4vyADkD/eHfaEo6O1REiGez5ILGQLUiUDAckTXD7ptzIhakw+2dPKlhD2vONFhIRw+IOw3nnIRMuMxWHCy7vIssD6CCt1huzgjecdhnwycQXk4zdPcm3LMkDvLnFecsklqZzek9UgD+9XcuM5RV7eydUkRn5GnSCo7MElbwg6ZSVPhA4iRFr0xt6fCCrypQ90wwSej/xbzuxZHmj1kWRkq/54TZKrSUDPTqi/oKf01VYa8pb3eVM++m0vN+MMdaJPAmnTXeSecQViLEM9IPXInGyNByYEz8ojzz46Z/mrOqB3SC11YKxBp+mH8OrZZGQtjEXoI9KZzNWHuBFwuT55xCEj5c/WI+q9lnBHNtE7eSEXBL04yNcyW0ty1YM2A0hC7Y0eGTP5TQaIYx52npUX+ROfNHP+6In06THiEeFnzCUu5Hp9+pyBrBVOeT0v3wj7DOUUv3Ef70n1hfiuboP6Dv2KepsQyIPe03dyU/ZMssqztqmulV04+UG26y8QmtqeZ5CI+svve5JXG0DQIxa1req+tCWiHGxRUFCNcrBFo6CzbujBFg6jeO6lt+N3O20a8841a9qnziETDnNAsm249nKJgNpyo1Viq41XTR/fN+m9QrrXe7WeseIyi6f95HjEWfLqgIdzL7sj5qvEt9Umq6YTWA/900Vp6e2aK/8wOrRvl/asW2Ce2dMhFl06d4wF55091lhp6egx84wx95w90r53C803R3SbcQzxhuTznMMyZu/RLQ14H3jspTjizxfHSssuHnPM1j0eevzlOPavl8UKPReNeSppt2vXNrrO0CnlTdksm0XQ9Vp6ofS919ILx1qr/DClIX1EHzLNQRTKgqyrvP/T6bUPPPZibLTO8nH3f5+NF159N/bYedO09FY48lqxIi8kYGPlJa3hI0ZU5HV7LFDJwxaVsAWTjqY42MIg2oy8cGZNDTwNlg0UGXP2v/HdINt3Ayb7hxhkM9YYDAZ0ZmLdM5Azcy0ehpu4Dd4YTD5+G7wb2DIoDbQYLwb3ZloZUAaW4lUmAz6DUcuhzMoziAyQhBOPAbcBZGNne6cFkIPBuOVf5FVQUB8YTJNzsAVjlaeHdsWA167sw8UYa0y7KgdbjAVSBPE0ofqY2MEWZK8O9Ht5/zYHvNg/KxMaxj/6QnLUByPW9KcMbH20fpOR7566EN4WBdLVVzOYGdv6cDrgHeA94tm8p5l3hPh4QgmDEJCv7InHUEfKILt4LOnvhRUXg1b43PczvBFl8uWdQyeQD8gU+aKDSBZ5EJ90kCNIS8Y4ssJ7JZfR88hB5SYX+fBOER+ZZHiePBn7CBtbOJChPGbyByklHtfFjZDgJa49yBeCRF6RX947GeRDxvJEZsJ6HgGIIOJ5jnyTL/LSxuztJ6zyaTOeQdi6rz6kKQ46hLS01YT0eRuRJRIuQ1tDzJGP8vBe8pz0yBshZe9B8bjHa0t88kwu3vPZ28xz4kDK+Usm1R6HyBT5kwf1j1gxIUdO9DDrmjQz1JH3l/TlyV/5lydxu49cEg/dQOLRbe2CTNW5v+qTzopb2sht7YsuIUwRfnStGuJ2XXhlpefiUz71aHVB9vynB/5We6XRGfVbC+koizoWr/J7lt4bs6hX9Skt4xNEmnonI3qv7skpy1u7VLeZMPacZ4yx9J30EsifXNSj8NqGugT9LLmSFT0Sp/xJX/48R67iJGNtTBzyI03tWL7pYh7TKZvr9JGclY1sch4zyFndK4s+RX2rG2HEpe27R4fFL24fcXtO/WSyONeR9kfXyERdqSfXyEJfIT7f6RO9cV/foTx+a+eINPUiHlCfuWy535NPYcknf1dWsvBbvPKZdUg9Stdfccu/73RTOGmTAZ2mO/lQLrqh3XhGvasncec2Ux9ZPi2gVaVSK6ZjQUEBjB7QP77cb/MY+en7dVfGossuh8QMW+9W92vawKgB/eKrfSvl+Wzs7EvbBZeMmU+5Jlp1GDPQnxwYuJhVWrnn/HHZGQfVXa0fBx7/z7j46rviidtOSyRSU+Crb76N5Tf+fTq04pLTD0z7xx32p4vSKbM8/JoK9qS7+Jp70oEXiy88dzoV94wLb44jfr9t/HCJMS/4yQVSyKm9iEiHcRxUkdflN9wXT91xWiIGmwL2y1tuo30SaeoQjIJJx/ARI6P3NofG8FZd0nIlyw8QPvYiMcgyq+v3hGDgbMbXwILBYUAEBn8GeQY6Brc+Bi55LyMDKIM5gzoDER9GogGigQxCz0wxMsBAxnfxG5xJQ9wGqQal8dI8AAD/9ElEQVSVnhUPg8MAz4yqj4GUawwUzzFWDF4N/A0SGUa8DGoNjZaCvfbaK818k10ehBYU1EI70M54zyAnGgttkfcCjxjfMxgZjA9ttCH49a9/nTwhkPEMGkAw2kuTR0UtISg8wo+B2NJgw3iG64TqQ99saZh+saBlw0EaCAin+3o/NjWQMTwHTdwhHmrbWksDzzvEHS85JEg+QdWYYXqDMZFJW32v/eCMoQrG7LtpctjSdqRZwZRBWU5bUFDQYsAb7oDfbhXb/GT1uitNgyUWnTf22vUnMd/cY/bYWOYHC8fxB+8UiywwZtlBU6B161bJO+7nm60ZbduUrnl6AOLNniiWuJpNRbj5mGk268gbwKwuQ9uspdlKM+hmkhkjeWaRoW8GMxso9iPiQccrEEFnbxZLIXIayD4zxPlZs5RmMxF1CDvEvLjEaYkWUgBpiMzKXmlObTN4NVgrKCiYNPBOspzQ0it7HeUPIj+T+gUFBZMOZPW+++47xbxteD+ayOPR09IJPDBWsEegcYoJPN5a2VtteoPxEG89W5UYUxWMgbFkIfCmPIqlWFBQ0GIwZOjwuPjqu+OuB56pu9I0ePbFt+MPf7s8HV4BDqX4xz9v+u602qYAT7wLr7orzr/izhg2fNyTmApaJgyAnepnWUlTwpIGJ6NZmoQE3H333ZNXT1PCBtlOSpsSng0FBdMLLLvSTrVXu9vkj73XkPgFBQWTB+8oE1FTkmAT//TSXk3o8cAjTx9EVkM9hlsalN9qBhOc0wOB21CYMC4E3pRH0biCgoIWg2HDhscLr74X77z/Wd2VpoFlTgMGDq7EP4Zc+7rfgETs9ft2wifTNQ6j00m30vECLGj54BFn+U1Tz+Dau4XXgYG1GVHedLzqmhIMFnEXb6GCgklH3tfn6quvThuy5w9vPMvtC6YO9GuW0ls2WN+uQ8YEDgJw6mt9sHzzrLPOSvvEgThsheAAAfs12efUssTqJdSNBf2wZ6plojaRn5y4mgq8vy3ftjych6ltGyYHvNXFZ8n5hKDs9uCyfJxMauG+peY8XqdFqF/bO9jiojmAPuujLJmk67YT4D3cWNi649prr00rBiYE9af8hx56aDoZ1lYBE4L8OdTAQReWO09JWPngkBFLa5sSyqwPyoeRVUP5tAkHXjiYQ/qTchKrE23Jv6nzXg37Tqq7CeXPgW3K6mAc+VFn+s/xHUyhHdg24cADD0z9H71w6Jp9M8nEtfwhP+EdHGWyzBY2GeI//vjj07YY0+L7tpB4BQUFLQYzzNAxneD6q+02rLvSNHBAhVNiF194nvTbgRZnnrhnOiyjqWAW7zc7bBT7/WbLaN+ubd3VgpYMAydeNwbCTQmG5VFHHZU2ZLdvnYGMEwebEgZG9v0zaCooKJg0ICm0V0Y68iF/HKriMIWCqQMekva5YvCpBx97k9oHmEGo3pBGTnZlbDNQ8/6l9kd138mr/gKj2wmlDkHRZ9rXFIErrPeAeIW1PYE4bNwP0mXQVl/L8Ix+3aSN5YzuCyd+6XkWweJTa6Dm/AqLsPQ3E0TiQTSKw98cDshFPqWt3Dm/OX+u2+QfwYDkzOUH8eXwmViRZi6/D3nk68IhQe25hgCtRi6reHI5EQEmxmwPkSGP8oBgUldOaVVe4fPz0vI7T0jJozgzfBdHllnOo/x6nkwg11P+XV3eLL/q+szxCF9bfukJ468y8PQy2ee7uISV55xPeXNNeGlKO0MdeiaHz+nl37Xly3ogrSwn17I+5GtIaKe3gj08bfkhjlw+YUH8OT11Xa2LvPrUlyXJWVbCVecf8inBDlbxDNIl66g4a8P7jTy6+uqr01/x5nSVJefHd+X0W/37nuPzV1mUybPi8Klthzw9lUE7JMdc/to2Vy3PrCOu5brO8pKu+nJdvTvUwTYoruU8yCvi0wE9WYaQ7/tIQznyc+LL8F2ZtVPtNactz1mu6k3ZfScn1+mn58Qnn66rN5AnaSpThjgQ58L5Ln7hsrxd8zxvdNvF6COdCuzk5qsrdWd/51yWavhtSxfP2ZPW0u7TTz89hXVom9+uO0hGP+ygMuNhp4x7Ltexw9qc8Dy5EypTC+V02oKCapTTaRsFHWljT6fdbYeNo9tMTbM3yeAhw8Y5nXbEiFFx671PVF6yw2LRBZtuv7qX3/ggLr/xvkTiyfu7H3wWdz3wdCw0/5zpZNmmgBfK1Tf/N15988NY9gcLpyXBTqfdfceNY6auTXM65uAhQ+PcS8vptE2Bpjid1gDGnlj2mDEIbiqIlyeek7p4zBkQ+W7A01QwmLNU1wltLXEpTTmdtqAhmNzTafUXiPY99tgjnai44YYbpo/l7zxdG+qVXU6nHYumOJ2WMcmTjJHHkzmfDM5LhKHICOUxySi3ZynPunPOOSdNyDCu7Y+GVNpkk02SFzRD9dRTT00GJINbvehDeah4XzA8xeF9IByD06EbvEt4ilx33XXfXVO/jGFegtI0DlOX9JD3CuLREj/Elb3LEB7eB4g+k4XyYi9WYzdEpPzdcsstiSjzLvIdAYdA4MkkTuFs2o9s5s3C+8ferPIlLoaycksDWaaM9mFVfnkB5IY0hWeoIzLp/hFHHJHKkmWrLOrnpJNOSnlH5Dkh04mVoOxkf9pppyW5IQPUFwPdd0SPMhlTkZ96Ux6ypRfiYfqKQ1m9u8nO9hbeaerBOzPLiw4ceeSRiTCVhjaLWPFukG+64FkTZ55FONmvVrzKK5+8AB38gDSxRy3yK8ubLOypRl/E5VCWk08+OR2WQV/UnfI999xzKS880RD9TohFnKmXU045JXl5ioPcxYsYA/pFltqFOhOnwz684xBPoHzyKA564zR86R100EGJTFEHSET64Flh6Zl8iVP9+6us6pFeIMHVG3k49EGdqi/6p02Bg7PkT161HXv5kg2dyfIH18SvX6Q3dIQHM903mSic6xnqnm7ldqOukW+el2/yMBGprHSFJ5fyicc9YxplVd/qST+v3GROFvoW5BmQK6IZ4XXYYYclovjiiy9O7VvfgIADRJG2Q1a8GMUh3hNPPDERlOqN3MlAWg5JUwY6g5QSjqzOP//8lGd1Jwy50Adl+dvf/pZ0nWek9I356JKyINOMSZXxmGOOSWXhRaistm+gZzzTPKsdeJ/QNXWlvdN1bVx/RHf0XQhM8ZC9dqkO1aX8Af1QbicD0yP9pTZI3voXxKA2QyfJmX5Ii9z0Odqa+9qxMWx+tymbsN67TnYmC/rl5GoefU6l7d27d+qHeQPLh3TJkkz0AepFm6Yf9IlscnuYVlA88QoKCloMBg4eElfd9EDc/+gLdVeaBp/2/Srufei5+PLrMS7nb7zzSVxw5V1NuydeZdBhia6TcH0vaPnImyIzJpsSBnxrrLFGGkwZKP3iF79IRkdTwuDIIRvT2qCnoKA5QR/AIGG4MKgsb/KxzAwhUTB1gARhIDJukSqMU6fdIiOQG+rNXqbCMIKRgQxoRjzCr3a5H+PTaZ76egYmsoYBi8RgPIuXx4xrjGRGvngsk9tggw0SscfAttwMsuGNJNtiiy0SQcZQFQ6JxZBnvCIu9txzz1h33XW/66sRMNkYF4flqrwCxc1Dhf4hBpBxiAHEDnKBsc4IR14gIxyCxBBGVO23337JIOZxUx/octZxJIU9VREdysx4R4ghshEslr0hX5yg7ECKWgKaIS6t/fffPx0ogVBAiCjj5ptv/t0pqWSJaJBPXjqZ1EKEOUEeAUpWyBMkBKIA0Yf8Vp9ZXsgJEzredyeccEIqA1mpQ5N18im/9IRXD5JKukgIdYYI2myzzZJc1YuyI93UF9KNJy6yFUkjTUQpOarL3XbbLRGb6pfskVY+5C3tTNohlhAziAvylOcM5BIPxYMPPjj9zkQswl9+3nnnnURkINyUj34jT/v06ZPkZNmiuqOT4kZ4IJl+97vfJU8n7UB/leVEpkhJbUBcCDh6huRU3z4ZiE5yFC+ZakMIHhOR1R5vZIcURKyLG3EmbrrrOjJWHai/atBV9fOb3/wmkVjSUeZtttnmO8JN2ei5fjjnRx0qk8lVclNHJlkQ2g4dUxcZ6sNv+fWXXKWZPdBA3PJMNvoSJDeCCoFrbEbGoBzkQ/+ki8yUH4SavkOb2XLLLVOZtVWQvjp2wAhdI2eEF8ISOYbQFL8DyxCA2XsSmbzaaquN02YRXOKSnrokD32F8htLasf6KnpOL7UxH/qjPJ7Lk8XCqjdANPsgdLUJ/SGCku7JH723r+TWW2+dJrHomL4FKYeEpHt0XNgMdaSNITYRx/qofDJ7hjj0B7kv1K/RU+m6Ji/6+mkVhcQrKCj4XuDE1ZGjRsezL43ZS44nkw55zKcu0AQgTA7v2YGDhsTTL7wVQ4ZWXkB1Y7zOnTrEUfttFxuutVy88/6nMaLyAsrPNQZj8zU6Pv3863Tq7V+P+U0ssuCc6f6KvRZLv4ePGJmIverwjcGYZ7j3D49XXv8gttty7XS6ruW0Y+Q1Ksmr/7eDJlteAwZmeQ2viKvsudccYLBkpjMPqpoKBngGwgZJBq08HQwgmxIGz9nwLCgomDQwdBiQCBJeLIwtH8bl+AiRgikP3ioMS0YgMkJfzTsE2cMAVWfuI9OQN96ziA2EF+OyPgI2H3zgmYx8UjgDmfcLg9Jf8elbEWkIIXEzkhE/GTl9f11nJHuW50w2rpGN+RTyDGGlh4xAftEzYRjJjGxp8/hTboQXcgnRgTRh1PNoyR8EGeIFeYBsGB88x9D34YnHExH5hKyRb3khW3kRxnVEB28sE0bVQOLxAHKPR40yIk/UlXL6C4x2ZRKv8uZJJ+QGIx6RhmiRN+QXr6a8jF2eqiFeXufyJG3EhnTkW11n7zvyQPwoAxLWfUQMctF94RBv6lPe1KnwCCgEC0IHgSEN/QDClRcTPcmgL+oZWaLc3vHSMHmnPpW1FsLzXBOeZxQvP2kiMhBf1eVDKssnAgbxgwTxPF0gPwSTuLI+V+eNBxZ5570+6RC9UFfyjVyqDwhWaamTTGyp1wx1JA4kGkIQeUN+iDY6Q9eVTbhq0NGsX0gvZVW/2iz5yWst4Z6BAPScclqaiSxWb+Tjen1QD3TA/eqxEV1Rz9oer0f5QjjRE55jyk2+2hiQNx3IBLb2aDzHqzSTg9ppNaRhUgChhfjnWUY3kNNIbGNA9YoQU0/qSFuQ5wyenfJOL+kGYle6ZKRfUYdIMwQgEk+9aYPaJHJbvZEPkLN+UhnUJZmrLzJAQCP81KH08zNkrRw+rmn76sn16uXAoK7z0mVhc3q1qJ4EoKviRN6RBQ/aTDpOiygkXsF0CZ0fNl4n4AXsBeCFP7ry36CRo2PgyFExqtI/Dq388+2IUTGiEl4HYXDmr+drO9CCCWOFXovFXLPPHEec1Cd+tvuJsd+x58bfz7sprvrXA/HAoy/Ei6+9F6++9WG888Fn8eXX/RM59v5Hn8drlWsvvf5ePPLUK3H9bQ/HmRfdGof86YL42W8rcRxzbnSqdO6rLj/m5M0O7dvFcj9cJF558/3Yt3LP0tSXKvFeceP98cHHX0T/AYPjrfc+iX79B1bqf0R89c23aUmuAyXe/fCz+LTv1zFo8ND47+MvxQ13PBKff9Evrrjp/vjHBTdXOvuO3y1rnWO27mm57lkX31Ipw40pr7fe80Tced/TiVz85POv4r1K3keMGJnik97Iik75K/1vBw6OzyppWT776NOvVq59Gn86/arkQbjAvLOll85KyywRc8zaLQ478aLYpiKv/Y+ryOt88vrvOPKytDfLS5pj5fVyXHfrQxV53RKHnFAnr4rMZ6iUY5Xlm27pZsGkQx/CIDRgqR18Tir0TwZ/DE6DUINzAyhp1WdYNha572QwMEryQL6goKDxYEjxuLCEi3cMLwqb8zNySttqHtCPIvUYzvpXqDYMkT9IV54yPtXkw+RAmggZ3k68b3ilIYPqAyNWv6x/lk/vlPHBOyePY/1VFka9/hyBYjyM+PAeYZQjMHbZZZfkucTIB8/ymDOZYzmbcmdDfHxwHxHDe5F3OK+v7B1XDfKWJ+XxqfbIAvnPY/dcH/WB/LShLBdErGcso0TCIe6QGOB9hqBAcCBX6ssXuYpL2uIVPyC2kAHy6Z48uVb9XidTv3kC8cbaaqutkjcd7y6emU6pR5JYaimNbbfdNnklIR0sJ6yVQTW84zOpI+0JveeFRdLwduJZqs/JMqgun3omZ7/F6dqEdGp8yM+II+evPtA1nqrkQf6I62rSBqmlrxQHAoz8kVS8N3mTaRe839ThhECe6o2Mcn60V9f9Vs765IdE4y2qLZokRVo1BvRB/fII1J543GUyGmnLm1ZZeF7WBx65iDTedsZ21cRpBgLPhLB0kHjqj15qwzxBeQhqw3Qw6wsPQd+roazi8kFyIqP9FZ5+Iu3Er8/QTnnLIf2QhAjnDLqmLj0nnL5MeRGLriPxEKvKPymgo9rI73//+yQ3eZDXaqhPJCSiTr8C0uNZiDy1YmVaRiHxCqYreJFm12edqEas4XPPNjv4cd8v4qIvRscxbw2Oj2eZL+4ePkMc8PI38Wjr7vHaR5+mcGbGvFzMOhgI5Jd0wYSxae8V4i9H/TrWWGnp+PqbAXHPg8/GeZffEcf85bL41YGnxea7/iF+/ItjYr2fHRbLb7xv5bNPrPPTw2KTyrXNdvlD7PT7v8Thf744EWe33/tk8pBb5ocLx1+O/lXssOXadamMwczdukbPpRdKpN7TL7wZl93wn3jvw8/ioSdeit8demYi3JBgO+59SiLhPviobxxbycdfzr4uEXl33f9MXHvLg/FN/wGxyAJzxo+WXCC6dR137zvebUsuOm8sON/s6UTZf/370bj9P0/GZ198U8njrXHAcefHm+9+HJded28i4R5+6pV46MmXY8/Dz4p/3/90IhWRi8jJrl06xTI/WDgWnn+OaF958cGP118xyWu1FZZKZOPd/63I6zLyunQcea1bJa/e48jr1ESYyot8fV7J13I/WjROPfrXsd3ma6Y0CqYuDGgsgTGINjuvf8rLOAysDCYNomsHlQZFebDtnhlfs92u8ZjQL+2zzz5pRpjRZM8Yg1X7phi0CW/20vM+9aWR085h9JlmPeXPTLCBr2VaEzPcCgoKxg+GDoOMdwzPGGML7Z/Rl0mCgqkDRp9+D6GjH0Vw2RfKNSQXIoG3Cm8a/bXwxpcM0/rIiky2MI5r+9v6oI/lmadv9yzvIwZpfeDhJF59PAJEnjPhVgtheayIz15e3kO8q3ioILiQPPl3Jp+Md+loJpO8g+iqskpHub0bxkc2iSN7LHqvIDB44nmmFjy/yNcYXXmQhdXgbSYO+efRh5xDwtVCvoSVjrCIVmF5/8iPNib/mWQga/tsIUlq2570LPUVj7pFZHgG1A1yRfxkjyBQVu919gVvSt6K4lYu+iNtsve+vrpuz7lMriISkTZ0xLWJAeni3cyekYf6vJEykFxklZdg2keMDKrLRx7khuDgfUYnjBd46cl3hrx5tnYJazUQRurTEl51mT3NaoHY4R2oL0Q81UJeeEkqn3ySfyYaEZGW9DYExkQ8BMneUlNtN3sv8liTT9dqYem19qVNqhcyagy0i7x0Wvp0Rlz6FfUgPuRgLQmVkT1/9TnGb+q7Og/6FYQ6Ykz75e3mGW3YPenTK+VDuiMEtZ18QEg1LEv1rP5MP8BrDYGqzejvcnvP8SIJebbaR5J8MzJxB8qIfJU3/RnvO3Wn3ulVRm6Twkysj6SzvBe1L7ovP/IJ+hfX1bOl9/SD3EF6+h39Qiawp1WUgy0Kpht4mdrc1MvIi+LMM89MnZcXoI7Ty/NHyywT37TrEsNnny/W3O/Y+Hr2haNfp5lizV/tHQNmnC3uvPc/qZPSOe29996pM80bu+cXenNCczrYom3bNukgiA3WWjY233CVRE6tuMzi8cMlF4hFFpgrFpx3jnRwxILzzRFzzj5zzD/PbIkk+8Hi88eSi8ybPOzWXb1X/GS9FePnm60Zv9t50/jZT9aMpRabLzp1HDsrZSmqU2ORhTPP1KXyouyY4l+qcq11pY4sge251IIxc/cZ44uv+8eiC84dSywyTwwYNKRSjh6Vewule0svPl8ssfCY9Hn6IQar67jbTDPEKsstGT2XXjA6dmgfs84yU/xwiQVi/rlnjUGDh6XwP6qkY7nvsOEjYqVKWXnBDRtW0bNKOIdLzD3nLCk9+Vt52cVTWohHaFeR18IVeW24NnmtPEZevSphKs8iFv9XXrOPK68fLVqRV8/4yfrktVb8bqdNKvJaI8mhY5W8CiYNSNzJPdiCPhmIMN7NcJrFNMi1Z4p+Rv+CMDOwEdagS5vTfxlsG/gbUJl9NUDOhqZBrqVDBjSeY2zZ2JjHiOuMI88zWgyCDOQMsLIhwIBB9hnAZ2PU8wbR4tSPGiQZWEu/JULZlbccbFEwITCGJudgC+MRSxHzkiVGBaODAYMIaCiRxxhnwJWDLZrmYAvyYiRbUoj04G2SDXxeVH7ru/02BmSkMhoZqTzaeA4xgvW3JjrEZ5yov2UM82JhYOs/ETsMS+SOJXfSY8haysarhuHPwEe+8YARD3jnCIeYUZfeC4gCBB7PLt4ujGzxVBMj+nDPIjHoij5OvsnM+4XXjjDyof9HKNHDHXbYIZXJM95tDHHvO+8MvxnsCBthMuGTPROV330khD3J5JvnlPLLS84/neXtpB14LyG0kWqIhVxXnpF2JvB4CSISvC+lqyxAzjxw5FHdkaW6USeW0mlz0lIX5I4E0OeTnXxmyAN9UQ5tlNeXulBfloDKF08lxAlSTpzCaL/k7/0uvzzN2BvC0FH54GHJDlFvyDCeRXlpr3c0mXjOX/WqbMovHnWjXuyLKB39hjjUtTgyaeG9ThfIVJ16Hrmhv5C+elE+eqp8rvEWJEt1S1b2kJNf+qGsyqae6ab4xCtPmQBUXvJxTd0igI1t3Cdr9QnKIE5yJP885pAHbSj3W/RRe0Mo0jH36av78pHbRIZ0xCsu+Qbx2zfROMn+e4gn5bI8V1zKSv/oCF0RJxkoL9kgYRFhvBi1qdw3qz/6Il7XcnrySxcyYSwOS13Vv70G9SH0Vp+g7pR3u+22S3rsu/5Bvap36UmbftI98pYveVSvZCA9Y0JkJHn7bf9FhBhdElZbMe4Tr/ZFV8QtLXGA9o3EE05dkYk0EafiNNZUFm1evcgHedIZ9Vr9zhKXfMuvj+dBn0lv6KjvuczkjTRUZnkjS7rrvrhznatXfa/+WVsxcU0n5FN+9cV0031tSh0b09ILcUpXeq7TU+NtaauraQmtKgUqawILpgvYENRGsTpJA26DCA1Zx6RD03h1ODoHgwodmu86HR005l4Hmd2DdegavxeFxs81vblh1IB+8dW+m8fIzz6ouxLRdsElY+ZTrolWHSY+wzcxeDl4+a7cc/647IyD6q42DLnrGdsDWcxch/ylzu4Y86fu33wtf5kIpCOsvz5eMPm76z4IGdHlcNDQ+CE/k/6t+ycXof6ygLTrvjUgrZxfqM6v7yJFUKYDMSqf78pYCet6QdMDGdx7m0NjeKsuaXNtAwTGkAGFARrvN78nBgNLkwgG2gZjPH2RcJ41oOYhbNNrht4BBxyQjLjtt98+7Y3CeLDEipFgFlQ4/ZHZUoZPHsQbZPKkoC8G3/bfMuhhRDEeEIjm8xgA9j8SpwGcZX0GrAwS+/WYVTcINPjVR8qvPrMlYq+99kpeFQb2eTa5oKAWDCHLo5zoNyljgLwk0bjEsjlGl/bFaHGtPq+U+qAtI3r0H8YooP/QhsVfbViB8Ag//URLg73E9HMTqg/9q2VYSIaCAiSKyTckT63eIALoCr1CajQ3IA+NAdgjbBlkh+XKmZSZGJB03vkcG5A5TQljD8Qb4kre9EPGMQivgmkf6tf4EflqDIlgrQWC2PjUZBLyr6DpUEi8gukG3HbNyBk061R40pkZMKtgtsQMFwN8torBtmDlBfNWZSA9Q2UAPfecc8RLr7waAyqdlRklL3uzaGbHDOBtSGoGwobGzQ3NjcSzR5w96CxTfevdT+Pjz76Mjz//Ki31tF/ctwMGp/3pHHwxetTomLHrDNGxQ7voMkPH9J23m33i5pp9lrQnnd+84Hj5ZejSEFsGC2+//0l81veb5K1nr7jb7n0ytt541UR6nXvpHfHj9VaIHy65YFx45V0x04wzxLabr5n2qBs6dHisu0avlF9xz9ilc7RpM64RZI87ZbGU9u33P42PPvkilUV6X/cbUCnLoOR1902lLOLp0rlTdO7UvvJRls7RY+YZY/ZKWeacbebkcccrr1OlLO3ajV2u4Dnpks3Lr3+QwvCiu/yG+9L+ghusuWycf8WdKdxvdtgonKDrdNudt1kvRo4aGY9Xvq+50g9irjlmSXvzdZ+pS/JULJh8NBWJVw0TBsg8BryZSH+RbbwJTDKYsc0bEvMiQKAh98w8AlKv2oOgPiANDfbBIJ+XAeLPs9LmGWRWUjtyT3rIQPd4IiAIagmBlohC4hU0BJNL4mnfNmvn/cFjgZcADwIEOaOn1sNkfCgk3lgUEq+gscib7CPpaj2vefvxgDKxNbH369QAgsTYwBgE6S+fvJwaiilZPmMaeePZpQ8ydqmP6CmYNqF+rcowPlWv9XmycZgx5szj2IKmQ1lOWzDdgEHqRe1FwiDldmuQe+WVV363jv+Uk0+Okd9+E7N0bB8nnHRyvPnSC7HY7LPEFVdeFfc//EhyH+bRYlbJYNsAmDu0jVW5FDc3NKfltE5HveP+p+PUc66Pk8+6Jq677aH472MvxXMvvZ0Oe/j406/SAQ3f9B+YlqAORYD1G5CWvH70yZcpzLMvvRUPVJ65+a7HEpGFsBoxclRaTupkWnjvw8/TKazdZ5ohLr767rj8xvti2R8ukva9sxfeEovOm8gy+8QtvMBcMdvMM8W1lbx0m3GGWHrx+dMzr7/9Uay6/JJpD7pzLrl9zPLbtJx2jPcbku/Rp1+L0/55U/zpH1elwy/ue+SFeKaS7htvfxwffvplfPFl//i635iDM5B5/QYMSuX7+LOv0sm5z7/ybjz0xMuJWLQ33n0PP59OoZ1jtpkTyWd57wOPvijBVPajT7k07Z2HxLzypgcSiSi/Dz7+Utozb9UVlqp8fzFeefOD6L1az3ju5XdSvJb0fvb517HPUf+XZLTIgnON8dybDoiYKYmmWE4Lls0Z4OiL7NHBELf0x0SDGWzLXsyy89Lx21JY9xjr9ocxqWAmHhlgoMx7GAFnMJ4HTNmjGJBS9nYxE24G1R5P+i9pIhMskTWod/qYJTGWaklbW897nxiUMXRa8oCsLKctaAi028lZTsvo5qFiiaF2zOuHscP7VftrKPQJZTntGDTFctqC6Qv2BbS8zrLVWriGfLIksjlCH8IJwTtd39FYIm5Kls8YwSSYvJlwbEyfVtD8oX6t0DDZOz6bgj6aCC42R9OjeOIVTDew/OySSy5JRqsXnhcW49n6ey8+HQyjeKGFFox55p4nbr/jjuhSMd7W7d07Xq4Mrr/+5ptk7IIZLy8jHRjPGy7CzdHNvjl54jmF9oiTLo7Bg4el/eF+sMT8Mc+cPZI32qyzdIuZZuycvNXat28bXWcYkzdEFs+8gQOHpJNl+375TfJ0++jTL+OVN96Ph598JUaMHBmH7Pmz+P2vNkveZk6sff2dj+KUI3+VTorlJWcfPnvM9f2qf8w5W/dKvXZK3nJILfvpOdmVh5rfL736XowYNSodZnHZDffFC6+8G1tutEp8+MkX0Xv1nslz7pGnXo09Dz8zEYYr9FwsEWX28FOW2Spl6d6tS/IedEiFsvCmk5dUlspfhGbfr/qlsjig49U3P4jHnnkteST+4qfrxklH7JpOlj3xjKtjn19uFmut8sN0Yq797nze/6hvZeDWIeVFXAgkafo+ZEhFN7vPGJ9U4n37vU9TOZxae+6lt6c9BZWXN5/vBZOOpvDEQ+DxukGS2Z9Ie2JMmEXXpxicGwDxxtFf+auuedMh5vxFriHdfExO8K4zwWAfEEQi4x3RJ5yJC+QcOKWMpxnvH6eiWUpriwD7AYm3T58+iZgwOWGJLUKSx9FBBx2U8udkQX/lr5YgaAkonngFDcHkeuKBfoAHrI8xBYNa+29MuyqeeGMxLXniIVptpyC/iMfxgamG5NVf5wkZusJ7qiGTRbWwb5bnTczUkjcmohDCSND6tktANOv7J3YSaEFBQUHBlEOhRQumG9hr5vjjj/9uyZkBjNkDm3ryxEPs2eR0ueWWj9krg2h7P/208rv7LLPEaquvngxag2Mfg2wGtf0AnC5p0/eCCeOp59+M9z7smwyTmbt3Td5zs/XoFj26zxSzVH4jnnia9aj87dQRudYhLTm1lHWWyt8eM3etfGaK2Wftnog4nnHtKoPPvl/2q8T9RkqDB99/Hn4+kWb/efi5tIR2y41XjWHDhscXX/VPB0JYfotIc+hFl84dU35mm2WmROzxAlxogTli8YXmTl6CSyw8T+y+48Zx8TX3xO+PPid52QFPOuQewwj5aGlrIiMr+ctlkW/5d5iFNNO1rp1T2ZVHWGWZo1KW2XrMlMqChHv4yZeTl9dTL7yZyMpBQ4bGFTfelw62WKySL3kQ3pJiS3k7tG+b0rH3nTRn69G98sywtAyZN6E4Pvnsqzh075+lk3f3Pfbc5KFXMPWBeEP2OcjCLPWhhx6aCDNL9J1md/rpp6d9as4+++x0OhqvV3/95jXn/t///vd0arZ49EW2BnAYBuPdFgKW3ZrAcOAFg1G/tvPOO6d+zEbAhx9+eJoltyWAZxiFDHtkn42X55577jj44INTWLOpW2yxRSIJpSGfeSlvQUFB44E814bt12vfXic0IsiPOOKI5NHrfsHUAXLVx8RJ9fdq3we/q68Jk+G76z614TKQZbZi4eEM1elVw6SNPteEj8keH5M2xqATS7P2vms8uk1oizdf8/GcAwhyOtXx+ACdvPrqq9P9goKCgoKpg7KctmC6AcLFTCfX36Zy6zWoMZDihWdPm+aG5rSc9s77n44nnnk9naBquesjT70S9z/yQlpie9OdjybPM956l11/X/S57p7oc+09cck198ZlN/wnLR+95pYH41+VcHfe91T85+EX4uU33k9k1pfffJtOY91qk1UrA9KR8c77n8V8c82a/lqK65TWq27+b1x/+yNpWez9j74Qfz/vxpi3EubdDz+PY/9yWSLyWreKOObUy9ISXnvtnX7hzfHOB5+lPeUMZJFw667WMxFwz7/yTtxwx8PppNg33vk4eQT+97EX49/3P5OW+o4py3/j8kreL7nu3lQWH2Wz9PaaSn5uuOORtKT3Pw89F0+/+Fby3EMudp+pa/xy2w3iiy/7pf3xZq78vqcSZoVei6V9904+69oxe/RVdNgS28+/6BdzzNo9/nzG1Wl5rv31LqnI7/rbHo6lF5sv7nnw2Uq6/4leSy9UCTdzOlhjxUpcPSu/CyYdTbGc1p53J510UjLEPM+bL3vY+UsvXc/fLbvL3nf6HctaHWLB48ZJXbw0eFjYIwe5ZlLC87yEnHxr/0+TD8g5hpr4TF7wSJYXxJ48+PAClC/LdHmi5Q2MHQRkL1EEom0FbL7fEjcrLstpCxqCyV1Oqw3TNe0ZgQ48rhDmyBJeWoj5iY1ZynLasWiK5bS83UyYOGTI4UK8HBFtvtvjywoE2xIceeSR6dAf9WdS2H2HA+hnTayIR99qosVKEP2oSRL16TsvSfrDs43Xs60TTKDwnrYvYvaqRLQ5cZGntskeeedZra55TYN+WB8tPXopfRPM+npp0oc//elPiSy2AsWBbPp/+TdpRCbSsYUDwtA9eqNMxnm2c+C5KC4yVgbeeE01ni4oKCgoaDhKz1sw3eCiiy5KyysMdJsKDF0efjxTCiYOnnb/OP638a+Lj44TD9s1Hcaw/prLxGILz50OXejcsUPyPHPAhc/AwUOSR163mWaIheabPS1nRXD96dCd4l8XHhMX//2AtHw1gzfdgb/dKvb51WZxylG/iqP23S559i264Nyx0jKLpaWkltXyjrNs19523w4cnPbVa9WqdczcrUvaG49n2883WzO22GiV5Cm3xYYrx567/DjmnbtHXUqVzrMS/rC9fha39jk2/n7cbun+puutkJYJ88azjNa+frksvOZ423XrOkPMM9essfqKS8cvtl4njtpvu7jq/w6rlOfotMddxqbrrZjyv9uOG8WFf90vlll64Zi5UpZVllsi5p6zRxpcI/McloFkRAAOGz4ikXvZi7FDh3aV8EvGr7bbMBaaf45YadnFk2ehQzsKmgcYTYw3mwIzDm+66aY444wzkoccj7mf/vSnsckmmyRPufxBEFou65Ta/fbbL3nxMAQZeYw+p9PRCTBpgYiyXMs1emPZHoOSAYkE5NV31FFHJSLQdSfb2Z/PUkFeeLYZQE7ec889aSmV/MrbnnvumYzKgoKCSQMSTxs98MADEwFniefGG2+cJgV5zWqf2l7B9wuTH7ZGsGk7r0hkqnowhtQHOtGTB50JDX0ksg/5agLEPeNM5Jn+FpGGcLNtgdPA9dNg/GgliG1afKRlWwXpISF5u5mwydB/2/fUFgw+4kcWIg310bZD4H3tXWLCZrPNNkt6JS/PPvtsXH/99WlCSF+PNOQJLq/eQVap0Dnk3FprrZXeM8g6ZRI/D3EkoeXatmwwcU0m4isoKCgo+P5RSLyC6QYGKPauMXhpKphJ/cMf/vDdTGjBhMEZoMcsM0avpRaObX6yetrv7cRDd44LTt03rj3viLjpoqPjvmtPiv/ecEr63H/dyfGvyrXrKvcuPu2A+PPhu8bvf715/Owna8ayP1w4EWytudDVYcjQ4XHhVXfFPQ8+l5bqzj3HLIk43GKjlWP3X2yS9uDbfKNVEpHYc6mFovdqP4rLTj8oNt9w5Vh84bnjpCN+Gdv8eI3kdbdJ7+VjjZWWjg7t28ULr74bx/31suS5Vw2E35KLzpee/91Om8YfDtwxzj1p77jm3CPihguOjHuvPvG7sjxw/Slx6yXHxnXnH5HSPPXoX8cBv906dthqnVh1uSUree0xzsmxlgWfc8ltaeBuvz3l4Em4/25bJk+6JRaZJ/5SieMXW/eu3J89/nrsbnHsATvEPHP1qJR14zhq3+1TeZepyCmRkbN2T8uK/3b+jcnzsaD5gJcc7wgTDbwnGIX2rELUmSRA2jlwIn969+6drlvaikzbf//90xK88847Lx3UU70XFC+6HXbYIcVl2R6vHAaiZ9dff/3k8dOzZ8/k7cPjzNYCPHRct5R2nXXWSdfsnSSdDTbYIMUpvHw3182+CwqmBSBhLEtEyPD8dHAW4gR4d/HkauxG9QVNA6QVbz6kmO/GkDzRTFzwwnv88cdj7bXXTn0hjzQEmr4SoaYeeesZb6pH93hJq0/EGaSJuEpc4kaMue95Htz6eOHy/nfgOwKQh6CPbRh4a+qjjUWReIg7pLCDUaSLvDNpgwxEPprg4fGJVJT28ssvnwg5ZVEmXnw5T+JB5skb8o4nH9IZeOm9+uqrhcQrKCgomEooJF7BdAMDHbPc3bqN9dyaXCBYGLQM3oKGA5nHY6xt2zZpySiizB5u9o7jLVf9cc1HGCQXTzp73hkA1wJJ9dLr78e7H3xWd2UMpOU5z/jOQ00cloE45CHfE788gXvCwshRo2Pg4KGVQXT9A1Zhc1naN6Qslfs8AaXbtk2bcYjIjI8d3vHmB5VB8ph9aMC+d9LI5U9xVH4ThbyTEYjTPWE8k8OLyyEh9g4saD5QNwg0xtW6664b2267bey9995pLzukHvItG24+lrK6btkVYm3HHXeMDTfcMBmY+iLEQAbjkWeHpa+WXklHH8i7jwHqO2+/3XbbLZ3OxwvILhvywuDj6ccjw0E+lnDZP09+r7322jSBwegrKCiYNCDKtUOer5Ys8oTVRrU1y+IRROVglakHeydn5GWj+j9jPx5seRLDNWSrPhgpaw9S313jnYdkQ8KZOEGg1Qfef9ITl4/4q+EUUf18fg/YigGxaFsEYfNWMcg73tWWzPqOaMv5rS6D6zz/eGQj6AYNGvTdfUD82TePl6F+Xjmq79fmr6CgoKDg+8PY3rigoIXDRr32b2rq5bSM7Uk9la6gaTHDDB2TN9yvt9+w7krToNfSC8XJR/wyFl94nrorUx5bbbJaWhLsMI+mguXGh+39s9h+y7XrrhS0dCD0eIM0tcccTwzkXvESKiiYdGg/iB1L0y1733333dOyS0vWTTza1xLhUtC8wFMNGcdDjcccjzgHniFlka+Wxto/FLHmuv3tTJxYwoowy1C3yDtEnEkTz/GYe/jhh9OkSm2/jWjLJxn7iMu2B/p4+zLajuHTTz9N+/chh30QcMg3noHC2ueU1x+yUXo8s+mZMsmHsPZeVQ4ehTy1nbjuuvtgHG2ip3rCqKCgoKDg+0Mh8QqmGxgM8SZpykGHmUmbxttrpGDqY9TI0fHwU6+kgyeaEm+/90lcdPXd8fFn399pbG+++1E6lGLAoLF74kwu7Jl3/e0PxwOPjlnOU9DyYZkXTzzLppoS9k2yJ1/eRL+goKDxQOAggBxKYxktQsihApbXmiS0lLFg6sDSVgdf8I6zp6j9RpGu+lRjSXuHqif7lzosyL52SDzLYRF2SDgEnn7SASP6YXEhxTLE40AMe9ghbhFtDq6wtBWpSwcyEHWWx9pqwee3v/1t2kYB6Yes86z0/ZYXh1U4jMIWCDzxePHRp7322ivFxVNQvu2FesABByRSTl7kSXh7AsqrOOy7yjvUOJpHoTTsldfUk0MFBQUFBQ1DIfEKphvYJNrmvJYAGDhPLsRjVtVyNTOfBVMfDsK4+l//bXKS6tO+38R9Dz8fX309Zj+Y7wOPPPVqKsugQUPrrkw+Bg8ZGg89/nK88sYHdVcKWjoYgyYaeFQ0JSwX+8c//vHdHkkFBQWNh4MrHGRz9tlnJ0LGPmf2xzSuKJh6QHbZfsVWAwgvBz/Y6gCBZwsDXnNILIdWOIACqWZrApMatiDwsbcc7zXklzq25ymPy+rTri2Vtn0B4g6JJ27x2UIBqZZh8tnepk6QpSM+9mKWL3Hauw/hJ4y9n8Vnf1RbHojftfnnnz9OPvnkdN1f+6Ty9rQ1gkM6eIDSQcSd9JXJVg1IPPlXJmEcfmH8K83q5cYFBQUFBd8fColXMN2gb9++cdppp6W9pJBvNgh2lL7lCfb+sHQg7x2C5PPXjKMlB4Pq9jNhCJspt4zhggsuSIOtQw45JA12CqY+ZujUIZ3ousOW69RdaRo4SOLvf9g9FllwrrorUx5bbbxanHDIztG9W5e6K5MPy2mPO3DHdJhGwfQBy58sndJnNSUst+KJXJb6FRRMOuxZhnzhzWXJpZNDHT7D46u0rakLxFleueFvJqyqvyP7EHc5HLhn/7pcf/6qT+Fcr4Vnc317Vrj66j/fq/4I5/m8V52/fvOQkzcf37PHnHv5uXwtl0H8votDPn18dy/H4znfeRpaKlxQUFBQMHVQSLyC6QZ5+YAlDsg6S2BtEO/I/ltuuSV22mmneP655+KJe++KHbffLv590w3x6mMPxR67/SYu/Mdf47O3Xk8bCfNqYRgjAW34O+ecc6b9oQqmPlpVBpyWnw4Z1rQHN3z59bfxzItvxaDBY/aD+T4wZOjQ+LrfgBg5suk2j0ZMv/zG+/H+R+OeslvQcsH74i9/+UtaNtWU4NlhAoO3SUFBwaQBgYdY4dnEK8tEoQnHTz75JE0cFhQ0N9iawVg6E4cFBQUFBd8/Sg9cMN3AEgZ7k9gPxAa+lkZYeoDcM+Np75J2o0fGRxf/Nb64/7bof+YRMfxv+0ebJ++JQdefF22fvT8NXmxmbN8QM+ZIQHumFDQPDBg4OE4954a49pYH6640DV5984M46+Jb4oOPv6i7MuVxy91PxElnXhPf9B9Yd2XyMWDgkLS33z0PPld3paClw8bn9luymXlTwmm3TjXk1VxQUDBpsIfZMsssk5alW9roYAIThLzyeEAVFBQUFBQUFNSikHgF0xUsA+A5YkkAzxR7gtjEd6uttkp70iy52GKxWoehcf6ys8Wqlb9zDesXf1565thutrbRtV2btB8I4s/zSD9efWU2smFo3apVjB4d8f6HfWPI0Mn3lHNIw7sffBbDK38zOnZoF7/8+fqx6vJLRd8v+yXvhslFv28HxWw9uqVluvPPM2b5CNLX590PP49vB07+wRMjRo6Mjz79MgYPGSuXdVb9Uez+i01i0OChFXlNvkcGeX3+xTfx20qcm2+wUt3VgpYOXj1O5n7jjTfqrjQNnGqIyOPVXFBQMGnghbfpppum0z8322yzNA4xObjKKqukd0xBQUFBQUFBQS1aPPtwzjnnxD777DPO58ADD0zLJy0tawgsaXCMvOWX9gGaFLz55ptpg1np2xzWxrI5fX8ZWPZXa+p9iyYEBMell16a8iNfZ555ZtoXbnoB8i3va+I7Yq5N5a9G0bFNq2iLqKl8b9+6VbSrfKLyq3pvkYLGYYlF5olOHTvEUadcEgf/8YI486Jb4obbH44HH38pebp9+vnXiXjr9+3AGDFiZCK2+g8YFH2/6hef9v063nzn43jkyVfiX/9+LM655PY49E8XxiEnXFgJNyqWXHTelIb4t95kteSRd3Qlnfc+6hvvffh53PfIC/HFV/1j6LDh8dU33yayTLuzVHXUqNEpLUtXEXLCvPjae/FwJa1vKteuveW/ccm190SvpReK2Xt0S+nMPccsMf+8s8U//nlTHHDc+fG3c2+Ia255MB1+8eKr78XHn32ZyiJOJKN0Bg4aUslDv/jsi2/infc/jSeefT1uu/fJuPCquyp5vTT2PvLslNeeSy1Y0cvWsdoKS8XyP1okeePdes/j0f/bQSl+h1KIk4eea/KvLY+sfPQo0knpVmT4SUWm9z/6YrxfkcOzL72d4mpbiXvZSrwFUx+MdP2JpXPeAd4v6tKHfk7sHZXD5GcQag6y8L7JBMACCywQf/rTn9KkgwN4Ghp3LfIz0njrrbdipZVWSt7IPJkLCgomDfbftWflJZdcksaIf/3rX9NJoE4zndTxZkFBQUFBQUHLRqvKoLxxI/lpDJtvvnki7BgamXxhxPDG+t3vfpfIqwktWTDAuu2229LR8JZfOrmp+sj3hoBRZe8g8SCLGEHiOProo2P33XeP9957L+3H5vh6A7iFF1647skpB9WONDzooIO+O13QJrYHH3xwOra++vSs6QmjB/SPL/fbPEZ++n7dlbHossshMcPWu9X9mjYwakC/+GrfSnk+G7uUru2CS8bMp1wTrTpM/lIdh34st9xysXLP+eOyMw6qu1o/vvy6fyLgrr/94XjupbcTUdWhQ/vo0K5ttKv78NZr1bpVIpowUogpJBV9RUrxJkNgIeGGDR8eC88/ZyLttt18zZh91u4pHQTeZdf/Jx5/9vXYf7ctE3l1+Y33xSF7bFOJcnQiAD2z9OLzxV/+7/pY5gcLx6brrhCnX3hzzNilc+y8zbpx8TX3xKtvfhhH77ddPPn8G4nQ2+eXm31HFlqWeu9Dz8ZV//pvPPLUK4mk69ixfbSvlCF/WlfK0aoVorh15a9+ZwxpKA8jRoxKkwPKw8uOZ+LsPbrHZhusFDtuvU4sssBcqczSPf/yO2LdNZZJJOIxf7k0HbLx883WjH9c8K/oVJHfbjtunMjQ197+KA7cfat47NnX4s77norf/2rzRIyeefGtsfNP141FF5or/u+S26L3aj3jp5uunvJVMOmgj723OTSGt+oSu+66azrk4Ve/+lU89dRTyavGATp+Twj6Xhva//vf/06bhCPcFltsseThi3SzVN/Sf5MN/ppo8P7wnL/25jTxggRE0CHvkIF+L7LIIumEwYUWWih5451yyinpEB/vMuFMGPXu3Tvpofikh/gTRloIBHHOPPPM6fqDDz6Y3lvidUAQeH94riXCtgvq5aGHHkp7lRUU1Aftwv6Q9sr9+c9/Xne14Xj//feT551xqbFoPjnf0tq11lortfmGwOFajz76aJpwNpYEcRtnWvZeu2JA+F/+8pfxwx/+sO5Ky4FTs/VTE6oPfbPTZ+3tNj54B+sP9bNgXGw1x5SCtPS1vDMHDhwYM800U92d+lEdvn///qmvbk6g0/JFp+n2hGwn2zKw0TzjfadMX3/9dfrrtzqYWByNgfi8Q73rMqTtoJlqs1j60lSO6utsSvfUAdvJ91xeepJ/q0e/G7NiR77Iw2nHtZAH72t58l05lCFP2k0u8kQimStLNVyrL08Tgzjls779c+lGHnNMrAw5rLLLS1NDXakn5ZdGQ2WqbMpYXb6sC9pwbTzK4H617lVD/er36zsEpxr0xKGM1bKTF3oxsa0YJpS/poY8qbv6eAX5h4nld3KgnOLXJlsa2hzr7PEWDB5v9gRizJx44omx2267pWUKDiR4+umn0x5njozXAB3p/8477yQDyDMahg7dHiWOdc8Glv3QKCVjyT5DwutwNYbajpriPvDAA8mAsmTivPPOizXWWCPFp6HyZjAL6/h2LwXxOyRB40WQWLKEBGRwGTz4iPPDDz9M+dUZIAG97ORXvl577bV03/Ou1ae4DE4zvwwUXhqWiT777LOpLBtvvPF4O5cWj2FDY/CdV8boAf3qLoxF+16rR/ullqv7NW1gtPLcUSnPwLEv49bdZ41OG/wsWrWd/A5NB3zuuefGPHN0S8TYhNC5U4dYarH5YqO1l4sfr7diIs8WX3iemG3W7tGxQ/to07pVdGhfyVNlnMSbbPjwysCvY4foOoOBW4eYc7bu0XPphWKtlX8YW268Suy960/il9ttkDzWus00Vl/pO7Jt3dV7VeLuFqMqL7Tulfs9l1ooxfvKmx/GD5eYv6LjneKBR1+sxDtzytfzL7+b8rhCz0W5SMW8c/VIxJnn1lz5BzHn7DMnT01o375tLDT/nJU0esbmG61SeWaxWHKReWOu2WeJGTp3TC/FDpU2rEwDB3vBj0jEXtcZOqc0eswyYyy9+PyxxopLx4/XXzEtcf3dzpsmgg0Z6Z0qjjkq+V971Z4pv/oWcSy16Hwx2yzdKvl9J5VBHp964c3o+2X/WHX5JdMhHPbuW6HXYjHTjF0q6bWPXhVZ/6CSnnIoa5JzwWQBKXvxNXfHqFbt055W+uVll1029aE8nNdbb730e0LQz/fs2TMZX4g2fforr7wSjz32WDo5+4YbbkiTLVdddVVcfPHF8c9//jP99dt13uGIJsa75z777LP0HkEq7L333onAozcGpx9//HEioxZffPG48cYbUxrybXIJieDd41102GGHpf4fuYcA8K5AMErbe8g7y7tLnhnAU3LwNTVBLjwOGfvT66RWwcSBKLviiivixz/+cfzgBz+ou9pw6C+Q6r/4xS/SiZ/Ghz4mc/UPDTWwjCmN+xBzuU0ax/Loc9ptbTzCa/8tcU9ffZv+aUL1ofwrr7zyBMtvbI2cNca5/fbb02/955ToD/S3+vU8acBekdb4iLna8CZUlJd90lzgncS71HYO9nlccsklx0sakDEbRHt69dVXE4nBLmHPsMvYcOy0pZdeuklWw9x5551x7bXXpj2uM1kibe3HdfVNRxw0Y1LNZJt37x133BHXXXddep96L7Ix6QUyXDs2+aN88uk3+8r+lplYbwjYlupffdaSZsbc7EkH8tEBeenVq9d3ZZgcIHaMJUxMsC05mZADRxiyeO6559I2RI0lQ0xsql8yqfXcN1HowEDX2eITgvGRMYlwDhRsSrCdrdx7+eWX00f57VfaEPL1nnvuSba9esi2s77YmEkbrrWnjdvUm7FffaQ0Z5633347tZcJ6bp2ctxxxyUdznJVX5dffnniNiY04YC7GF/+mhqPP/546qdwKLV5Ms7Sj8lvQyesGgv9j/bikLcpQf5OTUwXnnhPPvlkXHjhhbHBBhuka4ySCy64IC0jPfTQQ9NsnJc+40WjAMp2/PHHp4bsug5b5a+99tqpod93332p8TC8QOeU9zGpBsNOo9p2223TwEynaOB00UUXpY5eh+hF5WWns/DCZrgh8nhyaOwMJi9phzLwHKToRx55ZHrRMNK8KDTik08+ORGOlsUavBmcMOSkWV8jRRx6wfIwZIwh9bbccsvp+sTB4onXODTGE68aOh0DhtF1XnZjPmPvffcDmZUWNdd9r7SZ5K3nb/J0+9/BYC3EzQOudZ133/ARIyptuXUi5HjCiQM5xrNKWN/lDfknTEPSyOFlO5dHWmNKUfelnrKkcuS/lfJMCKKUDsi//LrIg9HyY16L7Sov/Erq6Xfbtm1S3KnslbgbMhgpaDiawhMvw3vC8wZWJm28V3x42blOnxBxjBjvIf25vwZ4jAN9vXcErzjvLka8e9W6a9Y26ybDxOwkw+P5559PBpb9uKR38803JzLBINng3SBvxRVXTAYW49X7S7zikYfqNFoSiideQUMwuZ542rwxm7Ec77HcnrTj+eabL7WxhqB44o1FU3ji6WsRN/pSfxn5xswIBONtZArZ6a9NnuiDkU3GRL57V+vDETh+P/zww2myn+G+6KKLpnpS10hcfa0x/9/+9rc0drcyB2G0yy67pLrU/7JFOB5Imw2AJLAySD8uvPG/v/p9uiScPp8TAaKEjbLEEkske0E+ETGrr756+u4dYG9o9k01QSlNk0mcGVxnK8gve0X5/FZefST9QmRn0gnB9MgjjyQ5emfsu+++6b59qDMxQYbkkOOg8/LgPfTiiy8mcsR+1Wwo7zy2GNKD/SU9E2VkIawyai8mo8iJzebdpdwmp8hevEhEdY50YRuSoToBsmATZkI0w7v3N7/5TbKl2HGcJv74xz8m0sZ7UF3wcFde5JsyWOnlncnW1DfIP5khZ+iC/IuLPiEB7S8Lq6222nfx0zuyQeZ4B5EHskabVtYDDjggtXHpqRdkCdnSF3qDwEfukY3ykIXw8il99ie9y30DfTUhwQtY3dgug12Y7UF1ikiTBl3ynWzIXFragXJKHwFmnIH4Q6CoI/lWD8ZIdF/7oVvHHHNM6kPJ2MSZsPJkwtBkRs4f3aVHbHnlI3/ty+QimWoL2hq9lmbes9dkqvy6jzSik+S84IILpvTJg/yQd8KpFxOx7Oe80kBZxSkuJKt4tWPXM8GpPegv6Du5kgkZq3d6rj3Js/T01Wwn7UVblZcM9Y4g1j9LixzVP89s+m+8RkbGjQgwuiw9XIFxp7iR3tqTdiXfdF79ZwJWWAeeuea+95A+TpnIXdx33XXXd32YNqKvE593klUc2h6d8xydpafKjkeh+3RP2dS1NuI+OUlL+cjCqg7tUN+HZPM+lab01L3ya8vqie5zMlIGz3ByMmmhLahbZZRvbUxcWW/pQSYPxSWvwhnz1pLK0xqmC088lbbFFlt8t0xVB+RFyRtB5VMsiq9zMbDBCBu8A0XVSXlpafQ6Gc/rjDQa4b2AefbpVDTY6kEX5fVb52DmR0PWEChYfpYy6YC8eC1l1bCRjpQbqYa8E4eZDI1Go9P4KLtnGJDrr79+ehFrCD/96U/TR0eFBNTpaMy5IwQvHkqtk/GS1uA0Dp2WTjAPJKc7FE+8RqExnnjVoF0IJjqZCLWKfiOdJviphBHWMw0l8EA4z/jrI578O8cJCLv8vfqZhiCHz3GIt94y5E9dusI3tCyCjCHjxoStzq+0xZnyUfmkMlb+NrYcBQ1HU3jiZagjAxMDEoM5A24DYYNz8fgg1gx0eXTr713zfjJxZPDi/abv9o7QnmrrPOln0rs26b2TyT5/xWECyTtNnAwL77M8iPauEC7PTOdPS9ar4olX0BAwiifHE49xgqQwBmTgMDgYRgwQBlVDvV4YksUTbwyawhNPvSJgkDMMTv2qvpnxbhwvDX00+YoLGM7qjZGI8JMHH30Jg9N4iSeXemVzsCtM0rA3kGi8zvzWn9MFeWPDbLjhhomYMu7XV9MJabA7GNDIEGSdPLIv5I8RjOwyKQMmZPT74jPmlwekAltDfAx2Rrfr3hHeZ56hm4gvZI480k9OCN4HiAUHsdBh9gcyRV7EJw52DpkhMZTbPcSad4drbCLvSkQGeZIzufueyQr2DtmxWciF8wLixIe8yJdDBXvHe8sz5I1MQl57Z/Xp0yeRD2w3+WC4kxMyAWHjvQfKQTbIErJSBs+IWx2vuuqqiRwmj0xSCisfiCzEApsSeO8hE5SNXQjqTF6kLS3kDBkZQ7uGzGMrkq24xYmQZqN6H3M8EV4dyINrvKnoBHsRSSlNBI+xhP3f6SsSj56SPSeR6vSRLOqLfJGdCDZEK2KHfiHC1QVZAL1EEpErcjKXk3zEQQ+VU70glumRfkl8SBttiuw8I37ypNfKqu2cf/75KT/qkSwQcn4DQpO+Ah2im55j54qPPrtGLvpk7c14zD3jGMS4Osqkn/5BeHroGeWi/8Za9EQZlU/fqa1q0whOdcj+ppvCuUdHtQ+y96E/CF1jKFwDfdUfK5f4lF37VpfqI9cDIGvJHLQ17VI+yUe7kQ/tnkzVLTLKPeVVFvJGKOozkHzqTj+g/cmj9OUH/aOM+i1589F2tAl9knyQqbatjZx11lkpbiSdPEuTjknXs2SBBNVG6QA54xZwKOKSDx6IdJee+EvncDTGndqodOkMfdKe1Znr2rO+Sx+ALM71Sx/1GeLXn2tD4qDr8gfaBjmRvbyRgb/qCIdCl6ZVTLs5b0LoZJFXPOnAi4/i6ri9gHSQKlkHpLFQUrMkGgCF1vA1KB8dZjU0FnFodGaRgPKYeTDjQ7nFSbl1/gZbvnuxIRPNtOi4NRS/vVQ1DpAnpKJ7CEadvk5c56TToLA6PY2lOl86Wp23DhbjrfOSdwMAHZFOHqFZUFBQUFBQUFAwZcDTw1jQEipjSmNDk8SMGmOygqkDRqmxMjICjLcRKCZP6oOwjEYeWDxXEFxW4DCSTQZ4DjkiHkapvwgKq2uMwRmuJvDZF9mwRDwgtrK3NBIp6wRyIXsYCY8AYEtIH4nLSGfMmghC7IoHOcyuQSyY6OfZJM88/uRPeIYxsF0QgTySORIgNxjPyok42WGHHZJhjCSR5o477piIQGGqwUZCsjG0EQGZDJIPZCMZ7LnnnqnsmcRgZLO7EDw777xzMs7dR/4gBXhQcoJAgPCeQ3iY4EJKI1CQZsrHpmLPgTLbTgkhJo9ZdoiNapCbvcG32Wab9LEctj6QG1sMEeO7ONlVyoNoySSjdDPYWeSF+ON8wbmEfBAibDkf5ckrwuoDfVIv5IMEAUSGuDmBiFdeEFcmnxBSriNU2HvqjE4IZ6VaJovIVrr0KuuYfJnEIoftttsu2aXSpUuWwKpPtic9JVueoOpAXSPL1PX++++f6kZe2dpIQXWHmJZPday9ILHEY1sBda7/Ixu2qLz7gPYoDivYxM9mRawpj3zKPyKHLcxmJlPtTntGnPGmpG/qQTskOxOjwtFrpC0gi7LHHbhHP7Vlfbb2Sp4+yDx6IN/avDyzvQFRTC+0TbKgl/QDUSsvdACJxZOsGlnXyVq8yojIQ8zJkzKQa/Uy6kwY02kEFVJNHdPnTBjWchRAjmSqrsWHPMVTcOzxbtL+yUJ94DHInuyUXZq8ZXEoZE4+CGJEYNYxcSoz0pHc6JL8axt0MedX/fCy1F+JV371E9qUPkadaN+33nprkguvTOmSIT2mC2RJ18a3V7O+Uv+hv1NO+ZqWMV2SeF5CXlSUyctO48FWUxwsNAIvv2hq4cWm8Vv+QJG9FDU2L9zxQXhknQaLaMPiU0AzWzoQ+amGRubloIP0MhO38BqhTo9SgxeHDl1ePeO6v/KjDGZiNI78YsxQ3quvvjoRfRqkBkGh5ccL28wjVrugoKDlYfTQoTGqMqCpdDx1VwqmBAx4DMLKZ9r8ZKOhoGBKgtHow+jn0eHD6GP81WdwFXw/4H1svI8cybAEjZFqzF075hcW+ZGNagSKMMbiyBGed7aqYciyO9xjqKp78dVnTDJGkU28fpAvPFPGZ2tIvzo+dgAj1VI743p58Kz7eWlZ9mBB8vCQyfdBfEgoeUa6INyyPiqjsOwR5CKjmMdYfXJBqlieikjhPZMdBNhfZJHzLFw1IVEL8mEXsZmQIbYC8px8kic7hw2knDzElFlbkifgfZfLPqF2RcZID947PspeH9iQ0mVnSds7Qx4Rg0hZ7Vn5kD8ZiArEC+85DhrK4j0jP0gINh0ZVBOptfZbfZCOssmPeNQBj05lp0PKLG85fd5u0kcO0xNgh8pHdR0Ib1spcjDJoA6Vjd1JrxFv0pA+pxA2MW8pUK5cL2xXnlSINHrGFv7LX/6SSKAMZUX+8Dyjjzw86TybXB1wZkEqalfklGWPOCJ7daZMvDjdFwd9o5vaj7SR1ghl+sgmJxP2sDjJD0kvH6Aty1+2z8kVWYecVBZlkh99ArLYtdz+xZXbs3ogA9flGRFF58kx6yPk8BnaBx1C3CkLTzphlENc0lL+8S0HVZcILWGkK1wtUZihbD5Zh+SZfMhROjwW9YPK4Zq8q3/5kf/8POAtEHHqEb/gXQbizp6sCFM6pT1n+covfcStmNhQ9qz/6if/pa9kIF1xIuW0OWQg0s9zvPByu6+G+MRBfjmuaR2TvzvoNAidC/db4F1nxgLrTMF0VJQAW55BiXPDVulmdpBxZqIoqU4pe9nVguJTZu7SOhOdnFkYsyOUWAcAuSEDZcUi63AYgjpSMwvyib3PYXXU+YUpjxqRBmawgLn2gvASVi5xZigDYlGZkIOWBPDm8/LDZOvIdFAFBQ3Fux98Fpdce2/dr4Lmii6V99pKI7+NDl9/Fa/NuUC8PXTsXoQFjcOIyiDLISIzzjzufqMGCAZp+ncDkoJpEwbRvDbqGwwWFDQVECFWaiBcGIVWbhg3MnQYfAVTB8gcxrnlaTxh9AeWAqojhqixN9IIiTAhMJ5NprMpeFBZruj9kJfgTgjG+jzg7HXNs8WkfkOh30IA8szhBWTJIsNV/kH+lYPBzX5h9/AeYhgDHUSg8JrhNYU4y/YG+E4+iBwHLZAFQi/vH8o4t1SObcKoVhbGd7al5I8BLj+eRY4iB6ptlWp4Tty8qxBA3rOcKKplIi1eXfpthJP7nrOxfUOh/Owf9Z+RVz9lIDjYgPKiLhF1VkmRNxIEqeC38vidgfhQB0hGthYyjZeTfJMNOYhbGCAL+oNUQZSNj3RAnCCvxIGo8RFnLarTZxsiE+mGdNQnwofNmeEaObArM8gCKcYDjy7znqPLdJsXGvINCakfc1+eTEjQLV5UviOWLVtW/gwkjvqid8g3NjOd5eUlXvBs9swjJ7pDB60+Q3RJ037x0ierU089NemV9iOf9AKJh4REStP/vJwzE8A8CYEM2d75/U9G7vXp0yfZ79q0OHiITmiMoB6QXeqQvU8mDZkgFKe2T/bISeVQdvkSh7iUn3zrAz0mD2XznPeM37n9TQjaFlLScz7Sy3qov0OuKlfuK6ohP9qPJbo4DONg27/oD+SZ7HjQ8XDFUehXQXm1J95/+hv6oW3xAKwFmdAT+XFf3Wl79Eafos+aXjBdkHiUSseiUwWd0NVXX52UCaGmM9XIEFtIPO7MFERHoGOhvBQfeUfxMolm0OV3dlH3TG0nq+Ej1HSaDsTASue4vGx0LBoDZdWBiG/XXXdNLyAzGzokLwiKqgNzX0dbCy8LZJ1ZNWF0MDo2MxteYNUNV+OUtvJpYFxYhfPRkMw+6NwRiUjDgoLxgb7oNL3Uf33QP+quFjQ/jI4ulfH3bgvOGD9YYKYY3aZVvNP3oTjx1a/ircGj0rkbBY0H/d9i+dXG6V9NglhqUj3L/L1h+LAY+eS9MeqN59OgqVVlkNVmuXWi9WK9jMjrAhU0BOpU31ZtwBQUNDWMu0zA2swc6W9ClXFjXFjdrxR8vzDONxY3bs/GJqPVNYa0cTMvJeSEJX7qyvsAfM+EFw8zBIeliOwO96z6ETbXr7C+I6R43jC2c1wIGvphjF/dF+XwlsxVh3fdd4a4pWxIB4QTAxqRqAw5DALO2M2SOXYRwqQ6HjaAFTsIH7/pKr2UXx9kFaLD89mQtjQRyAvxZF86+We/IEMzqSV/DoBi5zDq2V9IuiyLnEfw13WkBtKEd6D6UW4EQX6GrcYO4qTBLkP02KKoNk5/pcUxgs2EyMpAjCAlMzlIBlYqsRHZkQgrsnRdWdl4SEoEr/L7jRxCmuSlhBlsRM8jQtiWlhNyJEHA2T8N2Gael0/lMZ6w1RNZKw/5c76wgkq+lQXZj0A17vCbx5h3V3Vdqnc2Hzu4Ov1szwqLEKMryD7PIJvYoDkeBKByI2nYqPKgfhF9lmKrQ6SPOMlEOM9Li35oJ+xxXpTukam0hNc26AMyGansmvK6n/VePbKxOc7QS3mx7JbtrJ3Kv7SMvZCRwkmDTOVHfTjIRHzak3Zpmaq2qQ7kH5Fk7MS7T1vPZSc/+id9Oqxd4g4s/6Xb1bLO+pZlSmfZ1K6RITkIA/7m7xl+0yMONghP8lAXlrziE7RZchUm118Gz0t8AXKSfkrXfojCWQpdnU/fpVV7DUdgaW3us1zL2wR4T6kXZBs9dM9z4Dt525KLLOkveWYvPdfUibalnvAfCEH5RfAi79xH3kpDf1Udv7z67qwA9U0uiDzhxEWn1E01sQ/5ufw3X/OZ1tHiT6fVCDN5l6ETpNyUUUPUOMzs2DBTh6tz8vLBYDsoQoM3sEKKeWnkI9O9PDUML2SknLgQaDrdauSOGzOdWWUdrL1PbD7pvheZmQcNXIeN8b/kkkvSi8GLU2Mx0+AlSPntyce91kwGIhJ0zF7YCEMvZApNyb3ENPZqKLNGIP7M5GuUZjx0zMpsWa3GPD2hnE7bONBFL7KGzCwVTD2M/vbrGHnPdTHvaw9H11Zj3PaHjRod73SaNUZt/ptoM/9i3uDpekHDYYBhIKn/Z9gZ+Ew1DB0cIx68NYb/64IY3ffjMddaVwZpi/4w2v90j2i91PKVOi5EXkFBU4JBZYmacRcjq7GwysLm3cZxVoQweow9GSL2GcsG0MRgyZn9mXmHMFDBcslyOm390FdbHTMhb0fjG6QC45P8jO2N8xmOiAMEQ16uaOxuHMTQRewhEtgLbArvBmN/zyH1MgHg3WGsjUzKhqdwrrMLpGdJqPrjsVVdV0w36eTwiCUkAyMVqWD8z9bhbOAesk26SCo65TeiTVgf1yyb80yOHxHFm4YxrnyIDLYEQkbepKWcSD73PC9shnA5fXLiCVVtiyBE5J/clF8YkLb0GPieUQfkqJzsFQa/9LKHX95vj71CbuIkcw4PjPvs5Yc80bbEJX51yLbKNptnEbbynUEu7DUyyrYSSBsRSAaekwadI788LkZuVcsDwSF9jiLV8lJOZaRj4nVPevSHLac88k9/yIO8xKPMdCBfo0eepQfKKA+cQMSrHslCuJw+faq28cRlOaw+CGmo7qodU9QdmWZZkod8kKG0gd4pf84buSgjcoUHnDwh+shcXuRVHK75Ls2sX57XnpQFyJmu0VuyIO9MxtJrukBHMplEL3wXjn5pr/aUo1+u5XaW8yQu8pAfxBf+oNppRprS0obJQr3IHznIKz2RhjZBPtJ3HyFF/uTCMUb6wvlOT9UxXcltg8zonbTpgbLRV32VehNvbsf0TbpZRvKiPOSvnvQf0idP8s/vgZwnJKN2Ln1xex8pn3h54Kn//Kwy5raOKPZXXpVDeE5K9Ffe9Jmu0SNykx498bzvZK0OyD23Fe1fm3RfevKh/K5neSozHRMO58EBSjzKgK/BdyDyq6Gc9I/86Q55ySMdke60jBZP4ukkzD7UQoPIAx2gNBoSUAqV7TmKo3FQXr91CJSP4vmAhqYhgvAUuxYUR17yy0E8nsuNtjp9nQ2Fk55rFE3Dk1/XVZmG6hlhdVwZnpFXYaQhPxpSfaiOH8hEY/HC9Tw5TG8oJF5BS8Oo/l/HoNsujcE3Xxyjvv3GCLnuTuUF0K59tF9ureiyw37Rdr5FTU/V3SloDEyGTFUSD4H331ti+C0XxejPxyyX+g4VI6PNYstEu21+F60XX9bLp+5GQUHB5GJySTxGkglhZIDvvB+MIW3Ybcla9hyYGAqJNxZNReJNbTCEOQ3Io/qqJsAKCpoa7D57viE99GnTmxMHGMdxoOFVyVOxtt8saH5QZxyx1JX9DnEZ0wtaPIlXUNAYFBKvoCVB/Q++9dIYdNMFYwi8etCqbbtov/za0WWHfaNt8sgrg5bGYqqSeEMGxYiHb4/hN/0zRn/xyTgk7XdIRF6vaMcjb4llItpMl9vhFhQ0OSaXxAMTqXky1SQsmKA1EdtQFBJvLFoKiQe8WBC52dOmoGBKAiXAicVEQkMnEFoalF/ZG9P/FkxdZAep6a2fLNZaQUFBQUuEwdhbL8WIj96OtgsvHa27j9lwehy0bpNI3YhWMfyVZ2L04EFjrhdMGxgxPEY8dlcMv/miGP3lZ/UTeAmtYuRbL8Tw685O++XF6HFPQisoKJg6QNLcddddiWyzz5F9mX0s56pe1lcwdVFNtNYC8TG+e5MLK2kQKhOK372m9MdoTHly2lYbTQ6aIo5aTMl6AXE3Rfy57E1d/kkB8orHZ30EnnwiuKakTBuDLC9/5a2poL1NiMBral3Ncq0P7mV5N5W+tUQg76bHiY5C4hUUFBS0RFQGYQi6Lr84ILrsfHC0W2ipuhtj0apDx+i06Y7R9ddHRIeV10u/C6YhtG6dDq3o8Ns/RIfDz4nW8y5ad2NctOm1WnQ84rxot92+0WrOBSoVX179BQXNAfbmsQ+xJUD2E8ofnnjTqydMc8RVV12VNnm3h1Yt7LPlhGF7aU8J8K60Z3becqcW8tWnT5+0RU5TwF5YyjOxw5nsSWUfKiS0PbQtw5xUOEjAnuK282kKIDseeuihtH/4lADSxeEKll5OLuyJ57COvfbaK+0B1hyBTKLnTv7k6Zq3kJpa0G86UIW8HKTgMJP62uaUgD0FLXOXh6aAfkNZ7EdXC23Kfvr2jbPtgrIWFGSU5bQFBVUoy2kbDy+0vASooHnCvngDr/2/GPbCo3VXxqB1564xw477R/slehViZxJhj1Qns9kjtXY5rUEeQ+d7mT0dOSKGXXBCjHrvtboLY9F2hXWj7eZT8dCNCcCMt03WyTGDLC0F5KVU0DjwIiDP6g25GcbkWTy7Jh+18p3c5bQ2Sr/pppvSCZg2886w17E9kBtK5JXltGPRVMtpedvYuN0m9GSIWN1tt91Sn26PazJVZ/p/p8raj8lBAogFfZi+DSGrHjPsZc0wRwK57rABRjwCwj2edzZe99dhBw62c1qjjdv322+/cfpJG8nL4+WXX54OyNhnn31SW7cxv7jJoNo7BUlg30V7auf79BmJZP893x0u4ITIO++8M5WHfmTdQdzQV2mShetIMoeyOBDhz3/+cyqPdJRfO7GvGlnZaB/JiBgUxl/vReURn+cRpbxQ82EUyuJQBDKthutkQ4Z03V7e/iI63PPd5vdO5rztttvioosuSocYZJCl00vz/uf5sAHPy4t8C++ejfjVjXq2MT/5qV/5d6CV39oYCO+dn2WsbMot7lwe9VR9mIPP888/nzxvnQ6sH6APxtTyJ2/SQuCKV9noo7R8lFP90Rf1CcrmefrncAz9vrTVn2s28xc3fXM4A3jWoQFZF3x3Le/DKH3bhtA5Bz067ECZyMsBBPLhUAqgWw5MkJY6F6e05Z3ekJ+0PacfJQug656l/3RROciCDpEDWckbecq3fdAQv+qLLpoIUU7ykS8Hh8hDHofRE/0p/crI9al80pTO+ORFj/Wpwvfp0yelL3yGtqEM8pcPFNEW/FVeMlN+aYlHHuVJug6u1JbsY6/84FAK9pVDN50OS5c84yATsqEX6kkdk5Pf4iJ78Ra0fBQSr6CgCoXEaxy86JwG9MADDxQ37+aOkSNidGUAUAt74lVGGXW/ChoDBpKBtw2QDfSrSTwDbDPrTib3/XvBiOExup522Er9qudmCANvxvS+++5bdyXSyesMhfF5nhSMH+S5//77p4MRMniM8PQo8px8MCjp5h577JF+Ty6Jx1A855xzkrFXTTSsvvrq6ZS9hi4RKiTeWDQFicc0euSRR5KnGYIC8bb22msnwur8889PYRAD6ki7QuQdfPDByXi+7LLLUjtk1Fsi7RkwKcGTBknGmHcfCYEQYJQjNMQpHvePP/74ROYiZBAJhx9++HcknrpGmjHskSlrrLFGbL311nHWWWclskFae+65Z9Ijhj0yBSmHMKEfiI0TTjghpXnyySenNIShF3Qoe9dtvvnm6XlkB4KNxxzQJ/Iji0ziISHEi3RAVmkrSCkEFZLCoQm8ieSRZyGyQfzGkeTAI/W4445LBAiCxJhS2kcddVQivkC5yEu7cx/hstNOOyV5nXnmmekaIsjJzsi7xx9/PF1fZ5110vPq6tRTT03kiDpCyGh/99xzTyL8lMuJovrPJ554Ij0rHB3gLeVUTOGVT105pZNXFqhDYRAt7vur/pFYZ599dhoH5PKQFzmrV7JHFiKIV1hhhRRWuxdeHfC0vPvuu2PFFVdM8Rpvy6O8SN/z0iBD8tAXKYf80Ql9jIkCaSm//sppx+qAHpHZlltumeI877zzElmmTtTvKquskoisF154IY455pgkL3WDRFOX7iHLdt555xSnOt10001jiy22SHJDUHpOvjfaaKNUfmMi5dNW6Bu9QrwJr36lqz7JVTskR3Wsj1SnZIQsQzQbN8gvspeOko08yC/91qeKXxzkgPSiP6Dc9EN9KgcSbJtttklyowvaFtmSzY9//OPv9EZa2hySOJN4CEzpkLt6IQ/Er7qWX+2CLPW50hc+T1Iqg7YtbV6w4hH+xBNPTIQjXSEn4cmPzUUvEXdIVrK+9957U90q07rrrpviaui7o2DaRYsm8TRmxgADa7PNNksKjdn2gtUQfvrTn6bOB0OuU/HC3n333VOn2FTQmJ02himv9dL4PuDlqXHrPDbZZJO6qwXjQyHxGgcvuOWWWy56zNQudvrpunVXCwpaPkaNGh1/O++GmG3O+WPXXXdNA6zqPt6AUp9rcM2AKScL/i+8exnJBsmnnXZa3dVIRiAiCgnK8ChoGBhelt4Y5DM4MhhmiAGGKcOkYNLAu4Z8EQQnnXRSutYUnni5rqq9J5AOa665ZvKwaQgKiTcWTUHiIUOQUox+HnCMbIQXgoKxzzDnOcboNpHDE098CDSGNELE87yEeMgBkgxp4BpSyHuDsa3O/JYnBI7vbBTeZkgARj8vMYRQJvHEucQSS8QOO+yQyArEAtKAHUOfLC+UN0QAMk3a8iccskffmgkaeoMwQWQhi5SR/YT04y0F3m9IG+XWb+tL9NHXXnvtdyTeAQcckGyuZZZZJjbeeONEQJEvmQjDFgH22MUXX5z0z33eUe4hBBEY6k9Z1B+iCZmFHGPDIVG0Pcs6yVG9IHiQqE4URWiccsopibwhR6Spesrg1UienkNEef8gDr1/2H8IILJgHyLPvMM32GCDJDtEDrKNTiDc1C/iCUkFSDxyFR6hJc/LL798auPIGP0Ewkh51QeySH/yzDPPJHIKmYM8Ul55Of3001P7N0FoHHHsscfGLbfckuxVZbziiitSfshL/4680Z6Ny8mC7ckG1RYsLUa+kTMdkT9pKzeCC0lNx+ic8rCT2ct0S3mNZ3h8WlJrQkibQBKrJ/Kjx/LkWnW7e+6555IcPMMrVd1tuOGG0atXr6TbSHC6xkY2TuLtR9d4viHtENl0RV/GS+2xxx5L9ccjT1r6XeMFeSQnstaGcrl4TyoTXfYeRO4pG2inykg/e/bsmZZGkwMdQOCSF6JQmdW9ulMnZE5PEWmZxKNL6t+J4vRY3pGu6sYzvD8tUUdgqxNtF3FJdvRCGQ477LBUv2QpH8aM4ndPf013lRFJ7VnyUl5EqfcQedItstEGTQAUtGy0aBJP562jQcp5wXh5aUQ6KI3by42Lqoa3yy67pEaocZu5aip46XlRIRKnxlp2L0Adzbbbbps6iIIJo5B4jUMm8VbuOX9cdsZBdVcLClo+ho8YGb23OTSGt+oyQRLPgNx7oKHG+PQEA1uDXkZjLYln0E1ujKCChoGXjfELUrSWxGO0MkgYdwWTBmNF8mWkNhWJxyBkPCJeqwlWhhojrCynbTyagsRDsiAJkKm/+MUvvvOk4o2HcGFkM5YZ40hdJB4SS5+m7SG6GPLu8dwE7wRkEzIAkCYMbwQLhwLjdG1VnfM0QmTII684RAJ7BYnHgGezIJoQiHRPejySAPFhAt/4P3uNKY8+lZcbAhABhzhBJCEskTXIHd59iEFkSTWJJwwSRzl5/PAkQrhUk3i8U/XdiCw2Dw8/aSs3Uo2u63/opQkH700kEGQSD4GGrOJBhjhhkyFUxIUwe/HFFxMRgkSTN+0QsShvyo8I1069exFnvPuqSTy/kXNIGOQN+WoL0pEGogjhhGRChJKH+BFs8opEXHnllROJKE2eachVkC47i96tv/76yd7kUWWcTBfIgvcUr0nkqTap/tUtnULcIai88+gCko73Iq805A094lVNX9SX9OVHOuqUbH3Ui+veB8qhjfstLf2VOBBpyED6geRVH8pPP8mV/klXvtyvJvHoB/uZnpO3fPG4lC7CTtkzkHhkSH4INR5qxkL6N3rk3Y/UokOIRXlDVhlPaRPaoPeWNuB5eicf7PVaEk8e1amxBB1RN9IhZ/nijcgOR24C+kN82gmiT12pa16fvqtXS6bpPEIOwc37jlzpqXaWSTz1Sr7+8tIzAaPvIBN59AzuQZ3KA9lrk5kQVwYkKF3HT1i2rI/S5+gTqkk8HoXaE31B9NF7Oo0MpVeeo2MFLR8teg0V1t8LT2P3YvUS8qLwAtR4NBKNwawaF3HrzM3saDReNjpPH52QhgPiMmuC/c73xKsDFEe+pmHWQkcujE5QB5GhI9HxVKdX/byZAx2NPIP05MEgQqclvzqN/DxWXicAOlYdqJkvMGiQB7M6ZiDqS89ss/jdIzfpyINOvaCgoKCgoKCgYPJhctk4FBmCtGZE+xhr5nFcwfcPRBoyw3jYGNuY2XeGPCAKeJtVe7uoR4QDgx8h4m+1BzbCTB3zHOOBgyyoJVcz2CLikzbbIRN0gJhg28gPe4D9gPTgecZO8N0zyJIJkcAMft6Fwudn5JcXYC0QIggWRB2iCgFYC88iweSLbcJmQLzZ44uN4h6C+eGHH05kYiabq0GeOQ5lIwPlyHKShjK5x5PKffJAaiC+kHNILaQ48qkWvPmUL9tt7C9kqeviYuuRhWs5H66xkcSH2BJO+dhxtW1UvOpKvOwn9aiukH50xgexK8+1yPKTL/Gq18ZM/skn/SNz6fAIHN/z5KwMPsqjfskQAcc7EUGHxEWO1UK9yWu1vOrTmVp4JhNzSDaejPIIyiwu9jiyk86In/77S1cbOqGRIbz8iyPHU+23pK1oj+qaV6Kyj28JqrblWXWLfMQjVEPbUHfsbcR6fXIDvAPbGnmM/MwkOagT7QKpScbqoz6o02z761NMJiANEbtsfh619Lag5aNFk3g2kdSoNFQdFOKNsvPMM0ODqDI7gtgSRuPR2XpJc2fFZPvYs4GLOJihsa7fbIJ7fns5eWFzZXbN7FGfPn1SQ8/ILLwOq3fv3onhN2ujU9BgzZLn9MzqYt7d1xDNemDczRQAUs0sikGADg8xaaYwP68DyQMNrrlY/uwFyOXazIfOQ7lyemaqvHzMIphhMSvinhk1rL4ZEjMEBQUFBQUFBQUFkw/GGAPVxLFxJm8RH+NSRlrB1AHCwTiYdwtPHRPZiBV1ZSyOaEXsIR8QGIzpPCEurDG48TsiKxMHSAXhLXPlMem63/WBxx/vKUsJeSEZn2eIxzhfHDx9xMew50XExrH6hg7xGq0mGWvhnjDyibThTYcEQB4oD4cA+gnSRJqxA6THZlI21zKQIbzI6DHPRSQWzzDeYGQmXgQNIgQZVk10ILPZTPSefUPuiCjepX5n0ou3KmIMacJ7jl0nb+waNh1ShlcTu0qciDb5zbDMGUGiTuWTXNmDlh+SNdsLkWN5pTh5TiEGtUUeeJYgI2GUT7y1JJ4yINLkgT1FnmQiLDvMdTajPNdCftUhGSMilZ0eNAb0k0zkIesnkq0WyoxA4gVseTV94VVGXjzP5DPrfC14uZIXLz1yRBq6NjHQD84yPAnJXv3REeAhyBOTziHTEOTqUBraGrudfDLoA92zPL2+8oEw6kybsKRVGtXlUQfkpT4mJi/ejAhvbYuHJoK1GvoLHqa85fAN9KC+/lt60pAXeqQdZYJeftSBdo+LUF5tVBjOP0hO4OGnTNq+ujMBRG/Z+9pZXo5f0PLR5lh+yy0UOmKdoI5IB6Oh6KjMgnDL9ZLVwbqv80fcCcftViNDfpk14FaOLLNEBdklrBcQAo+Hmw5XB4EU40atkWpUZtk0bGmaAeC2L7zvGrp19zo0bu1ca7nGy5sOhLuvjlHHxX1XgxS/fMsL91wzFdh37uQ89RB59oPQOXgRIgx1iF70Xkgavg5bZyBf1tMjOuUfySi8jpVLLzkg/LzgdLgGG9zTG9JRT9MYNjQG33lljB7wv7MY7XutHu2XWq7u17SB0cpzR6U8A8ceB9+6+6zRaYOfjTnQYDLh5eIlPs8c3WLrTVZL1+jKyMrL1Z5h330q17yg6hu4TEnIi/Rbt266dEeOHFUpx5gXbnPHlCh/Q5EH9/XJSb4q/08TMhwfyPXia+6OUa3apwGtwWH1UkXlN0j1V7+uD09toxLOtfzJ7SL/Hp9nxoTgOXFPa/Jk8BqImkAzaM/gLc5wJbc8U6183tUMDO9lcjJI9i7NnvSNweTIuxpTSvaWQDIUlN+YoiEwbiFPsmD4Znjnm503RmAAF0wajN3Il/7lJWMMN4a+yVvXGwvePQx39WWCOH/UISO0oXplDGni1xLZTHggZyyr5JVUG4/w+i0GX0uDMbsJ/AnVh/Iz8MdXfv2CticeHmoIPft3qSvtXbtX5/bsJEcGN8Pb9gD/z959wNtVVG0DXyG9F9KAhN6LiCBNOgiIqAjiiwoI3ysidlFBRV9BRVTsHUSRJtKL9C5FpPcaeklPSO/l2/+5d+BwuOn3JrnJPPmd3HP2nj1lzZrZs55ZM8PYVq8myBFX+bRJRJvw2qmxtwl9v/V/luVmkgvBYuwvfSQHEsz43XJOY3dAZvmOZOPxZ/kqnZEWMgJxxGbIugCWPlqhJB35ZaNIl12BkENUcFCQBwQb0kU+6Y7ykJW8y5tJfmn5IMbYBp73XXjvOUQj2bBlPO++8iqffNSSMsJI00dZ2W/kmLdbyFDmLENEiXoQRv2oF20U0Ua2+jr1KN95qbo0lU+dsm/EwVFCmbyPkCaW8rLXlC0TJ+wz16QtDmHzHnQ5bmmzv9QbopDNqO7Ur3ywQcmDLSUP5M8OVCZ1S4ZInNr42WVkIw5hPccLUt7Up79+u0724icTUP/yph2Qt7jVgzLItzJnwkhdKZ98IPLkrd6jjC55VnruK4/7ZEOPtBW2prxkKBv9kr77ysjGJVdlkw/vegQZvaTL+j+/1R8iVDvVP8qnMkhbW6Kf9ES+pS9uuiWMvPorfvKj39KUt/xulDfy0YbUD/tZ+clFfHTfs+RO/uKSH+mzvbU3+QB5zeMA+itsrjPxkZMwdJMc5EV+vUfINKfpugkd3EQuhzzQCfUrbf2Q8STdVbf0V7g8XqBfTXm5Fqx4WOFPp8XiI9s0HMrvNyPATAX3Zt5sPNm89Lj36kB0wsRiVo0RZtmp2RAEHjd4pJbnkHw6WsSdOHQeOggvXWw4bzedD/dzaYtLZ4bJt+Erl3SdtAGWxuq+xmwAIm86Ae6xyEWdtZkRDR1hJ15GD3dka/MNSHTmXnbC6JjsVWa/AzNsvOnk2X3Epu+87MwY6HB0KmSD0zUDxrNQWZF7BoXkhaisNQxWRJQ98RYNBkL1e+K9/NrI+N7Pzo7xk6ZE20YDuVPHDnHYx/aID+ze9P5Ws2bNjslTqxds967RnKbwE8++Emf+84b4+ucOjNX692m8uviYPGVanPqnS2LPnbaMnbdr2kCYPmNmzJg5K7p1Wfj9jFoCevbHn3k5EU3fqMo/sN/Se6kjOq+++b5qkNQ2dtvhXdG509uXKDz29Etx131PxiEf2SV69XjnkpfWgEXdE89g0zIi75n82jUQ8wxvCO8ds8pHHXVUGpwuCswi5z1UvCvqYVDPwPB+WlLSqjnhXbmwe+IpgwkxE1HexQbgBrwmtLzHvOcWBd7ZyC3ybkpmCwNGII8QA3vv0+aEPYQM8uUvGwoLgvd12ROv5YAka+498ZoLZU+8t9Ace+IVLJ/wzuCxxYvJ5AbSyt7ntWTT/OA9qe16HxqfIUCQUM0B/S+bjLMGIqpgwUBEsTvzPoDe680FYy972rG5kcrGW+oHGbY8wjjCclyEnPHPoo4DC1Y+LD+j+RaCWRANQsfNgNLhY8ORZl7yCD1kHYYf0WZmgRecATTXZw2/3hD3shAWGGOeEYbRZlBvACUdhkF2RXcNQy4cVj3Di4RxgkTLs0bC8fTTudWvu4ccJ4jLQEQ5dVCOrkdaOlXHgLMpkEfOf71Rh5TUicoDKMPiGjgFKyemTpse4yZMiaMP3S9++8PPpc+p3/vf2HnbeZ/6/MIrw+O4H/4tHn78+cYrSw40yYwZs2La9JnNRqYhbh5/+qV4Y/xb+9PUQlu+894n4hs/OCNGjlnWe1LMjfETJsfDT7yQ8r008dxLQ+PJIa/EumsOjE51BB5stN6geH3YmLj34SHJa3NlgHeFJUreFyZnTJQg+RAsDBP9ujCLQ7KZhDJx1NTyDTBDy5jnleOdtqLCZJMPb3kfnsJgFp5XumuWobhuTIDEY3iRjz3IePrxQrDNhnez+iBbYUD7trG6eBAk4hWHpVLiQCYK7znvb14OxgTql3e8+HmQiFs8PAjlR3jgOSWfJg7pSUFBQUHBW2CrWUXEqcDED2eKhSXwgEcYosRyVR/eas0FNpzDDngFFiwcEFWcSkw8NSeBB2xik4R0xeSp+l5eCTyg21YCcgAqdnfBwmCFJ/F4p3GPNbDn4cbrTKfBbZfrqplLA2ruwYgrYRg6POKcgKNzQbDVo3Z5i/tcfxlJlvbYP4H3HQONCywgEZoyzrh567gM5A3yDeYZE37z2uP6DAb0vJ4YYAb+mchDujE4vMgshWUYes4pU8rSFORlXstzkIeMDnkBBkk2SgoKFhbt2q0S/VftGYNW65s+awxcNbp17RwTJ0+Nf914b1x32wNx1kU3x3W3PpCIpqeeezUeeuL5uOHfDyZvt+Ej34hLrrkrzr745njg0eeSZ9fYcRPjjnufiEur67f+59H4z/1Ppc8/r/h3XHbtf2LYiLFp2e7TVVw33v5QnF3F36FDu9hnt/dE186dkofghf+6I8695Ja47+EG/abXwp976a0pfFPEGy/BR558oTG/98eUaW/tTXPvQ8/GedWzvN2efPaVmFXlUx7ve2RIIs945fkrTfE/+4KNkN8irWZV7fmmOx6qyjYpkY3X3HJfvDZ8TEyt0rj9v4/HqCo/5HHTHQ+nNOTTtZkzZyVPtlvueiSuvOGeGD7qjXjptRFx4ZV3xD8uvy15umVMq+K6854nUv6Vm5cgvPSq8LfHBdVnyIsNJMXosROS7CZVaU6bPiN5072e8jM9brv7sZSHy6+7+00SU/7Vk+vyo7wIw3seeiZ5Xw5evV9MnDglrrrp3pT+9VW9K1uH9u1ilx02j1vvfKTqf985UbEiI0/UeC9ZapH3X/GuslSLx54tE5yiZ48ik0889OqBNOKZZn8W77cM5JEJKJ7d3gneHfZ8QQ7ZQsJ98ds/RRgTWU1NFrU2eCcyzryzswe+vXSUlxwZfLz4DOjJw347+aAq3nRmvi9sPOHNexQxRy68Ao0F9BXkyUhDvHrPqxvEHEJQfLYWsJUGss8SIZtlm123BNOeuLmu5IOn3Nlnn532VkISSovHgOv2ZrL3bcHKA+NQeokYXlbtUV/EQ5W+++gz5jUx0JLQlrS/2gnrggLw/mSnWG3kHVq7dHNhgNjx/s3PNydxxLaSN44SBQsHMmOTZ1u3uaEu1LVPdk5ZXkEW7HdOP74XFCwIKzyJxyCylFbHba+DvM8I8szafdcRbYyn2kbDi81gGnPPCEBsWbpTD/FbSiEMF3772yHUuGubfV8QrJlHLBqwO54e+eeYai8W+20gGy2PlR9uwO4zRrLhZ7CXPQc9zzAz8FGmxVkTL00vSZ58lgeZEcjkYkHBwoKX1a/+cnkce+Jf0ucXp10ar7w+qro+Or7/83PjtrsejZGjx6Xrjz/7SqXPTlpq2B9s3ITJ8bd/3hC33PlIIvhOP+/aePSpF+Ol10bGj379z0SQIbbOv/zf8cUT/pjIKITXn86+JkaMeiORTH86++oY88aE5DX3m79eGc+/PCzOvODGRNi99OrIRIbJz5CXhsWvTr88XUe2/er0yxJZWIuXXx8Zv63iePGV4YlsHPuGE80iEXLnXHJzvD5iTCIT/1bFr0yTp1Rts7qPzHquiv+PZ12dyDEeeqefe21MnPSWgTZ58rS4+Oq7Uj5ffm1EnHbOtfHvux+LV4eOiouuujPlUdyXXH1nTKzCIt2u//eDiWQjo7MvvqWKe3yS9y9PuyyeGPJylc8R8dfzb4ghLzQQc1OmTkueccp48m//mchMxNyfz7kmnn1xaDw15NXqWfUzsgrzWvzsjxfHuPGTYvzEKfGbM65I5OTdDzydZDZy9PhE8l1z832JqJBfxKjr5Hv7PY8nucvPBuusnsi6m+58OJF4yv33C29KdWk/ua232CDla8SYtzb+XhnAg0sfb8bVdge2RdDPM1otE0WwWf7GmGbQOylOH18L7yJEkK0dxGcPFfCesmTSEj8eX95fSCbXs0HsneE9YaIHEYik4k3WWlH73lZG21og2MiVTJFovO3tkWRJqeX/Juns6WQJT95vifHlnWe8gLjIHov+itfEmnr47Gc/m+rE/jkmAu1dY38cW3F4LstZ+8jfTbZ5j3tHgyU+DquSH5NzeTk0QpFueO/KY8GKD/plwhXJayLYclh6pl0vTdBXhD6iWd+R+w97JmcC2ySAvqSlYf9G+VhWZGZBQUFBQcHyjhWexEPS2T+Om7PNILlSI6nySU5IPd4Qlr+CzWHtkWAAw6AyyOdRx3ONR5qBPs878QKyzeaf9qUzi2o5q4G734wE6fDSq51lQCK65p7vBm5IOIaUWXwzskhAe+Uh4hCDDBP3DbJsBmrDTXHKj7TswcDrwMAHwcc4sI+f5bbSyjND9fkHLrxcd8mFjOwVwnhUfiQj48PzZWagYGHRq0fX2H3Hd8VBH3xf+uy107tj1d4NXqndu3WO/ffeLr78vx+OLp07xmtDR8UmGwyO9dYaGLtst3kikG69+9E4YN8d4sN7bx+dO3WMa265n9tc8gizt97+e20bHTu0ix223iS+cMSH4pMf3S1eGz46kVOzZ89NHmDi9xd4yA0bObZ6pn38z0d2iU8fvFf07tkt/v2fR5N34BEff3986qDd45EnX0z76DFo0nOzZsdd9z6ZCLlvffHg+H+H7B19+/So2kJEn17d49CD9khxyQcibsrU6bHn+7aMNQf1i/dsvl4MGrhq2vdNuK22WD8efeql5ImW0bFj+3hPdZ3nHIJwx202iSEvvJ6ISems1r93bLDu6vGZT+4TB39wpxjYv0/c//CziQTTHrfabN2q7LsnkhA5t9/u700HjEyqyoRQg55VXXxs/53imMM/GJOmTI/Xho1OhCVZfap69n8/sU/yArznwQbvxKYwafK05Om4Q5W/z3/6g7HtVhvF69XvK2+8Jz6yz/ZxWFW+wWv0S8Rr9h4c0LdXkjuvSnLZa+etUp2st5ZtA9pEj+427O0cI0ch8RoTWgmgD0YcIYH05Ug2yy4zkE68rYVxEIF3lL65FpZteh9YgvKFL3wh9dsgnD2eEE3iNsmE4LN9Ak8/S0vM9CKcjjjiiER00XX7rLYGmLFXxlrS17s57x3jveZ9rm2YtPMu9n4jS+9HJB2Cs/b9l8GjY35eGd7LyFNjCO9u71fv4YWF97X4xYGw4+1nUs6yWkQe0kYe5Nc7m54UrPgwrrT3ozGecZgJWLpGTzMJvDQgLeSyvkH/Yb8835GKlp+bMOB56jvvXnnMq0PotAkBnzzBDLXX89J2JGBeWeI6gtt423d/ATHugAXj13zCq/smyzPE45p7wtSmW1BQUFBQsKJjpSDxeMoZgFg6lPeCA0aOGfBrrrkmEXqVNRP9q0HUd084If57++3xcDWg+f53vxtnnHZanGst/YYbphn+684/vzLat05xtKkGMj0rQ+kL1WD84WqA83A18LqxMhY+WhkNnatBxo7bbx/XV/H/4nvfwwikQfzH9twz7m6ciV+lGrSsu9pqcfxxx8XDVR7z8wdVee5WDY7aVsaIOK79xz/i4fvuS94TJ37lK3HnzTcnI2C1zp1j82rwh/TLz99S3fvUwQen5z/1iU/ENVddFZ875JCUvuU94tq+cXPrHlWZLzn33OTVsd7AgXH3jTfGv668MvbYaae4+dJL44OVkdehMpIOqAyWwVU+Ewy0Viaru2CR0bVrp3j3ZuvG+967afpsWX3v2qVTuteu7SrRo1vnaF+1TcY2oqwWfvMO4xH2tRNPT6RW184NG7sLb2ls449YfWCfRAhZqmvZ6NSp06NN9dtSztol4337dE9E2NPPvxZfP+kvyVPvlaGj0jJWhJY97H74q/NjlSrOdu2q56q/IC+86xCQ4uzZvWv1t8HQHzpiTDrk4qhv/jauuP6/idRDrtUCoXXK7y6Mz3zjN3HbfyxNmp326sto375drDWof/J2e/LZV2PLTddNnoCWtw7o1yv69e2ZlhMfe9IZ8fnv/CERkZYMZ3Su5CKryE2egSf98rz49il/TyRgj+4N+8SQA/nIN1khJN+oyt2h6ouQqD4IQ3HMC3vvulXs8J6N46e/vzBO/MV5aRkvsnVUJZsz/nF9ytt/H3g6unTqWBl1c2LCpKlVuqukND/0/m3ToSLHn/y3JOMHHnsu7YPXpvrn4JPxEydXMll5+hOGqYklHl8OCmK4WraWwZvLewIxhYSz1UP9BAqjFZkljLB5/xQGtXcaT65TTjklGciZkM5g/CK0TBxZGur+slgyt6ggg3ySpP3/QPlMniHu5gXlQ7zZPNuEGaOfJ6KxQT05CtJBEpKTv8gKfxF3nkGy+o108722n1EXmaxAVDQlV3HIz5e//OXk0ffjH/847cuEuFMedSuOpeGFhPhAIiOEffKegbUkaUsBiYO8zh6PiwJ7SyKy5/eslRALCrM8ILdlpxQi2O3vZdkXAmxpknigfSEP6YJtWhwMgczTP9l6xlYztoxxiIe9mO3taf9Gk8/0Wb9jSbk2Q7csC0ecmxg2RlXn4jIx7XA3ExD+Gpf6bgk8T2TEoQlpbVs/JV4rXMQjX+rUuN2971ZjdAcb8CjOba+goKCgoGBFxwpP4oHBt70PzHDXzsC7btBiwGTwXY3aI26/PbqNGRNrVAOFNarBSrfhw6NPNVhf7eabo+Pjj0efatC+ejXI6XT33dwhnFOfPu2rAeMa1WB4jWrwsXo18GpvD6PzzouOnq3u9a+MpnjgAZt9ROd//SvWGDIkelYDnfR89btTNShdo4o/Pc+Ia3w+qnCrPPxwDKzSX0MalcHXqXpmjeeei1WrQX7bq6+ONpVB0r0yTNLzVd4830la1fNdhw6N1asy9KrCVCOzt/JfDcjkv02V9sD77ouB8lylsUs1gP/kTjvFnpVsxvz2t3Hf+efHfqutFkdW8tkAeWfZViWXyjpplGJBwZIDcYbQAt5pCECeb+f+7ptx7NEfjV22b/ok2OdeHFY121kx5o2JiYxyum1TmDBxSkycNDV+/K1Pxx9P+UIij+wTN3j1vskT7nc/+lx1/fNx+MF7xjqDBySCCRBRPMyGDh+bvN14oyGo2Lj3PPhM8pT7w8nHxAH7bp/2kMO1OMjB8wxhy1B5pJ3162Njr53f/Q4yRj54IE6ZNj2GjxybyDSkwIOPPR8brzcole3+h4fEB/d8b5zx86+k/QXriUJA2G264ZrxkxOOTOG+ecxBscXGazfefScQhPavmzh5SvLaIz+eiWSPYHPtjXETUxi/kYp77rxlnPv745Lnnr37Jk+dnjwdjzl8vzjnt9+Ib3/p47HHTltGzyovPXt0SXvvIVBGjBqXPCXP/+PxyRvPcufZs+Yk4m561ef2qtJFnq6MQPQwdmsPO+JBxkjNh13w2qon4hA+9AuZhQTkzQNIIEtIbfxtWSZvLuHoVH73IUBs38ALjBd3bdrLM7QdS0x5BzHYLTn861//mogyHobzAtLOnngXXnhhmszj7eZgK+99BApSoZa0QoySL6JTGnlvOnvq8FwUl+u2nECAiUcYhBSPfmSH/cTUg7qtB+89m2tbLm2JojKov8033zwdtuW3Pf0QUE2RjM0FZbb3mFNK7cVnIs/HEspMkrYkyNfWIEgbk5PKu7BA8NioPHtuNQXEElkiw5qCNmXfQmRsbf0vbVhtgTC+shrXkTuSjJ5qu0j8pQXjYd65PAHJ9tvf/nbSY+1HmzPp4MRNq1P0TTwHEXD6KKT4Mccck/aj1Cbotr4NTj311ETaIQaR3vo2e1EiCO1Dqawm14WzbYztWxDY2qaw9ou0qkWekJxIRkSzfT8PP/zwRODJQybbmwviQiKa/KdLeXsc8kAgIii1eXqEWLRyhR7Li/q0JFjYhYEyWsVDbp4tWHIgjHm41rZ/+uR9qn+lZ/Xv1ZaGujVR0tR+p/RNX4TAFk7/WPYjbz6oa9sWWJmgD8mHVbUU1Jv+XF/XXNCf6JPpr48+Q7+3JNDn6rfs1WtVgDaypDDusWowT3i2JLQRYy5jAfWrL16ZsFKQeAsNRJ5Z9aqRVNocscYaRos26Igw0++giIsuihg40DF4EWecwRXGmoGIs8+23oYF0PB89aJ4x/OIs6aeN3tY+zzyrvb56sX+juerwUV63qlM+XkDWh4Z83oe8Vj/PAMuP18NuvpXg6kvV4PH/dZZJ9auDKPDqvj/p1+/WGe33aLdffdFZQk15LHG+6Cg4O1ok5ZQ2hOPJ13+2BeNF1iD50oDaYO8Y5zzYrPM9h+X3RbdunSOfXfbJu359s0f/jXtuzZ9xqwULnnJNcLLwRLSk351Xpx76S2x07abJVKu7SoOkWkkhTzT1vK7iPseHpK8yHjGIZC23WrD2Hm7zRNxdtIv/xHH/+jM5PXWsFS14XHE4m47vCv69+0VX/3+acmDT9w+G663RrwydHTyxkO68UCzt9/Afr0TOcZbzb5wPP7+7+fnxpNDXk2kmH3+al9sffv0TM9Yctp31Z7pmXETJsXGGwyu8t421l1rYDrY4ke/+WdV6GpwOs6efIiZVd7M57s3Wy+Rdvaw+/YpZyY5kpf7yp+Cpe/kHbHV5uvF5hutlfL+8z9fksjB7bfeOMlv7UEDUlr2HLT0VzwOsrDn33dO+Xsi8HbcepPYfMM14+jD9otzLrk1Tvjp2fHHv1+VyMBuVT0iVIeOGJvqW/ntffidn5wVd973ZHxg960rubaNUWMmJJmt3r9PSmNlAFLG6acINl4nPOEYwwxj97QNE0uMVkQFLxNGcT1MStm/FKHEk0sYHjwmoxBdrhvkuWYJGsMc2cTwRfQhqRinDlUwaLMsrTVAOXiw29eO1429BO0zh/wiv0MPPTR5OdInMuThhrD75Cc/meTquu0xkBKWKR900EHpmuXIvpMXr0YeP/lke15AvPbJVjwIOIah5dD22XMSobpgJPCmsr2G+/5aloiMcd/et4hUslcG3nh+IzN22mmntM0F8lV+TTjyYLJkN00wthD0I/KHsOEViIRR5vPPP/9NApJ+IEprB/e+K2++XtufNRU+h/XJhjP5kiFZ0dX7778/XRdXfVjI18XrgyypTRdqn835aOo60B/kpaXr7jcVZmkAMWW1CDkg8Bkl73nPe5JO1E46tzSUn97ZC9pHW+Jlp25A35Q/QI8tEWdECkdn6BDDlUGILNe2yBiBzmhWZ6D/ssWNOOiftuiv8PVGKVKdNzK91P6Re2SE4NR3ai+2EGhu6BMR9fbTRMgxnl1D/CJcEXg8CPXn+lXhTC4wIsnDATmZyKwFOWfdpN9+W8aMGGSIZvm6l8MJU9uG/IZ83yejNhzk9Gq/57/C5DaWn8m/55dejq8eOXy+n+OY1+9aSCM/n/MgnE/ttdq853hqw/krDKLMyqla70zydWAU4hhRVp+f2jzkMoNwOX7X83O14Wqv5fhyXsB16XuvI01q0xLOx/6TJlF811Zq4xEuyyCHr00rQ7y11zwzrzzX5iFfq0Xt/Yycbr4mTFN5yWFynmvjytfmhabSqH82f89/8zPzuk8PjHnI2BjI+602Xh+ojctHmHzdb/fytRwmp1kLExH6RP2ZZ2qfr8fCyibv1a/PEa/JE4dyQVN5ztdq08z58AFjR5OSJimQ3k0RzPVxi6M2npxeLoe86fdr46oto+/1v0E6Oa0sB/fqr9WG09eeffbZSSbq1bXa+/5m+J2v5bhaO9pUAmqQXkEDEHK8zSzbqQY04ZRWRJlNps1OVwoQ667rCEAUcFTWQ8M1yup6x44L9/zYsdZ7NO/z1YCmGtk0PI+oqwZI831+5MiGZ+qff/ppZ6U3PC8uRF9+XoPwfONAY0XD3EkTYszXPhKzh79zU+luRxwfXQ/6bOOv1oE5k8bH2K9W5RnxlpdDu3U2iT6nXhRtOi75CVpmOxnU22+5Vpz3+2+ma4gfe7w5QbUWlo3an+35l4bFRusNSstTn3ruleSp1qtHt3QIhCWdyCieYLy/eHPZX4+Xmb3rXn51xJvk1jd++NfA1e2z29aJiFt/7dWTF5xDFXTQaw8ekJZqOshi0w0Hx7jxvo9Ica7au0ciyxgNTnZ1aIXv6629WjpV1/cMXSRCyrOIRstQebLJv8MiEHPis1R2zTX6pUH4U0NeScQk8s/JtsgqJ/Q6kMKecJ2rfGbwdHtt6Oh00ivPNiTfmHETY4OqPMhCB31YbuuQCPEp02YbrpXk1btn1+i3aq8qv1VzHj0+nVBL7vJHHp51YMamVXjlsDR5zTX6p3JYJuywkOpGrLPmwCqenikvrzqAZPiYVCbehfJrWeyQl4Y2LsNtF+tXsuO5R5YPWh5blU89SbNd+7Zx6TX/SYeJfOnID1XyWCUtj0ZSdujQPrbeYr1EuPDIswT4c4fvFz26VX1UKwOCco+DvxUz23SLI488Mg0KkT8ZBuEII4MGgyNGJyOQd0d+7TLSGaK8cXgkGfzw1DKDyduEYc8zRxyWgtbCIJE3gXuMaR51iCqedmb0kVG8a+gyI5hxqb06jEE+DAgZxgxpeWUML20YOPKis2cdr6wMxjAvHXJDcBYsHBAlyB97JRrsZzhN1z65llojiIAOIh5cdygXItQ1JyFbLsnLCoGCxOE9gmRELPJIRGjQMfpKd4466qhEytErA2peiIga3p5IZUarZ5Aa6hNZieRgUCGx5BURY3mmdmRJJj3eYostEhEqH8IywrQJ6YpfHvMBXvIun4wHg3QGM3IIWc77Qvr51H/kuEMaPO9QEjJAdjO6hNFeLA9FfNdCmyFfxKvlocCrAwlHZq4vKrKxoVx5CbU2i7xV7kzqLAg8Knkk8OTJMlFH+o2LLroo9bm1EN5SWTIGnpBIfXWs3PLFU5RM1AdCBIlmn07kln7L8/RFGpa76n+UwV7K+hryFZ9r4vCc706INpGBtERokyVvvE984hNJN3ivqAdpIZYttbVftXpTN0h3OqPe9Je8+PRl0kLEZ32eX33oqy0JnhcByEtVfE6W5kVIX3n+6ZuQ+iYLlBn5T7/oBY8995SdLOztV1t/dFQ/zEOU8clzV5jsTUgmvB29K9QjcpBeSkP95T2vEawmKeRFvoSXF/HpM8maDpGdv+pfO/K+IRv9g7i1V+UnJ/rLK1n/YGIEcSmM9NSD8pGFfOX0TIZkeBdlUhMha6kzI147Uzb1rOxkpCyeJ8MMbddBT/ow7wR9irwKqz/Rv6gP+eExjPQ3EeI9gQDVx+gXlJdeIjh4S9IZbVkbQ3g4IJAOkTWymWzIRX7okG2K6Lk2nSdvyMJJ8Ig/kzPqUbtQLnpkIofnEc8o7YZO2qdcvuiqyR1e7/YXVxb9Etkhvem5dzAZaxfkYOsH+ict73H1TL62fVL3+kFEtjEDslw70B+Ca+KhV2R24YUXJsLcmFj5eXOJ14QUr0R9LrnZC/7ggw9+c9JIGfVt+gTl1la0Kbpl4kPZTf7Qc/mjz8qtL1BH8sCzS1lNVtIt9Svf5OXdQN718CyvVrpOj/QN+nKeuMZOZKDO6ba8ildfZAJCO+XRrr9Qz+oRSeUafXJ6PZnkPHgXqG/vGjpN7rmtg/fVcccdlybutCvtQXvmdUze+iBtnw1EPnlbE0AWI/q1Le9f/bv+WJn0i96nQM70kGy0F/2c9tfUBA55krk6IXfkG71H/GqbxorqV39xyCGHxBlnnJEIa30ib2jtRZ+u/SiHutcmtRUHrZGlNJRZOwKTJtoRL2EyErf3gzahnyYjuvOxj30s6Yt6Vxe84nznwS0uv+VRebUtOq8f1Ffa/9819aPc6kA90xHxe06+1CPZeJd779BLfZh86G/osTZmXCPf+hJ5UTZ5V17hfVf/2gHZtGYUT7x6VIOK6q3WQIJ5+VYGT9UzcaGIquePaqTB8mog2CqFqnoh7gGmlRu84Bb2+arzaPbnq878zeerBr7A5ytlb/L5Lbd86/mqA37b80hD1wsK5gEE1bbv3vDN/fDyh7dX966d01JZYbwjNt1gzUQWIXo2Wm+NdM93ZN82W26QDnpA4IFnN9947UTgZQi3/Xs2TnvJ2XPP8lREGgIv3e/etbq3Ttp/D0n13sZ8bbz+oJQOkmz1AX3SNWkhFPPLK8NvBJww79pknfQsAksZeLRJHyHocA55QHi5jrQUxn3PyhPvt1oCD+RZWGQZgkw+LaVt8LRrk9LyvLwLJw9ZXki9nN3+fXu+KXdkGiDWyKZ9u7Yp7s2q9BF44FnhHVIhTZAX+RSHcqoP4XkkqqucD3kCcebyidtyXHFst9WGaYksIhbpSR7p2apODcotbb73ocrw2Xazql5b90t0YaEuDVwM0hgvPgiNbHAbbBiMGlAiQgywDfwMjjPxUguDDwNScSDmkCUGJwZY4jZ4dpgFgwUMsBl5Bs6IGGGc0G4wuiwIvILlD3SUUYgQRrYwVBlOBtcMAISewTHjxGEoDEE6aJDPGGUQI6CF184ZCzyzkIeMWYYEI4OhLxxSjE7SYd6K0jawp7eMMGEYGNqEtLUdJE/tQWEZDD1GC7KB96QwyuA6w5ghzQASF8OHkZtPF9b2GDuWSyNU5I8hsDTA0GDsM0j0D4wMRp/95xjKSwv6IQYWgwnRgCRhoCJUyJLXKyMJqSRchn4HAec6easvRinSgEFGl9QjufOGqX12caG/YsTyYGNMInibG4gPfShdYSTSEe1DWdxTLtcQAnQ999d02sd9RnGtJ5j7jGh1jexA1Kh/HqmMSu1AHw7iRZYg36SD2LDcmbHL05p+5FONXdPOEBbaINJKe1KXjHT1KG15odfqSv3yJGbIet+oY+3DX2RPTi97fEuP4YzocE28PF8yEB/aHsIGyE35lAORLm1EGLKDYY9cQjhlIG0QW8qD3KVD4iAfRIs+B5GCKGPYy4e+RNvJ3p+IaXpKL5ChjP58+jhd9M7j3bznnnsmPRQX+bquvPo6H0SF+shEiskmZTFZp4/yHMKZ3BFq5I6cRGTY55ZOyps+kt6D58k9g7ykgdxDMCJwkIYIIXn03pcumdEvpKN01IP6RBbKu2cRqxl0S7rSd49sfJRPf53JDvlBuiIb1QnvUnqe26f+HGFHpohDJKKDbRBjSCOyVU4f7QLZhryXNr2j/8gTOkIn1bd3gPpVHoRWPaQtPnqPfBWeDtBP/ZO80wPvE7IgW+Sw/l1Z5VOb0BbpORkgfeSdvPVJ+lTyI1ttQB1k70flEz+dpfvGSZY1a8d0D6nkPaK/QcAi4hBy5IZAy95d4pJHdQlkrd9AJLpH13NY7ycEnj7N+5H+8fadF+i+/GiLwpqEUR7XkbkINeVAupEj4oq+K5fy0ieydc27li4AXUfSkgtiLUPeyUx7867M/bv4Ec/al/zKg3o3QWAFRP0KAnVFpx1YhBRVZpPc5EzGSDp6rI0YP6hDuq4v0nfRJX0BuSq3PLmGRNfv6Dv1u/IvHSQl3fBOMrklHv2KOlRmbSLXQWvGKo1/C2pRdUhvov77/O5lzO/74jyT4fviPJPh++I8k+F77e9lAAy92QcD+pb4nFm9LM5/dlj889WJ7/ice9vdTT6zXH/OPucd5Tn/qdfi7+csvAwNUnSwyxsQQggtBF3B8gXefkjYiZOmpEFLPV4dNiqddLvZhk4SbbxYkMAIYVxpcwwURrTBfUHB0kBurwwzxhHDioHC4GYcMBKBJxASmH7ynjDAZnAxKhg/jATGE29Q3gcG0t7fSD8eEBnIaB/GsbjFgShkdPlrdp/RwEhB+OVPPYRBLPCsMxufCWukhAE+I0pcjAllYYwiTBiHPN6Uw3V5ZAxk46alIX8MD4Qpo4qXhWuIDkbH0oI0GbyMb2MshjfDkhHPIEKgkic5kidSlzFuckAY8mfoZp1gqDH6GE/iZGyJByGljnitqHd6whgWFwMZKYg8YwDTCWH1ifQRyYN49SxvK8Y2Y1b9qUthmgtIJ3rEWKULJlgYptqHvILy0B+kC92jc9oCPTZ24iGIHM5gsDP4czl4myAj5J/8ySlDGuRCjnQWSUE3peM3Y5d8tBegLwx1Rqv3R25/wjYFstJWlUGcZK5eEQ2gnNJDtmgXOT19gGfVcW1+kWaua+dIcHIQt7ZOdjw9yQUBgVzxftO+M5QTAYR4MGnlGXJB5NA1esWwZ8CrD2SN+LJ81ZU4hJVf+qC+EOMZuZ/R9pET5EuvbXWg/5IfuoWUVh+1+qQtOEBJHZIJ0iKTBogn6SG2xJe9W+cH8tK3kpe0yZsuIVPkD5RTnWZ90SbIB3J59bXKOz+I0/PSEh+ZIjCUQb1m4pluZmIDEeI7HUX0ITbJyaQf0kbbo2sIbXJDuMiLD/mYjFBf7pkUQBD5Lf9klCcXa6HN0QFyUFaknP5Anj1DPz1Hh9QtOasrekj2ZKJ/oV/eO8gd+UcuKisyKEPf6h1G7sqjXvO7TV61B88hM+kqXaGTvBWR7sqS9Vi82jF5gHqj7957ua+Qf3otz8qYwyLMtFE6IE7flW9e0La8K84555yUhvZFBuoXSSduBJfyK6N3Hr2nQ+pYevKs3ulDJuzoOr3TPuQlg0x91KH+hJzorbbAi1e6dB8J7TnlpF+17/gMefKMNL3P9Ts+8ixv2qpnxak+pUknyc1z/uYJGxN93j2eUf8+ub36S87ah3cHXRSX3/TKGESeVwQUEq+gVcHMkcHbZ476TIt8PvuVr8bX/vNcfP2Jse/4fOHP5zT5zPL8SeW5+/m3leOrtz0eRx1zTJPhm/qQNw+H5Q3/8+Fd4kPv367qjAuJtzxij/dtmfYc5MVXD1596o4nZcE7YcDF+8ByDZ5HK8qAo7nBsM2eAwVLDgZNnqFmtPjNIGBw8PBk4Bvkg4Fy/kA2/hhX6iTfM7jmtYJU4JXBqwcxUoscB3gWAeCjHfAUYgjlOP3NhlFTyN4zOX0GLlKKgeTZpk4yFgZ5xljMxrSwLQmGBULCX8Yp48yEGSIImcUAyzJdWmAQ8UTkZWLpq6VgDEBgQPHUQqpZqpX3eASGMs9Jzxx55JFJB+TfEkXLcC1D5QHBgGII8yBiXDG4LY1jqAtvuSTjTfl5NSEELI1jTOsDGdAIKoYukhcxSCcRLsIyEpsLjD7ktTJJlycRgx6RqT2oGwYt+fDkcho4fVWfjGFl5ZXCc6RWl/RZWTfp8YLqOOs8ggHJIX2yUQ+W9WmfjHHLVjMxkNuH59RFJtvqdTrnQx78BTJUJukhJ2rT8y7K6SGu5CeDFw5iDYGhDWXUpuFZxjtyDkGj/jMQRXQMKZYPeQFEYIb8i1ve9A/aChlDLnMuR31Z54UcPv+F2u8ZruXr0s6ysRQQsSS9fF9efNdX+l6fF7+NqRHQdKhWXvWYl77k8tbHr77lC1z3UZ/apXaGbOFNRU/FrT7UIw8uxEeON8eZyyQOnlI8SfOecto/ooznld+WFCP/lEfcrukbkF50CBGL/EPsz+sgo9p0lQWpWlu+Whlk3cjyyTLK4fN34XI5MugQ70kkOBnQzYym4srwO5OsdECbQwZ6v+X+h/zlvTbN/J3M5L82XvKSPpnpV01+zAtIan2N5cX6UV59SEh/tZ3cB9BJfa460I8hWdWztPz1jvN8LckN8lmbN/2g9xLiTXmzfmQZ5Y9nfPLvHK4eWabkL6/C8hDVx7uen/OdnHyEAfdy3edr80LOh09t3mrvrQhoWsoFBcspDLb7D+4fv77q13H6baeXTwt/yLn3gN7p5VBQULD8wmDN7OrKAoNKS1myt1hTIBNGZcG8wXggS8QIbyqkA1LC4B4pwRhhYCNdkBgMHuBRYQad1wCjhaeKWXSDfu9py5kYHDwx7GHD8LEMz2C91nOE4YOEUU/iYZjzYLBUzUBfWMQbw98yOUaitOsH4dL3YUgix+QtG5sMZWViUPISyYYxEoFBI4/KJf/KzKNAmJYEItPeQ4gry5vyUiKGpeXAjGVGU8E7gZTS5i3NsxQQwceQnpfhuDigk9oGnacPyATENp3m/UXv6QyvDqC/9BOpQa+0KZ9s8IN80391ra0hcRArCwK9RqLQT54uCF/9HuKORxfyi46Lm17TLSSnNsxzii7Te89oU7VQTvnlZcM7zT5WvmuLuT3k9BB30tNGtZkcF2PcMzx2kKyIinpiitzEafmicPqb2uW4lpCTrz5COCST+2TEW0f8PHSUETlm6bu+STxNwT15IJemgFCShv6KB5O6ke6CwPOM5xOZ0zky0zdKizeWvkde1YM+i4eRvogHawZ58TBCmmUyXB35q83rs0A5eYVlfeGFtCB90RboHBLUpASvK3qoD0aQW+6r3pSVPJHqCChjfDqc36VZb+STPplQRAS5rm+WBvm5h5BD1LmnbPKMJFI29SAvSF5L4NWvPMqT9lOrj4h8+aFvPOfOOeectBqBvMlAWeRHe1gQ1Ie6NXlDdkit2vqVrjaMbKeT6r++bWTw+KJHyokw40yijHSBHoI+IhNMykEW5JOvSYseKBcd1leRFZ03QSYu8iJ/camLpvJDN8RLn/RNZKltIyq1TfkiV+9J5B15q3fXyFa9eRfKg3qpfY8KI135AfVPh9ShcsojueYy1UJ5pa0P1FfMz2b0Ptc38YzTx5Atr0Z/tXdpakfaqH7DpAG5qc96D07lJieynB/0m+QvXkT2ivJubXuihc4FBa0EZgQmTJ0QR590dAxef3AMXHNg+bTgp+eqPePyMy6PtQatlWbS6sEAsm/GoIG94qD93td4taBgxYdTjM+66KaY06ZDMmoMbgzsMwx09Ff+8jowQG9JWOZkI3CDFQZfawAjzeDegDIPhgFJY7BMbnlAWQ+DPs8yMg0K60kdcheHgw4YLrUeHSsqDILJxFIgZc6wLI4Bbg8bA/EMMjToNnBG3hkskyfPIzrEeGEE2U+JEcKjjhFpiQ5yTT0hnnhEqQMf1yz38bz0GFzy5Zo0GKa8pxgijATLABkkiBHGBQMfEYfEQqLw+pJnRgIPEgY3QoXBYIlN9n5gOFliw/DjXeEZxp84pcX7g3HEoJE3bTYvleIJZ1AvTcYH41o+GRC17ZaBQ77ZWwwYUMqWjaWFBfKEEc2IQfwwpO0R5LuPstUux1oQeC8hDHjOZ2M1L3PjLVTfPoQnA4Z1awOjkqzJiczUBVnlMvIIYxzPrz6Un27Mq/yILUat+qbvdNkSUtctG0agaQ/aizqi9/oz7Y7uuc9Y1DZyGgxuy8y0M5vkM1L1cfSfntG7rM90U7uxVNfz+i8epcqm3AgkRrp3jHZsuaPyIgEcUoG4QBJ7J9EL5LD2hKzwjuARJR5xa6N5437l43GnPUlP3yCt2vS0Ax6yud+Vd2NBm/kj3LQ7JI52pjzSUR/St2RcG9ZetPWs357XdrV9MkUGqiOysWeWPBuDitvzSCnvXF48yiIthKp+yXWeg4gfv6UPjH35807R5uUn7+dpSThiQR+BTNE+M8gPeeIZ/Z/4yQapJh3hlYOXsckL7Q8xhHDQN0jTfc8DedMR8hI3coVe6A9cI3tyVWb9gL6RLNSlvhn5Im79HWJJvskSyNtHPHRFOESV9JUVwUJH6bL6834kX22BnKQN+lj6Spe8P5B08kdHjDVy36tM+lYfZKa+hh5699o7UFvVTujv2WefnfRMOtLX36pffTkoM49axKjDMui1d4WyyaOPNmJfNSSVcYP6QPBoS/oAsqEj3mveTXRW2ezdRtbi19eLU3gebK7LQ17W7qNv9C4wjtC26JEl8uTN85AMEYzK6Dnx0/HcB2mH8uUdkolO9aHetS/9hXePd7V6VF9kKy467V2p/6GruY3oz8mMXktbnLycTU7REe949UaX1I92or3Se2UgO2SXOpW29uQ9Jx3lzUuEbd+iHNL1Ebf3CBnRj9wfkat2i5D1HnffXndkRTe0C2HFRZbqmtykSfbau3J6Vly5ves7tR86R3+9z+mXetWfIvnIWnsXt/5UX6kf0pbkidzpt/czmetHyZheqG86SnfpZ2tGOZ22oFWBoTfktSFx5t1nRpdWeKJla8OENybEoVsfGrtst0sajNRD522AUHs6bUHByoBFPZ3WoKYlYdBsiY5BuUF9a4CBncH8wp5Oy3jKM9oGX7w3bBDPKDBAZjQzPAxWDdws5ROHmXMDRQYp41Y8Bo3ZeFhRwAAli4U5nRYM/+pn+w3Oa4kr+kteQOaICst5DM4RRuTtk42XHN5v4f2VjvaQh5vaAuNIOGH89ZzvjAZ5Etaz4obaOIRxT15zuhnZiyWHUZYcf35G2vXpitd38IzftXIAg3/ytcx0SU+nFX/+aAd0N9eFfDFAGC31eZgXkBCMGQYeAgUYMAt7Ou2KhOY4nRayfoB6oDtAD+lQ7TW/87WsS37Xto2M/Lw6oXv52Vp99lscWf/99hwIJx335RFy25F21qOcdi6H++LJui8O92vz67fn5peeMH7X6lR9eMhpN1UGz+dwUJtv8fpOP7UtxFWWFdSWu74vqf2e+5Had69nQfq1+RFefj1TX2c5ziyv+nIgEJADyESEoDQtZdRHii/HpbzugWs5L1kO4tJ/Zbm67ru0pJllUFsG+RKn7xnCCuN6bV3UppfD5/6y9lqG53OduJfrBYSXDlnl/Ekj13W+Bq6JK8tMPD76KteRPbVQppxXdSeM37VpiEsc8uGe6767juwyJvNBGglPbvkZ8Qnv45q/roO/tbokbs/X5sk94bJ+eT7rTwaim1frftU446arroqNdt019qz0oV2PHtFxs81iTjWGmTNtWrTbcsuYW723Z736asxBxE6dGh2rfnu2sUmVbttRoxoOlWxErq+MnG6Wj3zl8shzllmuP79zPdQ+myejeN3X9om53vwVhzhz3Wd98bzv4pI/fyGnCTnd3BbFl3VJGMSb9q7PlodafRS/dMWb6yLnB3J5QFy5TsSRwyKiecoiLH1HBCMKhWnNePtbvaCgoKCgoKDZYdmPU9AQ374jVszQ59lVM8sIEgaoU7dOOumktKzEtbyEw75TZl8NQhjneRmegQqYYUaAOQ3QrKYBlQGM2XfhnXBnSYIBldlueTDYlB8etQZyZmJ5GYjDcjX5BQaK/aFcN4O6tJcjKIeZbXuXIT3Ii+xAWcxiyyMyjwzyPQM9g0XheUqYJTazzJOD8bUyw0DXoLr2kwfGGX7ne3lAbuDruwG163nQDjm8e/l6HnzneMDzjAgQX238Oay/GbVxeE46telm5DRyGMjxe973ptLN3318r5dDc0PepctLkIeKQxC0Ue08L2nM7XpZQDvigcm4mhcYV9rliop6ncigP/XX1GXWGXWbwzSlo/le1sP8bG1Y12r13++cl5yOv/ma+yCOfC3Hl8uR0xXW93zf33wvpzm/9ITJ6WXUh/eR7rzKUCs7qM23vPggWnmj5WsZteWGXJ7679LOYTJy3qA2P77nPGS5ZOQ48/Xa55TD+zSTKLyXeVfySsvxyYePsLWyyXHU5slvaflIB3zP16E2fI6zFp7LZc9h69PLaOpaRm2deL72t/C5bnP+8m/I13w8Vysz9/QbvMx40NWjNq/g+fo0/BYOcvnAdUtG7aVpwoqHpmv5nnA5fM6TOF3zcS2Hz3KE2jy5Du7l5+WxFjxeEVLt33gjPtGjR+w0bFh0uf326HjTTRGXXBKrVH/b3XJLVAOXaHP11dG+Gsd1vPba6Hj99WZko201fmtbjQurwV5jjA3IeajNS618/K0th2vyl/Psb1PPCoNMrfdedj+Xkwx899cz7uXn/YWcXm2akNPNED7nI6evvXMKcU0ZMnzP8UKuwwzP50++5y/466N9+gjDq9okbg7TmvH2XrigoKCgoKCg2WEZAg8yHje8wXhFWe7AewqpxACwHAL5xDMNWceLzG/LCywhMMjKS1DN8lsigACwNALyfiaWvTDAPWN5iSUVlvBYfoK4c1380kNwIbPkB2loqQxikAeEgRNPI8Qeks8spmVVSEFLG5cmyMfSGINyXg4GyJZkAM8jS1Bc41mkfMJbIsKYysvghPGpXTpSsGggfzPmlk3lQXXB4gOJRw95xlkybD887ZzBUWuoLG0gEbX9eRGJ+g2kvgmGFZnIK1g20LdY1scbdXmHpX2WJnov6Ru9ZwvmD30bOZFdc8O4xf5wxjyZXFraQBDxBt58//1jUDVmUso2H/lIVIMRR8xG7LhjRHUveNrxujvkELOw2L+II4+03wK3u4idGpaCtzQsSzZOqiXeliaMj620s7S4uUEHbFtx9NFHpzbq4BDjmBUBhcQrKCgoKChoYdgnxx4eiDwebzb15RVmiR6D3fI5S0cZ8Aa4PN0QbYxoBrM9XHgleNZ1e4WYVeQpgwwEy2g9b58e15EDPNB42hkg5X3nLCtoCgY78ok49AzCzkw5olE80rRM1YDL0r2lSYIhCuyXgpRTbnu/ZJKDPBAKTs9EQlpegcSrBblZYmqG3h41ni/kw6KDcUIP8l43BUsGumyPIASe9qvdal/aYF5utLSgr7Fcnadv9sAFedL+XfeXh68+gVevCQSTAPor34XhMbu0PXVbEvod5c19it/2QzMRoO/W3yizyY3suahv5xlc3w8tK8i//NgTiwf4gjaCXxByfPMqn8kqe5I11ce6rs8mu/nBfRvRzyuvyoEEby7Qf/mSP3Xs3bw49afu5W1B5atNb3mGviCPU5YU2gq90U781Wb8bU7oN42ztFH9WR6nmDw1VnLdx/6F+il9re+WQuf6lj/jJOVeIlR9eey6a8Thh8eM6r05pHv3mPTxj0c1GHTaS0yvvr9cjf2m9OsXT2+xRUwW1j7ACL6DD47qRdsYUQPka35tYn5QNrI2Fsrl1Jcvan+g7S/OKgbp0CX1oX+oXQbb3LA6w76DJrZXZBQSr6CgoKCgoIVhhhNxZ5NeAyaEXT7NDrlnZtDm45bT2cTX4LLWEwd5gjQxkDYYslxWOJ53SBWQRl7GIKyBmrT8RgyYoUZezYsckIa943gV2MjYHns2bjZgMxhyzVJbcVr2sDQ9hZTHLK0BqLwYcGeigBx55dmnzAEBeTZZeTPRZNBuZp58bYRfv7dMQcGyAFJcG+Yxa4kPr1mesEhSBN/SArKFN64l9A4fkAdtRF9hE3V7bfIA/sEPfpAMb6SVfoiRjPC44oor0lYANjYXxvUVAbyTv/zlL7+5hUDeFkE/8rOf/exN4tIkgiXRvBfJzCEC+pzFIYFaAvpteyPaisA7aEnJrxzfvAzxk08+Oe0T15QnZ96/FXkyPyC3vHOamixCZqgHEzLNhVy35MMTlQ4vTv2Ri3gWRCDk9EyILc9w2Ig+oTkIEXK195r3t75Cm3HibHPBSgVjI32RPOu3jGHo/Y9//OPUv9luwz3bi6hrfZ0DNGzVkcdGVkdY3qkdLzH04127xsvV2OWEKs0nq7/V4MmgJsZV47k7q36CDL554okxhJceIP945dUBOeU8Un8XFfov5bGqIo9/tDF9FuJ5YaH90vFFIf6s4tBnSsuKCnXRnAR8LYxXTegqq3pfkVFOpy1oVTDAHTthbBzwmQOifYelN8BdWTF92vS49PRLy+m0BQV1WJzTaZFkBj8INafvGSgyhJ30xwvn7LPPTt5vThxjAPKKE6eBphPHfDeQNuA75phj0pJGBjRySltkTFqKayDqJDdxWa5ifysEousGuIguBAEDSRjGBCPcdSSZwdmXvvSldEobolCcDBrLmywXQhQqg+UiS0Lk5aXBC3M6LTLOyW3k4h65IUAtjZBPA3Gz6QaGZOHENjJTB2RguYjnGBFkxjBU9rwkd0WAwSt5LuzptAWLBm2PfO0btKSn02ZoS/SfJ65606YcnoEk18YWFto1rxHtc3FOp9VuEFGWm/NWtSRdG1FO/QEPX+3/9ttvT+EdnqItus/z1/PuC4dYsS+Vpe2ZUF+a0N9p8/OrD+VHmuby1wOpyesQ2YS0tKzTqak8fbWnH/7wh0mmtjzQ9/MQVmfko42pC0v6yGFhYHJGX4tc4EVEHxjqJnb0/94b+nBem9L/4x//mNp0PsQIqYZs5SXjPeOgFSdv6u/oGBLSe4N+Mebt3aafZEzr++mMuKUjXtsx8BKjkwx847x8SrX3jT5aOvrZ/A7IRAkPTR5PJqqUX5vxLNlJA6miTOKmW7/61a/S9gw8G3l+yy/Ipz7eBJf6YvzLH+JBWvp2fZ73IlJZmcnf9grebw5LQhogjJCNSBoy1mbJgczJSB3zUFJe+6Z6Z9Mf5VNW21nYp5JeaavCIby1e/VPx2uXAQonP1kO9EGeyAyRIT7XlBfRoO0IaxsMbdYpmt5L3o/Ky0sX8aS88k7PlEdZyJae5JPE5V/7c0/exZPbPjmoH3vwqnuyU9dkTtZOX/XOlKaxiLxrH9J1KBT9AzpKL8mJ/qlPOumaPNB923aIX7shR1Ae/ZGyy4v0nCaqvuUZ6Ss+da6u/Ja+eqLf2qG85H5NGbMXcwYZ03Wk3Gc/+9nUxwln7MATz4mnDs3Sb6lzdWUSNHuJGZfZz04c0nGarf6tHsZM2qA+Qjn0F3RUG6TzyqhOc32rH/WgrWlP9AfUD31STs8agykvXRafMRsZ5jqUZ+1AWfxFxrlvMgFhqaz6AOl5npzs/6tPofNkqM3p+9Sz9qzt67/okj5deH2/ujGJoe2rY9/pjQMhELvqSr7r3y2gDrU/ZfIe85tM5ddv/ZIPOUhfful21s/chuVF30De9HlBE1vIQm1KvPoF9Ukm2rjxoWtZd8hP/lvzGLB44hUUFBQUFCwFGEgaVDJCDIAsjzWAYQAwBAyOGAUOsDAQZBwa0PluoGuwxDB16i2D2yDVIMwgltdZPpWSUeW7OIVnXDtR1EEYCAJ5sDzXoNw8ngG7wbvw8sUzwOldBnUIRoM5xCJiEHnI8LHH3NL0FFJ2RNxxxx2X8iY/Bq3KYkDq9FWknz1PzLYbsBqcMxAZk2QtTN67yMEh4isoWNZAUmivvGQRRdqydr00vUURCYxYbV36SCTGFgMc6e3Qja997WvJkGPw10I/xQj+yU9+krxbGGPCNOWF1ZrAsP3IRz6S+kxAnCibSQP3GJWMU4Y22fkoM4KK/KBeVvMCMgHRZV8qMvYdMYKU0Sd7dyBG6IX+Wvz6fd5MDHoEinzJUyaBTHCIVx69YzbaaKNUt4gu5RCf/OofGb48mhFTyD5kLMIBKSM+xjviQ1oM83qQAWPf+8rplv56hqHsfUeOdATJgqxChtH3TNQ4kdIkC0M7AwkkLfm58MILk/w96x2JNNG/i0f8SA+koLiQK0g0+feO8g5EWCBWyFf580QRcgrJTa4IAHLKRB1CQ348q0xIK4QNgpvs1IFJJkSDNlIL8Xk3eacKi2ThdSdu71qknHaPgEGiIWeEka73rvwjiJQd4aAO5Z1OIDkQQ+RgzCA/8oh0c48cyN/33IeoH2SINE04kAGyh/z9Fa+/ykt/TaqRHfKH3si3cYh0TGYgthBq5IgIJEfhyFzcxhfuI+syEK9IJH2cPKo/8hZGeaxIUMf0m1yNMei3smsPyCc6r58xHsjkdF6yrcwITX2p9Mle+C9+8YtprKP+EHNINPWlHNoW+KteLPMkB/WAWBJHU9DW5YnuCWc8ZtwlL3SVrhuf0BGEMOJTH5vloU9RTnJTB9ljTHzakXiQtdo1XaqFsOrCJEkm+cnaeMZYiCzVo/p3zySsNNSx9k4n1JM8krN7vmcPSWMl8eW2Tl7yq7ziRZyqa31DU328OkTg0R/6LV5yzO1Vuydfcein9HE80XlP+q2tqXd16cCy3EctzKSW/k3dI2K1P/pp3KpMyqYMyFWksfv6hNaMQuIVFBQUFBQsBRhYHHvsscnQNZA55JBD0tIzA2uDHN4tBn5IKITb17/+9WSUmTl2DwxkHODAIPjlL3+ZwjJcDN7MYhoEGZhZpsI4EB5xZVBlVviII45I6TEKTzjhhBQHQsvA0aDGYFfarhtUHXzwwWlwyoCwfEwclq1mA2VpQnrKZkBmcGgQS6Y+vhvoGci655pBPoPBIFuZGQnCZEMteywVFCxPYFAxJhmlSwuMQm0GmcBo4onhL8OH5wIPFn2N/igjTyzwkkCIIAdyn9XaoVyM71rPMIa1OtEfIjf9RQwwcBm62bvMd57B+nrGaCbyhEWeIYcYwIiVDB5j+jDkSSZmGPTIQn0wQ5zxSS8QEDyEGKAMemQPIN68Bw466KBkCDOi5dFfBIVnGOCAqJBf76BPfOITKS/y5L0kHh5BdIIeSDt7KCl3U8sqeVkhDIVFHupj9bni8Vs+9LeIGGXSj9MTE1L5XSJuxF1TUB8mo8QlHnWCeFEmhADj3btPOclNG5K+7SHUiUkfdakM6gOZY7KKnHbcccf0zhNW3sjVexMZQebS8w41oUVm2oQwvJ0925RMxMUT0+FT7nmOjBEZPggV9eLdTVbiQd7KF9nQM/XqHiLNe811RC2SjBe/Z8nAX2HUle8IUXogPjoH/mrP5EYHeOzKo3elMiKTeKaTozDqy2+6QCbIMNd4TyH6jR/89iyQI2LPu1Z96i/UNbILpC8/2oY6Uh4kHZJLnXgfe6/TZ3LSl9AlxCoiU/3TQeUiP3nPMss6Iw11K1/qBOiVCT16TT7GOSY/6RLS2oFCoC7oCdmSJblkgm9eUBfyYExBR7Rd4yT50f7lhWczvUHQ0kvlVjbtAtlInrXQtvWn6lr6ypRlnEFu0kKqC6NPMbGp/5AnbRFR5zuZajP0Vdz6MERqbvtI8Qx6oQ7JRjhyR+TRYddynwJ0gJyaekfRW20EOY68p9NkId/aK1nRE/lSn8qIsFMf2qg8adOuyRMZ6yvUpbDatj609oMEpN/yJ276qe0oJ7JQ+6U/yDs65Zq09XGtGYXEKygoKCgoWEowsGJsGJAYzNQOFA2gDZgNcg06DfIMXg00PJdhkG2wbmAmTL7G6BTeANZ11/I94cUtzQwDJHEYXHlWOM8bALkufI5DnPLqur8GygUFBc0PhgqDZGlCm2YY8iLhNcJwZEwjQvQ9DD8GEKOZESR/DFIeQ4xTfQYvDUQOo40hu7TL0NLQN+oPyQXBw1DOJIFJEx/X9dfCIQgQYwxS4JlmSSkvLMvRagkr3/X/4C8jmh5IE6GE6BA3QgghwAMHcYp4yO8QBqy64S3FG81f9dUUGNU+4vWc/l38uYyZVJNnnnjIDx41ytMUyMJHXr0b6I365+VjQoi3GqNcuTKQDbzMTDDxxskkw7wgbvmTt9pw8ogM4WXDKwwB430GyoZM4t1Gr8kkH1Ygv/l9KLz3oLgzyN+z0sxlQlpkItcny6k+3+J1L+eZFxZChAx5SiErMqEKvAV5DQmHNEGma08IDXXOo5EM5YeHFkKK5x0PSqQGPZCWNJVZ3uQ/wz1kknzyDEQuK4dJO/WCBEF+IO4QZFmHsu6C+kQu887STxhjeAayzkhX+n4rd20f4Jr0a2Wc4Rnh1Yn25XcuB72ELEvtI6cjvlxO8eqrlEsc4DuyFvmtj+JNTNc+9alPJSIn17+41IFwdCgTpvODvOQ8yY/y0QW/teecV9fJQV7d94zw4tdea6GsCHb9gyWsxoEIs1qIQ5zikH+kn/Zpyah+AYEG0s96KGyWk3rT9pF/5FML+RW/Z+RZfqTlN/3P8LspMh+0a/EqZ5ZHfTrkndPxVxuWb3pHz9WF8ad7PhnygyDVh+YP71gkdK7zDOUlX2XPsqJfrktfvlo7yii8YIWAznHunOpT/dUw26xSfZZWA63e3TqF5kwzxacc84qvBdIsKCgoWB6gT9O/WQqLfCxYOBiwIlCaggE5eTJUCxYPDLNsnC0pGPSM71ojN4PxXkvuLw0w1Hh8IXUYZ/ZPZPTwwGHwIucYcZbl0zFGEY8fBABD0ybw8o3AOv7445Nx5rMigeGHIOJFpe6UHXlCZuAaTyKeNrYcUH66YlwKwvF+8akHUofhjhBFjJKvOiFrBAvyTF+IMORdY4kgI1c6OX1gCMsXApEO8bYGedGn5rx4FgnLm4aRzGMqG821oAu8vhC8PA6/8Y1vvBlHLRBSvKnkk7cNokyc8vKhD30oedzxTKTvuX9HWCGilEVeeZw3Ffe8kOOhoz7f+ta3UjkZ+bWEA5kgyHiSIxN4i3qWPNUXYuCcc85J5Ib74gT1Td7KpDzi0CYyQTg/ZHI7ewjZi4unEfnJI+9WdQzS42lEXkhXXkP2hBMOmaGeeJHzmEQCew6Rp63ZwJ8+IkAzedMUlNGz6sIkoS0lvC8QRAg5hJY6RN4ju5zkjiBEgCmzMiBleHvxNuMlhwzLk4gLgrKQG5IIETkvqEd1Q96IHfq3MPIGcuEtZj80/RWPVv0s0pJnYA4jD1YkWIGAUNXOQLmlTSfJSX2QW9YHZVhYkBOSHSmIkEXYSRfhpp8wGYoQ5R3GOzFDWdU3L0/tHKFY7y0mPPnod9U5PaZb9m3UX9hyZH7tSF3r6xG5iN15Qb3LNx3mbagtyzfIg7aR22CtbPSRZMojT7tWj5kQpUdNyVHf4zl7GWoLCPmmSFQytG2Kz4Ig/8pqAgoxqq8jX9cRjSsCColX0OqhAxn2/LC4/7oHYszwsdGufbvYcOv14737vjfatn/7gKS5IM3pk6dHh84dYtIbk+LOS++KTXbYONZ911ub2y4upk6aGndf+d/osWqP2GafrRuvvh2Txk+K2y+6I9bceHCV7ibRtt07yzlrxqyYMW1GdOnx1mCmNWF2JePZsxs+5O0gAdeqt1PMqT7eUV5UtS8rL5SGz1vf21YvDGSnv239TTM7y5dxoQgN5Z3dUE5lnttQZuXzF1xD4Gbkl+EqylqVLf9tKKsZroYPOSxPUJ+pbhv/qk/XyCH/VdBcbnizbn1vJK9T3VYXlJEsGsrbNoVZmUBvGnQn61BDm2nQnYYBaH1bybpDjr5n+ZJfgywblou5trRhEGvwZSlEwaKBAY1YqAVvCQY2Y7xgyUA3a5cgLS54Dtisvd4TAxgYC2OkNDcYTZZA1YNB6lOP2us8VxANKxr0f8gNhI5+kWHNE87BPzyqbY0gDEPV/k2WndmTybI8nkzkk72V5gfeVwgUJ+Hqez/3uc8lAgIB4BANRvNXvvKVZEwzqm2dALYLQMrICzDoGcHIVrpq6SGCx9Iynj3ILaQAYxbxav9VxBUyIR/MoayAoGGEO7yCx4s91dQzLzD3kDoZviNG5IvHpvdOnjBABvHIQ9AgweWLB57+XX/lGR5h8ijuDPJGVDDcM6lNNurDu0k8eZ9WBCM5IYiUhTx8hEc8iN++jvKv/coHIop3Hp13/cgjj0yytF+YZZ7khLDi5YdoREyoH3/lC8hKu6l9TyJVXbNEVz7Fq94QL0g3ZUTIIS7kkSyQadoP4k/ayiyf4pI/W1uQr/CIWWEtd0R6SNvyWF5GmfBBVNSSP8KQhX1hjRHoMbkgqcgTgaJOpXf22WcnuUhLfhFFvDGRhchc3oS8peiWeJBfuX2IK5NiWf4ZwiF+kCneUWQoLFll0tV1dWnfOzpkGxFjgVz/wiuX8vguvVrZe89ZwooEQoSKVz3zLkTs5bwpu4kK3muZEJU/33mpaUdkYcyk3Agpkxa53pVLG/JXXWUyUzvwnDokK3UlPvVEX5UDWW/POV6P5IfoUwbyki9LUMlX3uhF7SFV5KyM3h2g/SN9yVRd0WMyRhYqu7yB/PlO1uSqrZGrPsG9nH6uR/l0XX+GBFX/dEUc+gvENsLUfn3Ibfqc9c2zJn48l9sjuerflB0xTdaQ86Sv0B8hVsmcbMQjnDa0KBBefMoi//IqbmnpF/VFtWPh1ow2VUFWjJIUrBTQKQ55bUicefeZ0aVbQ6f/2jOvxbV/uz623PVdsdG2G8Ubw8fGzefdGhtuvUHs8OHto12H5ueqJ4yZENf85drYoEpjrU3Xiv9cfldsscsWsc4W6zSGWHxMHj85rjrtmug/uF/s/ondGq++HeNGjY9Lf31ZbLL9JvHefbdOxGU9nrnv2bj36nvjw1/4UPTs1/DiWVRMeGNCHLr1obHLdrukF3c9zFTpnLffcq047/ffbLy66NANTZ02I8ZPnBwTJ02NiZOnxsjR42LYiLExovo7YtQbMWHi1Bg7bmJMnjqt+j6lepHYoHVmCpvInuo93rVzx+jSmQv3KtG9W+fo3KlD9OnVPbp37RwD+vWKfqv2jNUHVC/K/n3S/W7V9R7dq0Ft9dczSwtIq6lTp8f4CZNjgvJOmhJDR46NYZXujhozPpX5jfGTkjymTJmeyktGyjpt+ozquxdVNWDq1jX97ZQGNtWgrWoTPapyDejbO1bt3T0G9u8da6zWN/r07FYNLDpFz+5dU3k7NKEvLQV5nT5jZlWGhrJOqsoweuyEeH34mFTHw6u6JQflnTRF3U6OGTNmVwOGWVX4KYnkA3XZtUtD3Xbt0lDPvatyqUf1OqBvrxjYr3esPnDVVM5uVXmTPKrytm+C5F5SzKz0b4+DvxUz23RLg3QDaAOFDAMe3gcGPDagzoOpJQU9MCg0Q80QQQIw0sw0MvQM3ng4uGcAZWbWoM13H88bpBlwGdAa8BiYGkjlwZTBKWOG0eW768LnQXftoHlJwAsiz+pbUpVBdgwdsitYNKgbdcWQyLDMhDwZbwVLhnr52suM14aN9e1VubBA1Gmj8xqCi186C9vWeF7xmuGFlA1Ky6UQF5YoafO1EJ7h3xQ519qB8GDIzq8+9NVIMYbogqCP1Yfm+tCPak/6Tv0kqEd9bzbsPaN+1SOiYWEgvE8mhhARCB5L5aTPqJWmdw2yxzV9sneLft5396Xt/SAf4tHu9dvCMOz99lc62XtLHl0Tr7/IiPxd2TK5xqj2/pEOkEmGcN5FQN+k7a/3Uf4t79ISn3y7Lq/5XSTPOc4sU8+RufIJT0by5/3gO33PefRX/O5L1z3llAa5iB/BJR514xkErGviz+/J/J5zTVslO7/VN/m5lutVHuQxy0R8PsrqmUyO6IeVB8gxewRJz2/vPbIVPtefPCqTunDPNe/oLDdlkq7n5Ute5FFYech9AZBXrh8yJiPLdBGhCMJ8+AOZ5DoWV34fC591RFl8Jx/5ENZvclJW341HsvxBOXi+8UBDoJEPOYP4yFO5pJ3rMrcnv3NZpJHbIhtEu/BchnIKL07X5VHePSc9eQNlJQ+/pSVOz6iTrOc5Ln2rPQ7FBWSd2zuQgWfEow6UxbN0UD7lnb57xm/piIsOZH2WP+HcJ2Nydz2nAbmOyc536dA9z8q3epAOmXme7PP9XA85beWTb2n4KKcyCOe7vBlX8ipVDt6jyEjxI+OOrMa99A+Rh2is7Quk7RkyznkUVh7FK+/y4L7r7qsrkxbgGfUiH/7K38JC3J7LsiQvafiOJJUHdSMN11ozColX0KpQT+LxNrvp3JuTN9xHv/rRquNq6Mgfv/OJ5B13wJc+nLzURrw8MnnvTBk/OQZvPDgGrDUg/X59yOsx7IXhVefRJtbcdM1YdfVVY8zrY2L4i8Nj1sxZ0X/N/okAG/LgczFjavXC6dQhEYU8/y777RWx+vqrx27/s2uMG/lGirP3gN7x4uMvVXGMjs7dOsd6W62Xnhn63NBEvM2cPjPmVp3W6uuvEautOzAtAR7y4JB0r+r9Y+PteNWtMk8SL+eXh93DtzwcW+31ntj6/e+JMUNHxytPvxr8lPqv2S/l++5//TcevOmh2POTu8eWu29ZyWBE9fzQlE6/wf1j7c0XPDvc0iSeDvz5l4fF40+/HI8+9VI8NeSVGPLi0Hhl6Kiqk61eUFUdI2m6du5UdfwdonOnjtULpl106mA/hQbvq04d39rbAFk0q+rAyXV6pRuIoKnTpse0Su6Tp0xLBBJiaObM2TFwQJ9Yb62BsfF6g2PzTdaKzTZcs/qsFV06Nw/Z0hQQUs88/1o8/szLVZlfiieffSWerco7dPiY5GCnvIl86tq5KldV3iovCKhOlQ4pYceq3O0aCSlE4PTpMyoZzk2EkrL7rdyprNUHOeh7z+5dYp3BA2OTDdaMzTdeKzbfqPpUfxGcLfUS82p5rdLLx6qyPlaV9Ynq75AXhsbLr42IyVVbUq/Ki5hD0Pl0qMqnjMqsfZIB70KYWb10Z1T16Y2lXmdU5UX8KvfkKdPfrFvXkHrrrDkgNlpvUGyx8doNdVuVGenXXFjaJB558sAw42pm0dIGM/GW3xiUGUAZ8BsMGSQZ9BiM+a6OfffxXVx5EKgNGuyLw4dBkQdbBj+eN6ts9tcsuVlUfw2GllR35kXiMSwNmuWjYNGg3nlp8KwAg1nLqAyoC5YMDCO6T75Z9xeXxGtuFBLvLTQ3ibcsoG/mqWYpGK+/goLmhneCvQJ5ivIyWxSiZHGBnPI+0oeaJGwNMM5CePGMzETYygDjP97F3ivIT2M1y5KvvPLK5EXqYAjewohAy8VbypYomDcKiVfQqlBP4s2YOiMu//0VMXCdgbHLx3ZuDFUZgS8Oj2v/cm3scvAuMfr10XHLP26Nd+2yRSI8Jr0xMfY6bM+YPWtOXPe362LwRoNj2uRpibTbtQr/7AND4j9X3B2b77RZ8rRD6L30+Esp3EM3PxS7fnyX6Ni1U1z5h3/FoA0HJRLt9otvj+333z55xN177X2x1qZrxqtPv5pIvvdU9++4+I544dEXU5wjXxkZ7Tq0j/2P3i+Fue+6+1M8zz30XPLq22qvreLGs296B4k36rXRcc3p18QaG6yRSDx52eNTe6alw/++8I7o2KVDIgnfGPFGfOB/PxCP3/F43Hf9/bHnp/aIdbdcN+XB0trZs2bHiJdGxAFfPiB6D2hwaZ4XWpLE4331j8tuiyuu/2889sxLyUDacJ3VY/3qM3i1vrHagD6JZOrZo2sitZBrPkgepFa7KjwiD/mTXx7IOmQPEo/H2gyE1lQbOM9IXmzjJ06JceMnJU+314eNiedeGlp9hiXvt7UG9YvddnhXfO7w/WLdNQc2+wtpXFXecy6+OS699j/x9HOvVS/FdrHRuoNig6q8a67RL3kI9upZlbXSa6QbwpLHGdKSh2GVoVT27EWXyBck3uw5iVBCXimzD29GXm9kzOvttWGj48VXhieCFInWr0/P2GGbTeILR+wf79pknTfJ7+bClKnT45qb74vzqvp9+InnU70op8/g1fuluu3bp0eDZ2C3qm67dEpl7NixqtuOHRKJx+hUt9n4ROAh7pCX6pUX5pRp01O5E4GnbidMipGjx8fQEWPjhZeHpbp9ddioWK1f79hh603i85/+YGy+8drNUt6lSeIh1mwmrQ0i8MTJSPWxRMMSCoY7Ii/PYCLfDLwQe3TZ4DN7F3jtG5QyFH3EL/+uZfLOwMyAG0loD5fnn38+DdiQhE6fM3Nv2cuSDGrnReIhHRjY8lOwaNCP2rzbsimwFMhyLH11wZKDEWOZEDlDS5F43j6rvPpqzG3XLuZUBpP+f34oJN5bWBFIvIKCgoKCgvmhkHgFrQr1JN70qdPj8t9ekZaxbrvfextDRYx8dVQivHb8yI4xdvjYePDGh+Lgb34secVd8fsrYoudt4hJ4ybFkAeei/2O2jemTJgS1//9htjjE7vH2BFvxGO3PxYf/+bB0aNvj0TicZNq37F9XPKry2Ldd60TW++zdVz5+ytj4+3sg7dOXHXa1bH9/tvF0/c8Ex07d4wPfGbfePTfj8YDNz4Y+3/ug3H/9Q/E5PFTYr/PfiCef/j5uOeqe+Kgrx+UBtYTRo+Pvmv0jVv/eVuMfn1M7Fc9e9uFt7+DxLv3mvviqf8+FQd+9aMxbcr0Ki+Xxpa7bRlb7rpF8rLr2bdnPP/IC3HnpXfGR7/y0eR1aN+8Q771P9GhS4cYVcmkW+/uafnxLefdmrwU16nyPj+0JIl38dV3xgk/OSt5Yh164B6x07abRr++vRKB5RqyqqVmdnj58VDjuWUZ55PPvhrnXXpL3P/IkPjfT+4T3/vqJxJh1py48F93xAk/PSsRaIcfvGe8d8sNY9U+3RORlcvbEtDF81TjlWd57qtDR8fVN90bl1xzV+y6wxbx2x9+LpGlzYm7H3g6vvTdPyVi7ZADdo29dnp3rLHaqmlpa7cuvAxb7mQo5KbyqlskJiLvkkrXrr/tgdh7t63jNycdHb17LblH3tIk8RjnNsTmKWfvEcSXJTV5mcKSevnNC5nsy6Qe0s3yGxta2w+Hsbww+z3NC/Mi8ey/ZPNxm2tb4lOwcOBZYe8m+wiRHdAdemgvJ+/PgsWDtmdjfu3uX//611Ih8dq/9lq0ueaamPn+98ecqr3ND4XEewvNReLl5XcmRBYVxkYmVVYmz52CgoKCgqWHQuIVtCq8wxNv2oy48ayb0gETe3xy9zcPeHjxsRfT9b2PeH8Mf2lEWl77P8cdnMJd/ItLYu3N1oppk6fHf6+6Jy09XaVtm5g2aVrs+5l9k6fcE3c9mcJ37t45bvnHbTHkgSHpoAlE2Obv2yy23rdpEu/+Gx6MNTcZnLwCX3zspeQB+KFjPhgPVNct/d3nyL3j+YdfiDsuvTM+duyBMeyFYXHnpf+Jjl06VvdnRteeXeP9h+/VJIknrlGvjIr9q/hmVnHlPfF4/d3w9xuSVyJPu6FVnOJWnkziTZsyLa4/swozfWZ06Ng+JoyZGPsd9YFY793zP4ijJUm8408+M/5w1lXxwT3fG0d8fK/YZP3BiVxB8jS3Z1hTSARFJY9MbCEVz7zgxlh/7dXi5gt+nDzhmhPf/OFf47Rzr42D9ntffLoqL2+/3lV980JzQENLgycbUm3U2PFxx3+fiF/95bLksfffq34Zg1Zr3pMQz7nklvjsN38bO227WRz1qX1jq83Xi769EU6dW2R/unp4q82YObNhr8ERbyQC74+Vrs2aPSfu+dcv0755S4qlSeLZxPirX/1q7L777ikNyzoY6gi8TCa0JJQBkae9O4HyD3/4Q/IItNmx9r+4mB+J56RCcrMheMHCwf41vCObIvGcXGez6YLFgyXnNslGzDQ3iYcgRJJrZ+DdxJu2d9eu0enSS2NmlfZMdddu3hM9hcR7C81B4pm8OPnkk9Nkhf59USedtDdLzCw5Wxp9dEFBQUHByoWWtxwLCloQlq+uvcXa8dxDz8fLT76Srlka+9R/n06kWz7QYZoN9cdNioljJ8bMaTOjV//e0aVH5xiw9oA46GsfrT4Hxk4H7RR9BjYMfjMQb5a8br33e5JHHc88A2wkU1Mn3666Wp8YP8pG8nNj3MhxyfNvfgO4l594OdbYYLU4+BsHxeobrJ6WRs4Lvfr3iolvTEwHX0ydODUmj5scc6vwSEeeeQ6w2Ox9m6Xll4DQbNM4cB8zdGzMmjk79j/6g1VZFt/obk5YxmeZ6+3/fTz+9+u/js9/549x8m8uiDPOvz6uuKEyRu55Iu2j9vJrI9OSUEspFwf2oUPUOUjh2Rdej3seeiauvfX+OPfSW+MXp10ax574l/jUF34WZ190c1qWaZlmS4D3n2WmCKUjvvrL+NL3/hSn/P6i+PsFN8VVN90b/7n/qbTM1tJX3oFIosUBD0PLg198dXg89PjzcfOdD8eFV94Rv//bv+JbPz4zDvvSz+P/fn5ODB/5xpt7zDU3eMOJ+8khr8QXT/hTfPa438aJvzwv/nz2NWk58W13PxqPPvliWuLrcAtLYhdnPkk7s0x62Mix8dyLQ+OBR5+LG25/MP55xb/jN3+9Io47+cw49Eunxql/vqRBpsrb+GxrQpJnZejn/ZEYnz/96U/fPDHQHjNOT3v11VcT0YZQXBwgKnhzMf6dwIgQcFKfU9Kc/OfERB6BltYiHOSroKBg8ZGXyiPbnC7o44S++++7z1romD1iRMzebbf5EnjNAW0Zae500nPOOSduvvnmN/fHdPqgAxYuvvji1Efoa84+++y48MILExEP+m/XTfbx1HUSJ+iP7KEkTiSjyY3WAp549iC1b5jN/01kmLxA3CqH7QXsW2ffScSuEz2vv/769Ky9E21IT3bukZeDKvIWAfrsv//97+meeG1jQL7icHqicGRoAsc1e6DW9rd+y4f3gr1S76v0RX5tPi88mas7/fT999+frqmv+i0KvCvkRRnVufgcPOB0TM8oN1iWn8tgewX17X0jfz62XZCWcJ5TNnIpKCgoKGgZFE+8glaFek88mD6lwaPOoQ8Ok7C3HTJs1//ZNfoN6pv2nLv1/Nti/XevF1MmTY2+q68au31it5hRPXfTOTenDfSnVtd53fHms8SWJ57ltx07dYhrzrg2Rr82OvpWcdlfr9+gfsmjzgm4w18clvbCu+fqe5InHtLwtgtuTwThxDET04m1G9iz7qI7Ytb0mbH3p98fzz/6Ytx12V1x4FcPiJceeykttR2wzoBEyiEgP3j0fnHX5XdHvzX6xm6H7JrKCE7EVQ7heO7Zp2/HA3aM1dZbLa776/WJYOTJ93J1fY9P7RH9BvdLS42lv87ma1f5vaUqY5fo0Kl9KscuH9slNnvf/JeqtaQn3jd+cEacft518bPv/r90Cu1DT7wQzz7/Wgwb+UZ079opevfqnpZ5duvSKZ0i6yAES1x9tzee/eKa8tgzzp02bXo6PCGRcjNmVn+nJXLL7zfGT46x4ybEG+MmhRNbN1hnjdhy03Vim3dtED//8yXp4Ig7Lz+12T3xvvb90+Ov/7whfnZCVd6RY+P+R4ck0m7M2AlpmWmf3m+VV77sA9ihffu39sfr2nR+Zs2akzzqEIRTqgG6paRTlLX62P/Pib5j3piYPAl4/71r07Vj23dvFFfffF8iDh+47rcxePXm9cQ766Kb4jPf+G2c/K1Pp4NckGtPV3X7yusjo3PHDm/WbTq0pCqvAy46VXrJCzOfQtu+CZLc2wrJqi597AmYv6tjy2fHVHU7tqpbeyaut/ZqscVGa8V7t9oorrzhv3Hfw8+m8q7RyjzxGE+Iu+9///uJ/GYoMZgZ0Dx2GIvZMy8fbiE9XkP5b1OeJF7/DD95Z0Qy2n185xmkffsoi733LG3V3hmvjDQnlL33vW9tY7CoKJ54zYviiddyaClPPJum82wV71133ZVOQESiHHjAAbH/qlU/VV2b8clPxtx+/RqfaBpL6omnfPvvv3/abH6XXXZJeaE3vMnokmWhvMr8dlqqPgdJ46+JBSTOr3/960RemQhwYuRBBx2UJgGcXug5kxCHH354bLfddi22nQI0lyeeJejKxQMaEXbwwQcnAstpjT/72c+SJzJ5u48IIzvEG7n+8pe/TH0bEtCkx6677poIvhNPPDEdIGBiRHj3dtttt7RkVxwODNIv2scSgaZe8oEDn//859NyblAHDzzwQKobJLB3gnwgAsnaJAz506vf//736aAb+XbNvo7gXSL/SNeNNtoo5UUZEZPStZT4nnvuSX0xUlDaiEGnSopHny1vrtno/sADD0w64BAkBN8OO+yQ0mqp7R4KCgoKVmYUEq+gVaEpEg8sq0W0+btK21WS1xpPPIc4IPEeuvnhdMBDp64d0/5zlp2CQyAmjJ6QjFkn03br3S2ddGuPPKSdge/40eMbvOo6d4z2HRr2aXPvjRHj0iEZfQb2SV5+SDTkmtNtecsJj0Tksed5z9m3DlE3vkrTvRnTZ8SoV0cnIrFLt84pv/IhvLi693n7XmWecxIuD0TxSbNTl04x6rVRicy05x0Z9KzK3rEq68hXRlVlaJPitN+eE3aRldyRlDXLYV5oaRLvrItujvuu+XU6TRTR5GACJN6rQ0fFK6+NTKfUjhozIcZW+Rg5Znwiqiw9VSYEXtPERINXwezqg8wVrt+qvWLVSjar9u6R9mZba43+seagfjFoYN9EJiHQkGf7fPK76QCKliLxzrvs1rj/2t+kfPAu5B2GwFROXmm8BXmm8aQjD0tCkVE8Kts1QVgC3UXkKfPc6h9CTPxkOrB/71RWJ7U6PKNvn56pvE5pPfakv8T5l/+7xUi8zx73u7QseZstN0xEZTp0oiqXuuVd+crro1JZlXN0dX38pCnpJNrk5Tqfup07t6rbql7Vr9OYV+3TIy3VVYerD+hTlbN/rDWofyoTOSirZdpf+d5pacl0ayXxHFbAWHOq2+jRo5MBPXLkyGQ0Miz9HTWqai/VR7tExrVr19BP+DsvZI86HwQgo5wBPmDAgBg0aFDa8w6B179//0QOuM/zgkdeIfGWLxQSr+XQUiQekoeH1CGHHBI/+clP0r57jz32WGq3B1ftosdNN8Ws8eNj5uGHt+hyWuVDzNAd97Rx+dC3nXrqqen0SuMvJBGCz1LT4cOHJ1JKX8DjjHcYj928PFifggiTzrbbbpsOBNHfHH/88W96hJmE8GlONBeJpy70d8qIaNXf2ofUJEYtiefEbn3Zpz/96fScg4Zsf5BJPKSX/uzHP/5xOunbu0J4ciZLOoQE0/8i0UyiSPeUU05J5J8+0DPrrrvum3vs1ZN4vm+55ZbpOwJR/OK48cYbE3mqLLws9al/+tOfUjnU0R//+Mck/2OOOSZ59IH03echqO6Rg/fee28qn7KpQ+Qmjzt1ibT91a9+FUcddVTKl8km5J7JJO+OgoKCgoLmRyHxCloV5kXizQuZxMt74tWTYgXzx1Ih8a79daw9aEDj1YYlkrNmzw6nzFqCmgibxo/rlsYi83if2eOsHoggnmxOO3WybfvK8EGAIYYYMjzt7MuG2Kglxhgc7z/khKVA4v02EWoZypvLmj6prFW5q/zwIrSPHS8znnVNQVkcjtFNmbt0aiDBqnL6iwBM5W3fUNZaYuwr/3dai5N4t1x4SrzvvW95ezYQjur2rbLOmdNYx1V5nR7cULdTYsbMdy4nlv0uVb0oK7KyY0enFDfUa0N51W+7JJN6ItCy3tZO4iHNGMMZdJauSEs6SW8aP64x0pB5/jb1qkdEMDAZcQwusnOtoZ1UOkOWldHob60seeEVEm/5QyHxWg4tReIh3ZEhvJeQYH4j6Pfaa6/41FZbRadbb40Zu+wSczbfvKEDnAeag8RDJFoyzxsQQXXZZZcl8kfbpFMIpdNOOy212x/96EeJvPne974Xhx56aPIE0+fwysueYyYX9tlnn7SvXK9evdJ9XmL6DMs1wX1yq+1flhTNReIdd9xxiTgTDtGKBFt77bXjueeeexuJZ/kzsounm0kPpB+56dvUKYJOHMKQjf7Y8mRy0S/zXjzssMNSv8oz056nDqgxviJnnm482oTJhKc+kpfcz3/+80TcIerUJ92UJ/06z72bbropvT+k4R1hYsZWDEg6p4/znJNnzwICD2Fpaa2+ny7+4Ac/SHlA4Hq30AVA5GaSznV9jmW9ZKVcTsjmvVmvewUFBQUFS47Ssxas0DAwtKx0w603SKfLFiz/4GXnpNaunTslcornWPYqcwDDphusmZa+7rbju9Kpp/WfPd63ZWy/1UaxxcZrJy803ln9+/LEa/DKsky1UyP5szxAeS0TRsAhHXkMyu9q/fskclM5dth64ybL6rPr9lvEVpuvm5YFI6cG9uud5EVululaeozUak4jaXEhDwhFeUpLiHt1S96BA6o8rz5g1dh4/cHxns3XS2Vqqqx7vu/dseM2m8S7Nlkn1llz4Jt127dPY912s/S4qtvlpLwtDcYRQ4thxyhjvNd60THckOyWa/GmqP9YNsezD4FgaZfnPM+DQ3ziFf/KIMuCgmUBSxSRTZYzImp4Om211Vax2047RafRo2Nu1fbmrrnmfAm85gKSDfEGCEDkTvb8At+RNsgfBFMmHBF0ysFDTRzIvVtuuSVNIGy22WaJGEQ68crbc8890wcZiPjk/be89i/KMmzYsPT92WefTWScPhYZlr3RTN6Q1Wc/+9nkaWg5LO+6ecFkjn5WXQvP2448yJKcyIQ8eEFKG/nOQzMTvBn6Z/nL8kbCqgt9veWx+nRegPJj8tvyXfFIFxENiGhLZm2pYELIcl4kICIRccejTr2qb3lGjh5xxBGpfNJHAPPA48139NFHp/joB7IP4Yj0JJ+CgoKCguZHIfEKVmhYWrveluvGLgfvHJ26NswOF7RuGOD68LhDgDX1yWFWBLxZ3ibKmT8NYRofaMVQhAWVN98vWDDekmWDt2JTnyLPgoJlA0SQJak825Af9i2zDHOPPfaI16trU7bYIlbhIetwgdmLd9DRosAyWAcjWCLpAAceefZqy16HSDwkEWKIlxVSZ+edd06EES89BJclo7x0eYb5jaS75JJL4oQTTkjLOHl66XeQRwitWpJweYN8ItPUCXKTdyRSklcaGSmjvtNecjzzeOQh1JBbefIjezZD/s77EDFGJjzhkHW8aMmOFx8vQPrA006cvO3ohsmVDEt4EanC87aD7FnHg9D2CvKqXtTr17/+9bTU2fXc35ukUZ88C3lQIvqy1zXvSx516sgyYsTct771rUTymfhRRpNE8ixue7SSC68/6fPSFm5JPNALCgoKCuaNspy2oFVhUZfTtgRmTp8Zc+fMjQ6dO6Tf06ZMi1nTZ6Xv9qrr1K2BLLSU14EZtcdh8ga0113GjKkz0h52gHC0X50BVEqjappOt12WWBbLaZcVltVy2mWFZbGcdlliRVxOu6xQltMunyjLaVsOzb2cVv9g7zInkXqP8nhCoIDllpa2/u+++0a3qg3M2HTTmF21k2pwkO43hSVdTjujSvOIo4+OfffZJzZbf/3ou8YaMWjw4GgzY0a88tpr0XvAgOjTrRujIV4ZOTKGvvxydKziXP9d74ouVd+2ShXu9XHj4pXqetuqbOtvtln0qvIxfeLEGPLcczG5utazc+fYbOONYw6iqIpnbvV8G8v/G2XZXGiO5bTGAw4YUU/qhxee/ewsG0XaqSNyJlf3XEO+rbrqqolw47nnPtIye9/x3FPHSFDhedZZXosElR5vO4Qbb0wknr1PhQOEWa5XkA/EmfiRcbwheVHzokOmycd6662X8oeARBRKC/mHQM1QPh6UyugZy4ftjSdv4hS3vfp4+eX8kq3tF5CG8gzyp21IS7+O/EUi1qZVUFBQUNB8KJ54BSskHB7hUIdZMxrIteYCYu7ea++L+294IP0e+crIuO6M6+Oin1+cPlf84cp0aiySzwmw55x0Xpx94rlx4akXpftX/fnqGPHSiETQTZ86Pf590e1x8S8vjQure8I8+Z8nUxovPPpiOuXWARkFBQUFBZGWfTGOa+ceGYx5Q3ZGLWO0uYAEYfwuylwnQ55RzJCeFxBCvF+EXVZg/PMycupm/pAlMmF5BjIBsYF8aM1AAlrSzhOKxxKCEJnt84UvfCE+Uv3tWuk6/7s5iKb5EHjNgY6PPBKfrPKx3WqrxU6V3m84enR0njAhut50U2xc/e5XtYH2t90W7a68Mtbu1Cl2at8+tn3xxej5xhvRodL3DhdfHGtV7XOnQYPS8/0r/W5ftcWet94aW48ZEzttuGFsOXJktL/oouh4993R8fHHo+Ojj8Yq99zTcGLRcgbkFxLM/nQ77rhjIrcQcAg5p3Tb680SaIQd8koduuY3IOYQs/bQQ9qJDzHnO4hbeM8hypBiJiyk5Rn6gfjz26eWwAP3EXJO+kXEihtxhpQUXt7kV7r23nPNfoT1pBqPQWGdJCvPnkHS+Y2Ys6QaOZivWeqtvCabeQbW5s+zyuW3cIXAKygoKGg5FBKvYIXEi4+9GFefdk28MXJc45XmAdLutWdfj4233Sgmjp0Y1595Q/KW++R3PxGHff/QGLzx4HRtxMuVMWSz/pmzYvdP7Jbu+XTu0SXuuvw/iVx88bGX4pWnXo0PHfPBOPzEQ2Prvbeu7t2dTtkdvNGgmDFterz0+Mth0/+CgoKClRnIJUv9eBbxbgQkmCVfvKB4sNjDyX5NTRFRiDOegwtLyiGJ7FllGdmiEFsIRXtPIRTnhbznFLJvXrCflRMhlaslgMCzB5dDFXhZn3XWWWl/K/mfl3x4/3hOvloCPHssDeTl1BTU+7///e8kX4RuawZyhRerZYx0+uMf/3jsv//+6YPc6dC5c8x897ujbaV7be+7TwNofLKF0KtX7DBxYmz4zDORWtcjj0S7Si9mjxoVc4YPj3bnnBNzK92YXdVB2/POi3jooZjVvn20veSSWMUJup06RZubb462VRt72/OjR7/t+VlVuducfXa0qfRtbtWeZ1fptjRBWVBQUFBQsKKhkHgFrRo83l545IW48g//ikt/fVk88Z8nY/yo8fHU3U/H68+9Hk//96mYMmFKPHPfs+n+Fb+7MoY+32DEee7OS++Ka/5ybXpu3MhxcdO5N8elv7k87rj4zpg26Z1eEk9V8a26Wp/o2a9nvPLUK2m57I4H7BAdO3eMdh3axXv22irtvff0vc80PhHRtl3btMzW/ffus3UMf3F4IvlmTZ8ZM6fNiMnjp6RwDt/Y+WM7peW4XXp0iYFrDYwXHn0hpk9edt4aBQUFBcsL9Nv1pBZiCeHGM8Wm63l5IMLH9Uz42avKBuzZk8/HfZ9akk74/IxlqJanIlyEqQ9fG4d8ZHi+KeIv50nYHEYc+bqP3647HfLSSy9901svh/FXmCWFOHjUOP3S0lt7W/GskWYuS85TTtOScUucEac5D7V5bwrCNRUm15tPlgPvRHnhEQiu14YB4fzO6dffh9rnpFN7b3kCbyZ5swTWHnP2FrOfmL3H/n377TGz0rvo1i1iSsMYoSUxd7PNot9hh0W7bbaJmf/zPzFzn31i+pZbxozq2swPfCCmv/vdMePAA2PW/vvHjK23jhnV/Zm+V+1j+s47x8wDDogZe+wRM6p40vN7793w/KGHxsx9933r+Q99KKZXcU7fZZeYUbWvOZts0piDgoKCgoKCgoVFIfEKWjXsJ3fXFXcnUo332jP3PhMzZ8yKAWsPiB6r9oiB666WyLm7r/xv8pJDjt16/q2JfEOmPXzLw+l6nwG9kxfcuBHj0kEYw14cFg/c9GA1sm1MqALPumHPD4/V1189GXU88XpXz9Weetu2fdtYbb3VYsLopj0JuvXunjz3xo0cH+tW6Qxcd2Bc/7fr48wTzoqHb30k1tp0zejZt2cKO3DdAfFGlZ+8Z15BQUHByg4knr2Z8scJmIDUsT+Zfaxsys+76fDDD08b0Fs6etVVV8XDDz+cvM5s7n7fffclwuTTn/50nH766YloshTXPlk2i7dHH88/pB/yihefe0cddVTaYww5JL7Pf/7zceihh6a47Hk1L/AuQ5TZP5HHmzyBfa+Qi/KKhLzxxhtTmk73tF+a38rpGWHsZYZIyyRWc8FyPss7nVDJW5FX3Pe+972Upv3DXOdBSA7yhmREttksX755ktnovx7C/OEPf0jx8Px79dVXE7nGw/GYY46JT3ziE2kzfjL+xz/+kTz9LrjggrSZvr+esT+cOuJNWQukH/nb68+hCZYwI8UsDVYfnkVSure8wsEWPBvtt4ZotuSxf//+0at79+j8wAMxe+LEmL3bblz3Gp9oISCqN9ooZu+wg7WaMWfw4IZ9+Dp0iLmrrhqzd9op5vbuHXO7dIlJW20V4y3v7NgxZlff52y2WUS7djFn441j9vbbNzxv/7j8fN++bz3ftWu6PuvDH445lp4WL7yCgoKCgoJFRiHxClo1GDLtO7SPscPHRt9BfWOrvbaKXv16Ru+BvaNL9y7RrWfXePaBIYloe8+eW8V2+2+bPPUsY4UefXvE2putlQaSrz3zWvQb3C8937139xhSPTd+zFtLdiaMmRiTJ0yJvmv0jTartKnSrhpQ27c3oTb+VXHNy8BK49XqP88hFD/wv/vGQV8/MDbebqO4/7r745+nXBCjXh2Vnu/Wq1tMnzIt7Z1XUFBQUNBA3Bx77LGJUEPUIOcQNz6WsDrcwTVeZYg85Mjjjz+eTpa0lxXvOgScZaRIK/uPOQUSMYVIeuSRR9K+UkgnSzbFh1i68sor47DDDkvEE+LFBu4OEjjggAOS5xRy6tFHH33Ti60el19+eUycODEt+XWYB3JLWMSYv8imLbfcMh2aYE8s+0rZg8pf+e/Zs2ci1eyDhUib3557iwPvLft1IUnJAWlHXghNG+1bxopcchqpjwNWyMW9U089Ne2dhXCsJdrEc/XVVyd5Kd+ee+6ZZGbJLpLOUlKHK+RrH/7wh5MnpX3hlI9skLCf/OQnU37Ek4EURf7xlKQH6lAe1dd5552Xlqo6VVR92ttweQVCk64eeOCBaQ80e+Q5EOC1qhzT1lknVpk1K1ap5JAGHEsDaZDSiHl8z0uaa+vjTSzE8wn1vwsKCgoKCgoWGoXEK2jVsHR170/vlZbV/veqe+Omc26O14a8Xv1+a+mNQy7ad2yXvOR4wVnW6vRXaNtIwgk3c/qMdKCEQysswV1/q/XTMtiMmTNmxpxZs998pveAXskbb9K4yW+Sdoyx4S8Mj+59uqff9RgzbGzyrOszsHe8+vSrMXromOjZr1fs9NH3xeEnHVblYVa82HgwhkEu77/pU2a8GX9BQUHBygzE0hlnnJFOyLUXHvKDZ3SGjedt0I5Qs7/aGmuskQgmJyzaaB1hgoBD+onLxvLu24MOgSUcEs1G7fkEUgcpWHpq03YbySP+hEEU8VhDQvGi8l289UDU8Lay6b207HmWN693DXmDGEFk+dgg3mb3NqqXrg3mnRx59913J0JKOi1xKAbSDZlns/t8iqU0EWO8FL2HkIlOqOzRo0eSHw8+ckZK+tSWH6Fn3z/5JzsedUhPdaLcPBmRbAg7BKfTMKUvbvKRB7JVl7wca8ssXl6XCEUnpDuA4Jlnnkl5EE6aNuN3X5zLKxx+oK7pGL1FLtMFb/y5AwfGKj5OAG1Cr5YVnMaqbpbkxO2CguUB+nz9W/boLigoKGgtKCReQavG+NET4rE7Ho8dD9gxDvjihytjrk06/TXtQ9ehbRq8r7nJmsn7zmmxDqWYPXN29F+zX2MMDeAVZ0nuOlusHXt/+v2xwTYbRMcuHd9G4vVctUe6Nml8A2knXr/vvuLumD5lejpV9r7r7o9J4yalgy8yXM+f+669L/qusWry5nv5yVfiur9eFxNGj0+GjyW+1bA9LdHl6YfsQzp2691tuTZCCgoKCpYmkAcIJn8RXrXwm9edJa7CIJgsy0RQ1UIfnvvVTNZl1Pe3fufw+S8vPctgkX9ILUTMgpAJLnEgHi3htWTWPnSuIepyeXIehLnhhhuSR1v22sr5aE6YgEKoIS+dRklmyCTXXatPz/VLLrkked+RrWfIoR71pKZy8yz85z//mZYSKwsPv/r4EXeIWoQlohCZ2RQygZvllWXjr0993S5vIFuHWSA1P/axjyUijwfmHrvvHp3GjImZVf5n7bNPWqLaklCflo/z9vzGN76RliQD0pinJY9I5Lll4GROtr5bAv273/0ueUOedNJJiRABnqm89XhgnnbaaXHNNde8Yzn08gyktSX1uTzLAto7D2Eeq/ZN1Be0FsjrmWeemZbba8ugn+Bp/MUvfjG+/OUvpz0gL7vsstReeU/77bqPvlUdIO9/9rOfxdlnn/2m97Hrthegj/WTGch9nsomVeglb1we2bx6PS8+Oi0v9NFEgAkW5H9LwdYNvINb8jAeMtEW8zYNGSY2bCGxNA4Csu2DPlubUZ/6EzrcFNS5bSNsdSDvyzuUg77pz7zzgUzJXP0uLqwsUD/0dVFBl/Wt3pHzA53QFqRV/55dVtDmjB/q9zheWjjnnHNSHrz3WjMKiVfQqtGhU/uGAcCfr4p//uSC6NGnR6z37vUSIVcN59OBFQPXGRhrb752XPLLS+Omc26K9+y9dfQf3D86dO4Ynbp1Fqx6rntsv/928cqTr8QFP70wHrj+gejeu1u06/iWgdihc4foN7hvDHthWPKQQ/zt8ck90tLYC352UZz9/XPi5cdfjn2O3Dvtm4dIlMZtF/w7zjnp3HR/xtQZsctBOydvwC133zLW2XyddIque1f+8arYZp9t0p58BshjXuel1zN5ERYUFBQULBg8uvKg2LJMS2Mt+0OQ8bJznzccgs8ebow7RgTyxLWmsO666yYD8Omnn04D+N/+9rfJQ0xcCBdeYIzCeRksPNt43z3wwAPJaERiSZeha1kpT7x99903DWh5hBhYIuv8NQBXFkSXpaNIMZ/mGIyLQ/o+8oOQQ4AiJKVpKbJ8y6c0kTdIJ3lSXnLj7WZZsvvjxr39NHikHtnxuFNuROQvf/nL9BxZ85LjcZeJEnFLI5fZ85Y/W7LLYKkdcK+zzjopbeQGY9A+h35bEqyepcmrEQmyvBgu9chenIjmCy+8MO0zuNFGG8X//M//JG/Fmf36xay990570rU0EBtIF96lljQ75Zn87L+oPj70oQ8lHdEG1KX9JxntCGhehB/5yEdSO8uGO49C9WWPv9tvvz3FR2daCyzXpq/1JyVro8jn7PHpox+gY0gh38FzteX1Wx/iuVqPXe3dNR9x5HalTSJC6TcCm25LWzhtg2zJWV58pK0+EAs5b667lvOR08/35UFexOdaJslcz2XM5RG/3643ZXjTEffFpb/QXunGoEGD0gc8h9BTTnth7rrrrmmbAf2wCQTp8qx2j+4hKPQN2rBJBXEDPTSxYQKktk+Qf+Sz8TMDXZ55/up/zz333DQpgYhBHviOcKKbluJngpRMlVlexK1P850M1WFt/fvrnjDk6Ley5TrwG/RP0uEBrj6y/NSBcK5JK6eX8+J535WLPtTWZa4PMpFn/al4r7/++rf1d/pUXrO8unO+5a82TK5v5XZfelkHs4eiNPK7Qr6hVnflXR98xRVXpDp78MEHU51KK5dH+Jx/6dMRJC49F4c0QBhl9clpQc5/zlOtPnumXn5ZF3O4+cmvHvkZchCHPMqr95X3EcgHHVROYTOZJj5p5WvyRQ7iyvH5TZaINX2p3+ov51OdkBGdq40bhHWNvJGl2l6ui9ry5PikQy98z/VODvIiXtelB1kuPtLOMiV7f2v1X1qek58sL/F5TprCgzBZHnRMHN7P3nfyTR7ue0Y84Lf8iVue3PNR1npkebgvPuWXN8+7nvUlpyP/+lXvrdp20BrR9kQbnhQUtBKYzRo7YWwc8JnqxdyhffoM2nBQbLjNhrHpDpvEJtttHD1W7Z72k9vovRsmb7nufbqlvxtX97bY5V2x1qaDE8HWb81+sd6W6yUyLhknA3rHBltvkOLZ/H2bxYC1BqRwtZg9a068+NiLse671klpd+vVNRGEG2y9fnpusx03TfEaRHTu1jk22X7j2HynzdK9lL/tN4leAxqWDHXs3CEGbTQo1t9qvdhEmlU4v6XJa++R2x6NPqv1ibWqvNfnY2lh+rTpcenpl8Zag9ZKXgL10LnacHzQwF5x0H7va7y6cLjh39VL/skX47OH7hu9enRrvLrsoDM/5+JbYtr0mfH/Dtk72td5+Cwprr/tgXjs6Zeq8n4gevbo2nh12eG6Wx+Ix59+OY6Wn+4L9iJaFDzy5AvxrxvvjU8fvFesucbbvV6XFa655f54csgrqbw9ui15eefMmRtnXXRTzGnTIbbaaqs02GGwZhi46K/85RVW7zG2KDBINAgTD+N+WcMAjBG1pPkxIPvb3/6WCLQPfOADjVcb4kcoiT8PmLVPJIGBob3V9Nl5cM2A2WabbRLBZmklg9fg1qBbGAcvIMoQFUgIxBtyyX2DOUQVksLgUhz2rEOi8eqw3HGPPfZI6TvQQnhLNffZZ5+Uf4a+v+Qg7ODBg9PBEPa3Q7xlSM+g0YEO0vHbfnfKp6zID3mnL8qCwGKIMr6khwQx409WvMuQk5af1sIAmTxz/sBAnx4iwzyTYbBNrxghiBrlIldGLw9HacgTeSDMEGP0XH4Y3q75kDNSkidZJiszGUrnycNehTwWyP/ggw9OZZA28kpaiDdxkSEjXx3vsssuifSUNySGJZzqNZN8CADlZIgzBhCCdAhZazmuemE4C++aOlwS0COz9/Jrjz7xgjIhjXnTMZYXFsrIm4jXkL5DvasTeaYn5NkdeTcPYrke9mxU1/YYVEfAuFGHDh0x5qiF8OpTuwDvcsQGvaMniGn3HBKDNPFbnsgcGaFt6O/UPRKXfIVVBnWOdNHu1AsZMaS0q6a8NZsbSBntd371ofx0NZe/HuqH1xid4mUK6oiMTjjhhHQvG6VnnXVWSovOIa7opsNcyJTRT1eMk+gPXVEndFJ/gez86U9/mvoi+q+P+9rXvpbahjafDV17UCKf6Ix3Ae9UhupnP/vZtF8k4/eUU05J9cGLTT8nP9odIkT74lmof9AfMGQRPN/85jdTfPolbc92AUgYHnS8ZRFQyibfti+gr9oCfcheruLn6fOXv/wl9WXq2PvhwgsvTLIjDxMD+j19mGt0Uv+l35E3fabrH/3oR5PM1B950VFkjzZv+b7+Ut2Rk+f33nvvN/sb7Ub+kOB0FSGtr1GX5IFM9Iyl/fQX6K52Ig/qxHXyUzcMfnuY6su9k/RFiAGy0e+pD7IxqUMHpCFdnqvqlQw8S57qUlnzO0lZzj777FRnyqM+9Ze8BuVTH8YDU1vixare9dXqWT+IcKdT+ZAj+RAHvSQz/TWQt3wqm4OVvMO0DxM03k/6BeXn/WjrBP0pAk4/hPhE2Gsn0vnBD36Q8k/n1b/0f//736e2ThdMSEif7BA59NY1da//FjeCxSSaPOtH5Ef/Io/uqS9yU14yzu9SZJf06S55aivqiT7LpzIov7rJ22eQn+/kq47IT57UPzI3y0/7VG9Zn7Vbk03qUPsTb67vvC+sMqkL7ZSMtWn15J3u3aZe6b/n6bPvZKV9et9pS/KtzUnfBJ12mPUhe7bTJe1K3slG387DWbnpqnasDWirwimPciijvohnNW9M72BjAPqkztXvd7/73aQL8kJeOZ9oIXXgnmvyQO7eL9owPULWGgeY8FGv+hm/pW+vXPHof8jKGE0+9CHKSz+0bW2KHmmfPByzLtBf+ij/9E/7l0e/kfveO97DoA546rqvjoRVX/YpRv5rY/TFtikIfv2dcRV5GGfZfza/y1sjiideQasHrzYn0fp07t45dVCWoyLn8m8HWzSE6f7mElkkXL4PPOq69uyawlnCag+9elhu26Fjh3j+4YYBAFhSm9OXZlPx5U9teiBf9s9zz9+ct2HPD4vJ4yfH+luul8IUFBQUrMww0LLpv4F8JkQNchlsTiFlyFnOZzCMhPj5z3+eDCuDYsQDgsmBGMIwBBnFBvYGvshCcTHoPccbSngn0Zq88N2hC5b+5PCMLPcNYC0lNCCWF88aQEqzFgaWlikyDOSBsWGgLa/yyahAehiQygfDhSFh4C2vDBaGMqM9H9ixJDD4ZgjIv4/v9qzLy1YZt4wcBIMBNWLB4BvRaDCNkDFANxj/xS9+kfYJVG7lrAWjx3WDafnPxJFBO1lYQmeAjzxguOe4GGlIB3lziInw5CBflnYyxhkA4hC3g0js18fARIp95zvfSbJkxGVPoOUJjHrkx8knn5x01N/8YZgwqJVjaYGRrZ4ZQXQBCcVA5BnFAGKcu4aIqIXxTCZRtFF59mFIMjjdp1NLMomxvABpxnhFRDNsGYUMUAY9UgmJiQBgtPowmHO5hUNI0Gl9FHki38iTAYpwoOu8SeiFvkpfhFRXBwgOhIj2qJ0iUxiniEXtA1GGQGXgah/056CDDkpebdJBcGlfyB/3GbEIKflGAigP4xtppz9i4Opz9E8Mc0SFfsvBPsgGxnUG0kfZ9c3IOWXTXyLRpI9AykBgMaL1d9otXdGO64FUUWZypEv6KwSIMtNLbVq/nCFeJBryAzlJ9xATyCSkSiZ2XPdBApCzcqizDO8GMkU8I46kgThAOOiT5FefpY1IC9GhzyEv7wFyQnSo09yH+i0NfZi6Ux8mKJA+3gPqHomayyY8kguJKH/ILsSxvoEHlWfJ3LNOK0dcCpOJYXWdIb90j+7IPx17//vfn/KsnCCtTL4jLdWlNq/P5yVJ7og6p5RLU5l9EFfqnE57H/J8917gVU7W6gFhJb/aDp3zzqsF+YrXOwDxo03RH+VCJpEnXa6Vp3efulFWuqo+6K5ykh8ZZfmRRSaR5FWd079MtB155JGJbFLfGcqGTHLf5J78aEvqWP1pRxnq1YST95Z6k399qPe0POtXlZ+81Q/5IsPIAxknfgS19JBg2qG8Co8gVC/qTDtEciHz9CPyZtJN/0IXkGPic9q+8rhGp+gk+aqPWpCDeIxljF3Ere2rD+1eefym++SnHzLO0iadCO+9q02pH/l3Xdm8/xGl+gppkKW2QkbiFT+dMq5Rn0g0BCDdyV76CETl139Ii+7qAz2P/BYmQxkQ2MZlls5LT5+mLel7lI2uIDLJQznolTrM+t+aUUi8goJFgCW12+63bSLrWhLIvnfv/u5YdY2WX0ZT0IDW7VRdULDiA0mQCYMM17IxZ0DrN+LAd2F98sQJYzD/9vGc37UEg9/iAOHzvZxObfgcn+uu5ev+5jhqUR8+58s1n6byl8PltHM+8rOLi9o4a9PPqL2f5ZDTzNf8zs+6L3xTyOXyyXEIn59zP6ed46lN31/Xc93m+5DjdR9cZ1gYqPswQhityxsYRgxeBmkun3Lw0OT5wrMkL/1aGiAnhBKCB+nKUJJH1xhaCASkLSOJgTw/IG6R4rw4GbQM7KVZlpYCY5VByGhUbwgfJBEDmeFILnn5MMKk1lNW/XoOgc0QRdQyvHnT8DpiYCI5EBGMfUYmfchtgxHqOs+Y/LwPQoq8hSFzXlrIbAQTXZIPbUJ8DGyGNoMX2SG/8sgLDSkmjkwkIXSUD3khXvXIsEcC5jAZ8oZQkQ/pKyv9la7vua2C75noVT4Eby2BUo+sawx67Zr8EXbkUAsGOQJUfDk9ZAKvJkQOYsnECDJEeeky4pOseGbLO6hLdSsuZUa4ahuIFxMznuVR9O1vfzvlBXkBuQ6kpV5NIPAE0gboDVJS/SG1AClIruJUn8ga+a1HlikiBylkEoTs5Q3hgwjNpBB50gftth50D6miTyTvWs8zUE/SQcapyzz5gezUfj2rH3BdWHq6xx57pIkw5IrreTuEXOfyIl19iSWj9JEMaoHk4mFm8kt45JOyIX6QOuqBfqkD9UJ+SHR9p/AILzqZiZ1aXQPtDXGIdKL35IfckwZCnDccedUSQ+qM7pODvNFBpJK4a989QN/oonakrSHy1CePVKQhnaWbZKJNqXNl0T61SfGTs2vuCUPXyVY90Tc6QG+RavIqHDmoD/WFwM3lQYgJg4jVBtWp/ChLPei6NiEeuifvymGyDSGY+wiQnjyrAx5vJsnouWdAOp6VH3JQr/4qA6LNRAB9Vb/ySyZ0Rf+p7zQpYdJCnPJPNz0vPqsKENXypO3LQ4b6RaS6p46VQ57Jm06RHR3WV2qvdEFZ3NNeWjsKiVdQsAjQ6TgUw3LalsSqq1eDtc3XWmbLaJcGdLLwxrhJ1UBo2W7YPMts5fjJ1YtlbnSoOcykOdE+xdsmJkycnNJbVlDGyVOmxczqZdixQzXYarzenPACXqUa6IweOyGmz2h6n7ClBYOFCZOqAUo12G6pum1pJHlWfY+BczYalhUM5n1y+y0oWJ7AqOJdwJuPVwKPgHrvj+UBjBF9EwOE4VH7AYZiNqCWBhjg+hbLjRB5PJ8Yd64zki3T5RHD25TnGeNKv+QvY0h+yZ5hyJg77LDDkgcL+fMmygRsa4YyMKDJyScbvYxx3j30jBHOwwqp4XotsseXOmZYIpCE471Gvpap1ZNTGeRMZ5BfCNFaAmZhgDTi4YLM4gEj7aagjCAd+imvyBIGNS8W3sKIE/qRoc7ljb6Si7/zqmv5RpodffTRqcxkxLuoHrzqMqkBjHEkpDKQBeO9FtKjqxmIM2Qb0hmZwmhHLCCS8l+EDsKch2+tPJAelkojx4RDtCo/PUcKIhF4aMtbbT2QnTwi5ngB8VrkNS2/9dBWyDfrkfepD31yPZPeZGBJN28qnmBIO88gfiw95kmmPrRVcpcH9VUPZRZW+0WqkLk6WxiIT7zylOuXLOgDjzkEE+/MWmI3A7mjXpA4CG4kWC1qdZocyEXd8szSfyNLeZyRcw5LJ3m3IUltY8DLi4yz/OQvy0/exUV+6pv8xJPlRwfVUa3nPH2Wl6zPsLB9F+IM4Yo0Q4Arfz3oiPyJX59gPEUuypavuU8W8prboT6jtq3lcMqoPOoj64OyilM5tAXP1EMcrotb/SKCedlrnzwEa9sTIJoReGSsz0IwLmgcSE/kGRn+qU99KnkGkrmy5PvaHtLSe1vekbQZ8mWJMo88+/XyoESyZiAFebUj+pDy2su8QJ7qU5mReuTd2lFIvIKCgmWC92yxXvTq2TW+fcrf45xLbkn74706dFSMn+CF07Kd65zq5TVl6vQY0VY9kAAA//RJREFUOXpcPPP8a3HtLffHsSeeHs+9NDR22m6zaLeIA+SFgfL26N4lvvuzc+KSq++Kx595OV4fPiYRTLNnt5xbtxc1Im3MGxPjhZeHx533PhE/+f1FcfMdD8cuO2xRvWCbf4+iddccGJtsMDhO+d0F8aezro77HxkSL782Mt4YN7F6ibYsYau806bPSATi8y8Pi1vuejT+r5L5jbc/FLsqb5eW35OpucGQMHPOE8LeJGYrGRgGjE0NzpoTBj3IQzOqZpVtNi4PllXWz6oXFCwPYPDTTx4N2s3yCAaEZU+8E3hQ1H7svcTIWJroVxl8n//sZ+OUH/0oTj/llDj2c5+Lfn37xp7bbBO/qoxcS+b+8LOfxdZrrplIoO8ce2y8e+DA+N53vhN77LxzdJ04Mf7fYYfFZytjuf2ECbHVRhvFyVVcPz7++PjA9tsng69z1Te3aeH+qjmhjnghIYJ8/EZYMGSRObx3kEO8WRCVmehhDPueDVXQjyLSxGNfPQQQHWV0IlWQVggqRndTkIZ7CEJp03HG9MKCIe8jf7ybpIkcqAcyBJGo3Hm5J88lJAbSwHvHdWXMQBiQhf2/kDkM+3qSLUOa4iAH3lm+Z0KQN5F3jHs8E/MelyBOsiY73l31JCZjn4eNsnknkqV88rjj6cPwn5ds6yF+hAVZIWO8+5CNfiP35MW7Vxsl0wxkCjJIXSO0cl03RbiqT+QG0kRZ6YO0EA2ICZ5cvJR4JV144YVJNmRHB7N3GPJH3ngpkT8yRr00NWlhSaJw4iAf8lpYWO6MbKZ3iHnEERnwwiNT5csf+VKnWdb0VHjtA9FUny558lxVRmERckguYw5lUofKhcghF78RQXSH/BFVefmk9MkUwZflx+vLUmD35U35lcdfeXQfwVjriYfUlS8kIX1Wr7zQFgbKKu/il295c83vDFtHiN9yZB91Rr7SoS88yiw3d80yW3mQR32PZc7KoR5yf0HnxE/vcnn0K/oX7xK/5aMe8kkn1CuZ0D16q27lD+Q9Q1ryqg7JVtgFvae0X/oqfTJWL5ZnqydtSJy8HrVb95Wpdjk4D0ikqPYr3fzJcJ+cc5vTT2XdqwV58N4kS2kg5lcEEq8cbFHQqsB4rD3YoqBl0ZIHW6w+cNVqkNs+Hn78+bjoqjvjXzf8N+57ZEg88czL8dzLQ+PFV0bE8JFjY8To8TFuwqRqwDIjplb5cegHEs4Lu6nZMS+4GTPNLlUv0wmTY9z4STF0xJh46bWR8ewLQ+PhJ16IO+97Ih3scMG/7ojTz70uzrr45kSm7b/ntnHUp/aN/n0bDh9pTigvb7z7Hn42Lrji9rjqpnvj/kefiyeffSWee2lYvFLlb8SocTF67PhEZE6tyjul+iiPT7t5eGXONliYOi0mTpoW4ydOruJ4I14dOjoRdo8+9VL898Gn46bbH45Lrrkrzjj/ujj9vGtjSCWHbbfaMD5/+Adj3bUGvmNgtaTo07t7OqzkmRdejyuuvzsuvvrOuOehZ9LBHkNeGpry9npVJ8r7xvjqJTx1eirvTHVbladtelE3Lf9Ut1V5J0yckup3+Mg34uXXRiUC9tGnXoz/3P9U3PDvh+LiSqf+ev718ZfzrkvyeN82m8TnP12Vd03lXfK6XZoHWzAgDLAst7Ink0GXgarfBjwGbgZdBjEGRtqlj7R96me/M+iVcAwRzzHWDHYt7RA3g8qgktFq2Ym2bj8TRoI9Xwwql6Rc0rVsxiBvQQdbFCwYBrTkaVC/oIMtChYNDF/7/yFmmuNgC3XFsGGAMJRqPwwchqR2trDtS5+grnk5MAZBm2YkLszBFm3vvjs6V0ZUj6q/6FkZr52rfqFt1W+0q4zmrlW/0LMK1/Oee6JN1TY79O4dXZ94ItrZtL7qmzoNGxarVIZRp0omXZB0l10WL9x/f5LRnKq/6lD1KTvvvXf0qwzS2YzhLi27HQnyRJ85v/pQ/vkdbMEoRHTpB02aINn0Uwxw/ZM+0v5YfiMdkD7kqb/iWYKYqvVk4S0ijL6ace5Z9ctDSv+qrni5ITLUFWNdPeqfeX7xDmMQ6xeRSbyUPOu9Iw/0hO4grnlKgvwIqx54uiiP94a4eAghxYyjhEMI0klxkQtDG2miz7DfJIIMqeE9Y787ss06RdbKbOm1tI488shE2DDwEQmZbPS+kQaZih9BIS88dBAKlrshD8nbu5Qnk/wro3DkIE17+HmnaSfkrAzSJQPvLISx+kEKaJ/iI3tx5LYxPwgjvPr2DLJMfZCZ/NjTTlkQTsqtzt1Tr8g44bU7fQUPMPlDjvKWk0+/lc8z9j1Tb8K57z3PS04exMeLjC4iHxAnZCsv9ARp6p3NA0ufT0fJ1jPyCQgNckG8axc8RtWd9wG9BWME/ZDrmXTLXrj0T17pASLQ+ICXIa8nzyHVyIp9gPxVj56hLyYffdSzsvDGysQ2+cmbskmbbn7xi19MOqldSMsyWjL2kTdjEfrBI4sXnTqmo3RM2rk918pPv6w+EDd0j/wQqEg5bcmYSVzkl/XZPbJBLiJ/tEvlIX/tK3tt0ktlpSfSNZ4RN/2jh9q0cY2611a1CWQZspbuKo+64WmoDPTB+E678Y5xDeSTXLT57P1GPuKgC56nd8LRefvHyYf4XKNv6oGHnbaqnOqE/qhj9ee9oRzeczyuxUcH8pJW8tf+6JX78sirl5yEUTbpqVNyVx/kYRJNfeXxpDTIWx+F2CVLXn/aqLqUDn0WvzoRp7pUF/JMF9Rzrit5QwAi+eSX7si7696h8qtM4iUT+aBX5MazVdvNcbVGtKkaUtkKqqDVQIc45LUhcebdZ0aXZjhhsmD+mPDGhDh060Njl+12SYZKPbwwvGi233KtOO/332y8uvCYMWNmPDnk1USsPf70S/H0c68lz7iRY8ZHh/Zto3fP7tGta6f06d61S9Uht69eqh2iY/t2iQA0IKpHw+BgVvI+45HF82vSlGnVC2Va9XdqWjY7cfLU6N6tc6y31sDYaP3BscVGa8eWm60T795s3ejZveVOjpUnJCWvw0erj7IPeeH1GDNuYnSuytW7Z7eqrJ2ja5eO6a/ln106d0zkX6eOTe/fkAZgU6cncmv69GpAVH1Hck1CYo6flAhBBOBag/rHxusNis03WTuVc6vN1ov+fXu22AsMufjci0PjocdfSOSaen26Ku/QkWPTEt7evbqnOuAZ16Mqa8eqfJ2qOk11XH1v27YJYrGqW0SfelVWZbY02EcdKysi0/NrDxpQ1e2g2GzDNRvKu8V60a9P85VXPvY4+Fsxs023NDDMA/EMg1MDZQMIM6G1XhmLAwNGgxiDWB8Ddr8ZVQwagzEDKgM7H+kZgBrEzMtwoTsGofIq/74bUBt8GbAakGtPBmkGYwZJjCYD+qZm1RcV8m52lNHB0yfD8j3L+sjNQKtg4cDAYigZJPPaBIN9emifG8ZyweJB20AeMLJ5QTCMgEcII8R+VZaqLStY1qauESmZPEJgWCpm0/L6tio8wy17Qa1ShW1//fXRpuoLZm26aaxS6VLb11+PWZUhBe0efzxmVQbY3F69ov3998fsyviZXRlqvlcdTMysjKR2TzyRPO1mVf3EjOefj2nPPhtj9RNVn7tOZdDOqfqNmZUMq04pxdlS4CHE+JtffeirHQixtIhte6Qx6h1QkEm2guaF9xjyTD9oSZ734MoCRIY95BCfiKblAQgd5IvJP4ciOJhqSccMBc0DYytjLu+GTOYWtD4UEq+gVaGQeEsXLU3iZVhOOmny1ORZhYThZTV0xNh4ZeioGD1mfFoKOqr6K4z7U6bOiImTpjS5txyDoUuXTtGtc6fo4YTiTh2j/6o9o0/vHrFq7+4xaLW+MXj1vtGnV/e0vBVp17P627Bn3dKB8vL8U94JqcxTUlmHDh8dI0aPq8o6IcZWZUZM2UMPSYV4bAqW/vbs0TW6KXPXzum7cirzwP69Y801+ld/+0SPbp2jV3WvV89u0XEperF6xWSCTXnV2/BR4+KV10em5czq1tJX98kECSkMgq4ebap/nTt3qMraORGAXao67tunoV59Vhuwaqy5er/oV5XdfeUlj5YobybxZq3SPc2QGrC2JImXkeQ5aVIi2BBtZpcZLbxwDOQtd9AuXXcf+eBvU696A2ozoUg+M5cICjO1PD7MLCPqzFS6LhyPinkRgouDQuI1LwqJ13JY0Uk8EyRtqv6jzZQpMWfttaNN1b+0qfqROeusE22qsrcZPjzmrLGGTiNWef31mFv1E3Mr42+VYcNibvv2Mbdfv2hj2WVTz1fX2lRtPT3fqeW3M1geSTz9s0mT2k3ZC5of3o3edzzKeCytLNA/WSJoom15AX3nYcfTi4dUc44dCpYMxojGCzzUClovColX0KpQSLyli6VF4jUFBJ298RBevLr81V35rtcyQJjXkbJtVmmTyDzLJnleMbjaulYZILzSEF/NsaSyuaA8ymup8KzGsiqfJZv+Krfv8wKvNeVUplTu6rclqcqpvE16tS1DKJ+6nTVndsyZ3VCnubwNZW2o46aQy5nrOC29bSyvcravyrs0ZnuXFYnXFKThw1uP7PLft3TnnXsfZZBVg0wb9hrRVvJfRlBLGkKFxGteFBKv5bDCk3grEJZHEq+goKCgoKA5UfxaCwoKlksgoCyLTMstu3VJS015z1kSmbzM+vVOnmZNfQb07ZW8sVbt3SM9w9OOl5qlqZaoLk8EHrSpsoN8slSYR538Ki/vMuWwR19T5cwfYXikKStPO/IiN0uOlzcCD+RJ3rp27vSmx5y8K4OyDJhf3fZrqNu+uW6rZ7s31i2Pu3pjdWUAos3SWcuHkAw85njU2dvF/iu86ub1cV844T3nefGIb2XyZCgoKCjIMPFh7yf7tC0MhLe3nT3vFhaIYYebONwgHxTBa8mS0KY2ol8S2Avq/vvvT5NL84P07d+X89MckPZZZ52V9lM12QT2w5KOPcnstefghuUZJsPoAqLcdhP2VDz77LPTvmbPPvtsY6iCgoKCpYfiiVfQqlA88ZYulqUnXkHB8oyF9cTzl3HXkp54rRU88eyTU++J5zSyY489Nh3OYFlUwcLBUrLLL788bcRd74lnv6Tiibf4QLjQ0+KJt/yjOTzxbIb/ne98J41vbOTPu5m5lL2UeS+75uOa8Dxgv/rVr6ZxqusmQYTLQGAh+4R3Dyn05S9/Oe3fZgN+EyoIrx/96EdpDzFetZ7JcXjW9xyv3/m+a36D/LkuHffkhXezJb3f+ta30h6qOa586FEui71W6fJRRx2VNoLP8Si7sP665q803auFeMWT73svOnHZAQz0zYby0qWT9kuTzk9+8pN0iNH73//+N2UD3p3iUR4f3zMJmdNeUH5yucD+sDlvPuCZpmTpb23c4lVfvJ21L+8ruuNQEHvG5kMBxJPzm3/XyrmgoKCguVBIvIJWBYOjp196On591a+jc7eyv0JLY8LYCfGV/b4Su2xfSLyCglosDInnlC2nAS5P+9QsTyAzpxQy7jLpBDwzvvvd76Y9/goWDUgmp/xlXXQaIfLJ/oa8LQsWD4xxJ+A5GY/nFCMdCom3/KE5STwncxrj/PWvf00HCdkv1ASD0x7J1ZJ/18jTFgBf+tKXUlu74IILEjnnebLnvfWXv/wlnWyKrHO6tw3/hfva176W2qx9RzOJ577nnFbJQ5rHmvGW94qDlJxI6cRNEx76UeGRRkgmxNgf/vCHtJ+p0xzFwatQvqRlUknebWivjAgov52AKp/6iaOPPjp54ym39B149L3vfS+lrxyvvvpqmoChQ/kACeakk3t///vfJ48+xCRvb2VzqubPf/7zROLZJw2ZyDPP8/oont9kLs8OAVFW7wQnSdq3i8wRgd///vcToW4bBkSnfOT8OIGVbHJ+TGo4Vf3aa69NspR/8smTamSKRFVHTlklJ+U77LDDEqHIw87kBy9BukQOvAelL06HSDh1lK7pF0477bTk7Uin1MHFF1+cwktLOsvLgRMFBQUrBgqJV9Cq8PGPfzwuvezS6N23YZBa0LKYW/0bP2Z8HPHpI9JAqR6FxCtYWbEgEs+MP2PGYN+9gqbhQA3y48WSwRh1cEf2oChYNORTisHyvhNPPHGRlvkVNA0bsyNEjznmmORdA4XEW/7QnCQeAkk/pD0Je8YZZyQCz2ndCDwE1U033ZTIc6SciRsexkignXfe+U0PbMtm//nPfyaiT32ID6nDCw25pR7UUSbxPItE0i8iuxDHP/zhD1Mdq1d5d9It71qHGFmCa89GZJQ4kU/Aw03axmr0d9ttt43LLrsskUwmmJ5//vkUx6mnnpoISISVMh533HHxj3/8Iw488MB0UIQ4EYOIQ0Tbdtttl/KtLcgrSIPX3VprrZXkJjz5nHfeeak+kG76JvJ0TdvhNXzKKackQlCc6o43o4kcRLky/fGPf0wEHRIP2Ue2lrKSzSWXXBKDBw9Oe6ci/T7/+c8nD0ZAuiL9yAkZqE7JCtmmvJb0kifC0p6hX/jCF+Kll15KZZQHBKk6WnvttZPXoPrxzEc+8pE455xzUhtS93QBaemEd44G6oAH+W233ZYmox588MHk3edeOZm4oKCguVBIvIJWBUuFvDRbzCiuBhfT/nNdzJ0ysfHCW2i/wZbRbt1NGn+1EjRRnjbde0XHbfeMNu0Wzr3fwM9yLEvb6pFJvH69OsRnPvHO+wUFKyocRPLrM66I3n3XaJLEA8ZKIaIWjLz8qKBlwLukDPWaBwx5BnlGJvE++clPLlNPG6QC8qiQeM2/nBZJpZ55pvnLcwuJq89C/FimaQ87pBIvNkTZ8ccf/zbCBpHuN48s+6ghABFkCDsEME81QOJ5lheZ/Hu3IKweffTRREgh3niXIYTsy4aQQkwhr+RFvEiu8ePHJ/LId95gvMiQYAg4E0vIRnlGlvEYlK7yigtpZinthRdemIg83nkIOHk3mbvJJpskDzTPIt+Qf4Dg4jEnn7z7vv3tb6flpk888UQ6nZS+kRUg38gBmfjjH/84lZNckYU77rhj8mJbbbXVUloISkSaOpXPjTbaKHm3I8rIyncef/Kzxx57JDkAr7sf/OAHSba8JRHw5CM+JKfx6ze+8Y1Uhvvuuy/VGy873pKWUGtTls0qi7onb4Sqewg+MlcOJB7ij0x9xMEzkBy1LxNV0lCegoKCguZCIfEKCmowd9KEGPO1j8Ts4a80XnkL3Y44Proe9NnGX60DcyaNj7Ffrcoz4tXGKxHt1tkk+px6UbTpuOTLkQ0UDQAZDpYbtWpUXeHc2Q2bLjeFNkiGNm83hApWbjDiDNp5CzB2eGgUFBSsPLDkm6fT8gDeYPqjTDIigiyDRIgUEu/tWFgSD4nEK1g98/jikYWsrSXxyJuckbmWeZq4sdQSKZSBTOKVJ03klaWrSL+mSDxecEgfJKz4kU6IMMtBEXPIJROrJrWRasZhPN48577nLLe1vx3SLBNnL7zwQiKSLCeVP+Yf0tHYzRiOxxqvO/lB4vEc9MkkoTR4G2666aax5pprJhkoo7CAxFM+HoOILSSe5bOWoS+IxOORh/DjyWdpqmXGlv9uvPHGKX/uqVOEJG85y3bpMDIOiadu6vPDo5s3nrKRH5Iwk3S/+tWvEonHMxJJa0kvT0BEK29B7/KTTjopedNL13PaEbJvXiSe+uSlB2TL+4+nn/JLm8xNihcUFBQ0BwqJV1BQg0LiLRoMVm32aylBq8bcOTF71NCYfNlfY9bzT1SCe7v3FFl12u3D0WnXj0SbDuWAgoIGMIx5ABj4M2BaPZFdUFCwQoFXHs+lehQSb+FIPB5gvOB45FmmiUhDFCH37DNnKaa/vNwQT55B6CHjkDzeD4C0c0KrveCQaLzbkD6Is3oSD7GnbrxTLG9FtCGjakk88QhnKaxlnAg93n4Or0Bs2fuOpx2vO+X0HO8wXm72N5Y3JJY93JCPv/71r5NnoHcY+SmHiSnEk0MZ5FO8PNmcZi4sj0DxWeoKvNUsjc3LbXmx0bMbb7zxHSSe/eeQ364JV0vi7brrromA5N1ukvjmm29OxBqZkROCDfEn7rx0lSzlB4mKAGXaIs8Qb7wIyR8RaxmzciFVkZ3iJh95yPsQIk2tPOHlaF8/ZCKvRAScMjZF4pE1OXlOnhC88iBf4qNPljbzyisoKChoDhQSr6CgBoXEWwlRdYGzR74ek87/bUy/69qYO21K440amHXvu3p0/eSXo9NO+0WbTmVfk4KCgoKC1olC4i2YxON1hgA1SYn4QsjxQkN0OfzAvm68uhB99mtGrh1yyCHpGZ5ePLSRXAgdXpF/+tOfkseXPeOkjxRCnlkSmpdaIu6cJIskswTU/nSWwzsM48gjj0wkH1KMhx7y8G9/+1vyBERUIb/soydflncjEy2lRvjxIHSQg+vIREQi8ks+EG6IJySkCSnlkb68SF8+pMvrj3ebve6QWTvssEPSIUt1M5CCyoRYRGBZ9ms5MM89hFg+pdWBRvawI0/ef5a6IsMQcfa3s4T15JNPTkSbOrLcFgmJbJMHcSP4eBfmgzR48NXmB0lprztee4hH+9yRP/2QloNELAXmyefEaYQcbz7xIuN478kDMlG92o+PF+Bee+2VyExed/a9U595KTCZkQuPWGVBJCIBeRwqq/gLCgoKmgOFxCsoqEEh8VY+zJ06OabeellM+/e/Yu6EsTFL3VeDxFq06dIt2vYfFG1XXzvpQPsNKsOnLK0tKCgoKGiFKCTe/Ek8yPuZIl4QR4AwQ+L5m/c8dd9vYRB2vLl897d2GXN9eH8RRIitWnKn9tmcLohbOKSe58F38DunlZ/PYcXP1Mv59jfHm9N2Td6E86zlozzlEH+IK8SYQywQep4VXricj1rkPTjl10fY/DvDb/HkcovLJ+c9f/esMPXlzXHD/PKTZZ6B4OQZ5wRcHo5Nlb827rz/tt/CCSMNf13zXL5fmw+/hanNfy5rQUFBQXOgWKEFBQUrN9q1jw6bbRvdj/pudPnoUbFKl+6NN95Cu8HrR7dPHxddP/75WKV3v+SZV1BQUFBQULBiAhHjg5TJe8vVEkXuuZaJIH/dB2Hy94z68OB3PblT+6zv+ZPD5ed9avOVkZ/P9/3123XwPT+X43RNvK4Jl8knv3nF8eBD4IH7OVxTyPEoL4g7f88Qt3Di8BEG6r+Lp6ny1saXw/lbjyzzfN+SaAQuUtK1pspfG3d+1rUcxjPi8tf1HL42HzmM3/mZgoKCgubE298wBQUFBSsZ2rSvBl1rbRjt19882q6xTtUrvn2wCW06d4t2a28U7dfbLNr2W92VhhsFBQUFBQUFBSsQLDXlyWifOJ8V4dAmJJxltJYdWxpbUFBQ0JqxQi+n5QZtTwQuzgUFCwPLadv/7OhoM2po45W3MPfAY2LW+w9p/NU6YDlth59W5Rk9rPFKhcEbxKxv/D7mdiiDmLej6gqffSTa/fXEaDPh7Qd1zN3kvTH78ONjbq9+jVcKCgoKCgpaJ5xk6rTRspx23stpCwoKCgoKlles0CSejVdtTGpD2YKChUH7mdNio4t+Gh3Hj2688hZe2/7DMWKr9zf+ah1Qno0v/Gl0mPBWeaasuno889FjY077cspqPboPfyHWvf6v0W7KhMYrDZgwaKN4afdDY2a3tzZwLigoKCgoaI1wGMB3v/vdQuIVEq+goKCgoBWiHGxRUFCDcrDFyoy5MeOJ+2P8T74Yc8a9ncTt8O6dosdXfhpt+w5svFJQUFBQUNA6UQ62KCReQUFBQUHrRdkTr6CgoKCgoKCgoKCgoAbTp09Pq3ryCadORx03btybv5cnvPHGGzFq1Kg3T1R1OMX48eNTGTJck/9F3WZI3NOmTWv89XZMmTJlmax4aqp8yyMWRz6eUbbmBv2dMGFCkl1zQl7leX6Q5sSJExeqvmyFRd98xL20/Y0WpjyLAzLQlpqr/xCP9rwo9SnsyJEjky6oDzJWJ/K1sCAbetQUxDtixIgF1pn70ncSdsHioXjiFRTUoHjircwonngFyxe8np977rlkRBY0DwYOHBhrrbVWOS2wYKVG8cRbsCee/vff//53/PjHP45vf/vbsdtuu8UzzzyT4v/0pz8d2223XWPIZQ+GuD0OGfVf+MIXYptttonRo0fHz3/+89hqq63elAWj+ayzzkr3t99++3RtYfB///d/semmm8ZBBx2UTlutxWWXXRZPP/10HH300dGnT5/Gqy0PRMQvfvGLVJaDDz648eryh4svvjief/75dEBI7969G6/OH1deeWXcf//98a1vfSu6dOnSeHXJ8fjjj8e5556b9HeTTTZpvLrkUA/Kduihh6YTeZsCsumqq65Kh6TsuOOOjVebhva29dZbR48ePZJ+kYP39tKCduM05k996lPzLM/iADn4l7/8Jfbcc8/ULpcUr7/+evzsZz9Lp0cvbH+kD/jDH/4Qu+++e9x2220xaNCg2GijjeKee+5J74WOHRe81dKll14ajz32WBx//PHvOCSGjn3ve9+LX/3qV7H22ms3Xn0nEIF//vOfk35/7nOfa7xasCgoJF5Bq8Dw4cPTYKolZqZqMWfq5Jhy8Z9jzvixjVfeQsf37Rsdt9q58VfrwJwpkxrKU3NQwyp9V4uuHzs62rR7+0BspUfVFc56/cWYesMFMbeSWy3aDV4/Ou15YKzSrWfjleUHBhgGO9kYMzt26623ppmwgtaFNddcMxmKeVBkZvSjH/1o/Pe//13grGbBgqGtMPZOP/30aNeuXZox1lZefvnlIt/FBF1973vf+6ZByIOCYYBAKFg8MFz1AwjnlkIh8RZM4vGe+uc//5mIh1122SWRMK+++mr86Ec/is022yxWW221RGwxnp988sm477770uSA9rDxxhvHa6+9FjfffHOKa6+99kokx+2335485RBQ2oxn9T033XRTMsidnqruX3zxxbjzzjujbdu2scMOO8Q666yT4snI6XXu3Dl22mmn9P3EE0+Mo446Khn0vXr1Sl553//+96Nbt24pLcY64u7BBx9M3+nXNddck7zyGO7KIn1pwuTJk9+8TwaIhw9+8INx9913p/x37do1xXfmmWfGww8/nIi+wYMHpzIaq3fv3j29v/QRyijPPH7e8573pLL169cvhWf0k6Xy28ccEbnzzjunE3LvuOOOlJctt9wy5Re5hbBUH8p40kknpfaChEC67LvvvqkObrjhhhg6dGgifvbZZ5944IEHUryIkyFDhqQ4kEniHzZsWAonTfn0vkW6uS+dWhLHuMo7wzhLuh/4wAfikUceSbpCJkjMPfbYIxET+sFXXnklEZzeN1/72tdSHuH6669P8hW3+pY/+erfv396/tprr00yOuWUU5IuIFjUkbDilI668t1z6kF6bCVxvv/97096Jl6n8poIpCfq3vuPLiNkxalO6J/6fOGFF1K5PUt+9Jw+m0z8z3/+k+S24YYbxrbbbptsMmXQ58uvPCHfyEGd0jt6r0wgHXqi3pSJrKWhXsmZvoDykJV8SBuJl+sbYbv55pun9wsZilNeXMvwPidzYehN3759U155fIlPmfLz8q8tqHt6c8stt6RxFx2gU8hGYRFf8uuatoac8ozn6bswWR+effbZdF3duOY05Ezekp96JUPtSr6MQxBq6623XqorIG8f8SK7tLs11lgj1Y+60kbptUkF7e6AAw6Iz3/+86kOga7TU3LWF2nbygYDBgxIdSRP9kYVr/eBa/KhHd51110pLH0jP/XrvvK8733vS+2GHOhnPYmnjr/0pS8lHVM/6sx7RvrKqF71K/L6u9/9Lj3/y1/+8k09ATLUz9AhchZGH6SdCUem+teXXnrpTU9pYzv5W5lQSLyCVgEN3sBk6pTJldY2XiwoKKiwSpqBNxMKBk8GEsNHDC/eRq0Is2fNTgMtAzSDLDBoeve73x0D1hsQHzz8g+laweJhzuw5cdZPz4q1VlsrDZx5k5AvY4dxmQfPBYsGfYzZeMY03HvvvfGhD30oGUKl/1l0WOrEuOEt9ZGPfKTxavOjkHgLJvEY4aeeemp87GMfS0SC8IxwBAPDnyGOLGCs8kxBSjFaETYHHnhg/PGPf0x1yQhnMDO0eZzo0xEXjN3f/OY36S+yjzGNJNJ+eG9JAxnGyEeOZC83xAdyDvHEgHWdoa4NHnHEEckjDiGCxPv617+ePKAQcIgg4+irr746GesInEsuuSRNAl500UVx+OGHp+eRQIzi888/PxEdyB9kpjIhoZA5iBD3XEO6ILKkhUBBFJENmckTIgRhYRx/3XXXJZnqM8hAHUmHYY/c8A5E5JGX53j0MM7JxLPid0//Qu7GPQgnhv7ll1+ePKjI8IILLkhECyKEPBAaSByHufztb39L5AhCT56UH9nF64rMXNMu9GW8GrPXmHokJ/WFQJMenfAXuYAweuihh1LbQuIhSJC0POrIDdmSSTxlQsQg0tSf+kZoyq+6UgfkQU/lVxh5Q3aKW9+qvrJHlGcQLeoFqYT4RXaQzyc+8Yn0jqNPZHL22WfHMccck/SRDpClsqsDJIgyaBfoAWmecMIJwXNL2sgpxNCXv/zlRBpLQ1r/+te/kv5//OMfTwSqMQzdRT6TB9BV3lnqWHm1E+mQzze+8Y2kZ4DAIVcyJj/P7L///ik+eqkOtXH1Lg71+s1vfjNWX3319Ly8IJe0W4STulcOstem6ZT+VbsgV2SR9I0H1KVnyJVOgfvIYfHSa+WkG9og3Zd/15WbTiLAEKp0FsmEtM7tit7pP7QbclaPxh50QZ1k/TjvvPOSx97ee++d2haiUnnoAgKZHOQdKams9EnaSH2gw/oUbUx/gQQ1+YD4Q4AhzTyjTPSOnOVfnWqPWa76ERMA7plkfvTRR1N7QbBrB/Mi8eRFOsZZCFBtUNx0UdnpPZ298cYbUx+p3dIv0MbVr/6QvOistkeWdBiB6N0lL2TN3lFeJCayU95XFhQSr6BVQIevw/nF/30mdtim+VzACwpaMyZMnBL/7+u/jj3fv18amIEBtMHQAUcfEPscsk+6VrD845xTz4nH7ngsDYDyYCaTeNvut21874zvpWsFi4eZ02fGZ3b5TPRo2+NNEo8HRpJvNUA+9thjG0MWLCwYRgbOBuZm1IHhiSBgqBhcFywa9N/HHXdc6s8Z1i2FQuLNn8RjJF9xxRXJeLWUD/HEAEZKMEbJjuHLiEVYPPXUU2kpIU8TpBtvFgY3cgBZwGhG4CHtTLp5VnjtBDmFOPjwhz+cDFgeLtoRrzrkEE83RrBngOGNQEOu8EaRjuWR8uWTl8lmAgZpIi6kEq8pJABiCjnB0EY26P8QAocddlgiGxjwCCzkBTIZQYekQgYgKpE9iB1EIlID0YDYETdyBdFkGTJPrEMOOSTlB+FBjnQP8YEMkjbSSV3JLyLJRBZPKGmddtppacmdPOlrlIdnECKHwY4s4emj/Mqg7PKCOEEU/PWvf00kRjbsM4mH6EMOCIsg5cHG08tSU2WTr3POOSeVBfkBiEieUOoXWXLyySentLVZMkaQkgliC+mA8EUuIWSQc75nkoZMkF+IGyQVckwZlCfHx8sKkUQP5VFdK49+lfw8yzsJgaTc3meID5529JcskZmeEZ4dRY+UkS5m3UfiIQSRRHRAWtoHXaZPZK7OjUt4oiKX6Mmf/vSnVAdHHnlk/PCHP3zTUw4J5J2AZEJQIeOglsRD8Cq/Mouf/nsm1xNPLnlR18hwS0bppPx89atfTWWQLk8tOqU9mpAD7ePvf/97/PrXv0766C+dQ0JlnVT3yCd1Kk76l8lpeaInyGL1T64IWHmgh0jATHiTPX2g796BCC9tmEzph/pEpnmeXmQSj34hF/Up+mCTN/qWXH46gzBWd4gufQIZIdPJUJr6EW3ONXnRXjLIQzm1AaQoIu073/lOKj/CXxnpD2If+akdS5Mc6JSwiDr1DfTJb2HEpU45DMzPEw+BjHRD2COMs14g8eiatEyCaEvaRobyaAP0kFzITPuQjnHbD37wg+QhqI/VbtUvmQDZqqOVBSs8iUdBvEBrgfnWGWnQCwMiokQUV8NfmjP2OiAdiAFJdnFvbpj10oB1hssrMol3zTknxT67bd14taBg5caYNybE1vt+JXbbc993kHhf+MkX4pAvNwyeC5Z/nHLMKXHHpXcUEq+FMD8Sz4A6DwILFh6M42x81ZN4CANGbcGigZcBfdSfFxJv8dAcJJ7xPtIIacP4ZkdYSuc5RiMyBFGElGOE+s67h7G53377Je8SBjMjls3ACEYyeTYTZgxsZAojnadRJr15xyEmkCAMUmNzRi4SDZBQDGhGLuJLW9MGkQb1JB5vIcQK0oFO0S/GMAIFQYlIRNTJkyWJeU8z5KE4yUC+eNSxExjy2cNQ+9fGva+QYeSpb5UfeUcAiDfrsfwgmDwrLh5kbCqGOFILcUDuiEZysxQXieEZthAvL8SSvhuJgUiyRE9Z1DV5IEIQHmRLpsgeXnbygxBAGJGfNJQPYeA+jyXEBtKQTYQMU2fiFi/4jVhR/ly+I4888k1PKeSE5xE6CAZxIloQrsKQZSbxpL3HHnukciMJhSET9mZeOiwfvAXdp6dsQKSWeBAkyoh4QmrJy09+8pMUN7IPOURfeZQhtJQRGYyYbYrEQwL5IKHoDP2WH/JC4PJQ482HSKPj9ExZ5YHsM4mnX0EcIoJ4+eljeFxBLYknPnlE5iDMtB+6p26hlsSjt3QboaYd0GVtnJeYNOgq/fQuAiTehRdemORBLshGz9FTZLoyKjPdoUfKhYzioarvZWtqp+obGcsDkA6QOd0lE7qoDpGASE11bjxBhuSvzZuM4W2HvMp7+mUST7tRNnmUf/G5lj3pkGXKQf+R2gg/7ZO3pWvgGfpFlvUknjKQk75IXhDCWW/kY14kHrKNXBCVdJA+atOIdLLQ5pGDCyLx9AX0TRmV16QBHafv2vX8SDzlU2/0mk5pt3QYme27siAG5UW/zIvP+EPfIZ6VicRb4dePeCmYaar9YOt1EDo/DXB+oMAauAasIzCzsrTA7RfzrzG1RLo6DjNNOmszZAUFBQUFBQUFBQUrM7IDAAIBKYFI4r3FUM9EEzLDNWQCgoWBjLRCviAXGN3IAKQPTzgGbT0YnIgLJBUj2fIw6SJyGKY8u5BgeakgcEBAQgiPGMteKk0B6SIMTyqEZI6HMwMjPXu5SBNpkaE8DHWEhPu8i5RV/hjiCBxeS7VL5sWFxGd8IzcRbrX3yQmxJAzj3DI+Br/lea4hCM8444xU3kxmZJAdDyJkERIOOSR/tfGDNBCASDQyRRDyrPM8woYthUxCCMkv0kL9qi/ykWfkINsI8YJoyyBH5c9kbH35apH3RJQej0NEUFNQb+oBAYi8QNghY+SZXiCQLamkB4grXpEIah/5Vg6EIwKKfUtP5bk5nT60BTYiwok9Km/zgvbBO009ImqQTs0NMiF7Hln0UH0gg5uCele3uZ3IH5khznmx/fSnP00ei+SFAEYeaSu81/ydH+gRb1YEmjZOt7M+IJi0PTqgHpF/tdDW6J/8I/stDdWm5wVEHBJSPk3u0imE1rzqAlnMxpcH3oA5/IKAjARl14bUHz1DZiujCbqFAe5E2yN3eaDj8iRecnNtXlAmeScje1OabODIo80jgbWtggas8CQeJaCUGGezQ16KZiAwzdh/CgIUTgevcfv47hqF4+r9j3/8I313HTSGHNZnfmRgfdy5IeU4clo+OYx886iRrkYgTG2a0svh5pX3jNp4fcTjmheyRqmhKlvOV0FBQUFBQUFBQcHKCB5rPHaQXog2hBPigHcMzzhjczaE5W88gNgUJvuRPwiWfNgUDyKeKLxHGOIMen9BvIgr3jI8bZAKvPmQf0gJHiY8niyFrCWLxC1fmdDiBYbYE19tON+RB7xteMawJaQlz4gNBBbj2FI/yz1zvkBciCXeM7xbkB8IMh5ojHrlQiggMxElSB4ecMg3XjNsLd/dz0BYIUqkwy5TBqQJ8oMnkDzwqOLhg6Bky+TlhQgAnjsID/LkhMH+qZWn7+oGeZTLjCTk4YTg4vkn/ixPeRMfEoj9o75yOGmwj9hGGfKPYCBz9qTfiBd5zHInE/nhfYZEpBPqtp5kra0rHoOIGWERdUgO8YiXpziSDnlGF/L+rbwtOXog+MRD53hM8eBEyCIP2YlZfp4hH3Xonj3EaonFLEef/Ix4fVdPbEZeV7xEXUOy1MoewWQJNFKLfvDe01Z4YGWIT7n8Vf78rPiyLDKUmdzY6PX5QdKqJ8Sm5eqWq9Y+X1uGvN+bOkP6qT/Pai9IU95n6oYseJjRG95tCCh5zPUJ4vQb3KPDltzybERwuqfuwPJ6Hnu86Cw5RlqDfJIbvUJcC6OdI+3FlZHrH6TvGR6M2jovNG1WW0aka2f6I6RgBmIReUeP3UNgiiPLyXd9gP6HLiCwpafvQWoik6VhQkK/Jy6TFOSU+QbhtXsecnQ9Q361Q/2AeLRv5eNVSlbiISdypze8NhHFGfpT9UTfkaz0HGHPa1adybt80MlcH7V1szJhhV9Oa9ZCh82tU2enuBRdZ4QBpyDc4ymJmSPEGVBaszAILo3MdR0Zt3IdQfaSw7YDBfVCNUNQD50upc2zc9LzchS3fHgJaCwaud+UU6M3A+hF5Rm/ucdqLDoXDdeMkJeajkf5hAX7c8gzV2SduJdYdlMXF3dn+ywoLzdgYbwodLrSWB5RltMWFLwTZTntioOynLZlUZbTNj+Mf8py2uZFWU675GiO5bQ2UTdezn0xkodXDWMVMWacbuyMUOBlgowyNmdIMoIZx8gUHj3AO4nRj5RALPiO2EPWecZ1xAiSTN7ZKbzfAMFV78UnLflhvLJXauPzHRjb2ZMOKcY2kF9lQ4ohc4wX/L3wwgvT0lArlTJpwVDPHknitPcdyCvZ+O1Zdo84kRDyI99kRAagvBnZG4o9hYQjN7IhS8SHv8rqL1lkzy6kibQsSwUyyUta2U4+7DJpIgDyPmB+89wRH3JOPcq7Z+VXmuRENvLpPq8ldhnCC3GS4R7nB+kgKaSjDOLOeXDfu0UZhPNbWGlJIxMNyA/Xcr2SKWIDIaP+1Zf8q0/9LHvRs+5Jl66Qubr3DF0Th7qTD3/VGT0iP3EZT4hP+dzPHmjy71l6TDbyTe/JXBoIL3VK55Uly0986t53BLE8qldtRFmEY6uSB0hHWcQhX57zkYYy0clMMql38WfvLXrLfkc2kYFr6licdEHeM5Cz6s91+ig/yqyelUWes2epvMif9NWH+JXTd9fUuY/4lU98CEZpi0c+5B8hpT34zQtRfSCT1bn8kiXIr7zksJ4FEwbSyyBPZVB3ZKndSFfe6I58eEa64nOfrroO0qHb9Ejes5zlRXnVN5nSI32EsvCOkx65uEZHhNcPkJe6oa/koTzyDw754D2a60BetEttQ/qIe/WoHpB12pX80UV1gryvLz9Z+9BtekqefutX6JXruW7UM33xnYxWJqx0JF4GF1EDT4NMTD5Cy14HOiDQ2XN/N0C1ht66dsprLbcXHXbZy08joJgahGuIsPwCBIrP88/LlYJTaA3FWnlr0sVt5gSjTjEx5sKbIcNCGxBrcGZqbHorLLdbzLaXk0GIBmTNvU5XI0MWCo+kVPY8i6Yx6gw0cjN+GjhWW0NkyCD6pLs8opB4BQXvRCHxVhwUEq9lUUi85kch8ZofhcRbcjQHibeiAyFmiyDOAAxqzgD0DXlRUFCw+ODBaXyhPWVCfUUFbsM4ircjYq1g6eIttmklgwaGbMMUY5nNXCDNuKnmzWWx0VyWDXSwzvaB4CmHPMMs+87t1lpxXKgBrRdjLbgTmzlCuhnocrHGsDuZR1iNnMccEg7RaHNP+/UxwsXNmHPfyzbPCGHMef0xROQVe80d3DUb1GKqGX8IQ67PGpj7wnMpRvApAyLPLAnm2gDcwLGgoKCgoKCgoKCgYMUEDx42ANuDA4MthwqBV1Cw5OCIgzdY0Qk8wG3wwisE3rLBSkviZQdERF5213R6D2863m6IvXw/u6fyckPmcQvlsWcPDMtgzZhyCW0KCDSeetbF8/gzO83VlEuse1xtNXheeGbDnCaTvQG5OUvTJ5OOgIBD8rnmRWytOHdaJKS887YDZeQSK26nUwlv1twSYoSk+HOcyohU9DwPRB8bt9ausS8oKCgoKCgoKCgoWDgY21vqVYu8DHNZItsAPr43F5SLDeVvLvu8bKR65GdbapEYudfXRYbrC1Mn8pZtxHq4p6wtlf9aZNlmLEraCyvj+jRaAtJQL7VoSmeEqf0sCAtbn4sCcZLd/NJfkvaU5Z3rcnHg2YWtX2kpS33YpuSfUR9/5hGWF2T9WFrtcFlipSTxeKhZsmRZqzXZlsLa7NSGlvbBc7pP7drsWgXVwGyiaY87e1JYhmvD0Xkx7ogza+6dAMsT7rrrrnvz6Gv7LyD08jHXiDRLUXjRwbwahuuZ9ba+3N588uT4aN58lvhmIB01xuwhaOmsfFtrXw95sPzWKUc+5GG9fEFBwYqBMSPGxOhho9/8jB/bsDnsioRZM2fFxDcmxuxZCx7kFRQUFBQUtCRs32PcX3sio7E++2FZjrHZA7aqYUPM77TIRYHxhL27bRckXiuWbPFjL3HbC80PHB44D3BmYIs0N5RXPfz5z39uvPIW5NtWRew5+ZgfrKZyCAXbsR72nnNQweWXX77YJMzCQFk4hbAfM6wGk3/lWBA4rDisYH5kFGcTq7ccbtKScFKsVWPs4Qz179CRfI0s5cMqNqeV2ndO/uYF5WJzO4CluUBHHNxhVZ3tqhakJ4sKdrottRxuw8mHU406XVTQQdtj4TnY//OCNk/O2qs2Wkt42qZL28WX1EP89N8qw/nFv6zggB36oe7tt7ciY6Ug8Sgmskvj89G52v/GRoq77bZbUlLEmQ0debmpdI0ps9Ou8YYThsLruHUo3EiRaTaZxEpT5nqF5gGX96nTGUmf8ltmi7STl0svvTSd2mKpLfLMaTk6aJs/8rTzktdYak95yuAp54Vivz1LfOVNOvIh/zz25M1pQdLW8dj7ggchMhDJpyxOg9Ihum//Px8n/9QSggUFBa0X+oOTjzo5jj/4+LT/2k+/8NP47Td/G88+/GzMnTNvIm/6tOnx8jMvx5RJ73yZNwdee/61GDvynX3bosB+Zy89/VJMnTw1/f3VN36V/hYUFBQUFCwOrHAxpjZ2toe0cbltduw7a+UO28Fv99kGfjO+beoOjHzPsTUcfmfMb3N54R14J34wse4a47PWaGZ/iN/4nA3gfg6bD2TwyXlk53jPC4PIkUd5mF/87onLmL/2vlU8DHnpsikY7vIhXnF5zvPCIwtcU3bPIVqsbjrooIPSIXqICHE7DEB+cniHCMhvhr3I5cM2QWwrMhKWbdJUfthV8i4ucsq2Sz25wwYSlmOCOOUTfHeiqrzZOF+92iMQ2Uiu4hK3MtfKjR6QtXjlQ90LJ/9sR/XBNhOHcDbkR5iIXx78rgedUT7x5PSVNZfPNbJSdjIRVty1dqF8KadyeYZ+sQWlrQzSzkQqu9Wz0pWGMsh/bX2wLclHfMpPRtIlr6YILHHmE2qFVWf0BKwQk1/lcnCGMOTBPrdVlL0pOb3Ij3vSFD7DPe2I4w25yIc6p1vC+8gTnQR1Q/+F0+aUzcceblkensl1K0/yT0bqnZzFkXU116mTXC07t8e+PJGF+2QlPB33vPDiwye4ryxkL/5cL3Qn13muS/eVT9xO9sU/CCdOYemudJTFM8JLo5aAI3f1qWzS8Vsa5J0dekAZ1b14lL+2blwnK8jPS8t9dZTjl5fc/5BF/eo9/EVuR8pNH9SHfOX+ArI+ahvC+vjuec8pr/JLi4zd54xEz7LMc/pWS+JPnGOQV1KuqGh7ojWYKzAcSUxxLWd13LEPogzhxevOWm4QBstvVkpHmJe37rPPPonoctT17bffnhQHCUa5HYtsVofCUDSnzeyxxx7J8y7DnnYaNw88XnJmBhwRbVNhCuiIep0mzzzHXvOoo6j22UPM+a3hSNvv3Ml6Xh41BC9WszGOtpd3SiuMvFg+q/PE7ptRMeOhw7SpL9JSZ+FUW2SivfaUTf59vESXFzdZHbp9Oz514O6x/toNy40LClZ2TJ02PU4/97pYe93106E74MWorW+717ax+Xabp2tgcHPdP66LDx3xoTjq+0fFnh/bM2bNmBXXnX9dbLnjltG5a9N7Wrz89Mtx2vdPi3U3Wzf6rvb2E/KWFJMnTI7TTzw99bUbvGuDxquLjhGvjkjE3ZobrJnyOGXilBRft55v9cXLO+68+s545alX0vYKBiBgkMVrYI0N1ohdP7xrulaweJgze05ceeaV0XGVjulwKstdvLfJ14Sc/WQLFg2MC32NwxEczgUG+TwJ/F4RD01oaZCffcr05y156MKVV16ZJo9t6bKiwZjZaYybb/7W+68eym/P63mVn7HLW8k43/iTfWCMb6zNw4zhbzWN/oN9YaxuTG5MbZxvDG+y/txzz011ytDWr1vFIwwbwgQ/co9HFRuDZ5Q9rZ2mCsbzxvX2rGacsiEYvdJDJniWQS0/7IA8vufVxKMNWWG/bwfYibs+fu9dRIf4EF/sFPeN/zk6sHc8AwxsNpP0yE5+kCrywa5CdjCkyUD6CBXl/ctf/pJsKPHk0zVdQ+AhzOwDLpyykrH41B0ySNm9AxEZ9gV3jWzJTfonnHBC+svxQVzICF5FnB9q694zDjvJpIo6F6eDBZEV7L4sC8QE5wtxkZvfdMA2RwgkaSubawhKB9Ho75AL2u3WW/9/9s4DvIqqCcNDSyAkQGih99B7R+mCIF1QsACKBUVAaYqKglh+QEWxKyJKlSIdpEgTkF6k9957IAmBJMC/7+QeuFxDD4Ek54P75N7ds6fMKbvz7cycMpoP6dHx6H90RMYH5dAG2k7fGY8qyCjqwrilDyEl0PeIUwjhwdhAR2UTJs5jbAHBwRhiDpu2Uh46LwYn1IG6oW8iV47TP5AvXMMx6kg76C8IJmSPXkjZyIO2o+OiB9Iu+g2ClnzpL8YaZBOAPMQCkXGI0QjkDvOGsQ4ZNXToUB1n7A6LhRlyoC2QvciG6xmrjFt0YPqJvocIZvxQHvJFFhBByIhrGYv0L7JD72VMcm9H70X29Dm7l2JVRn2oF2OYvJApVrLo6Ywb+ptyMayBAIIgZNxAIlFXxgztJw0GMtST88iaPmV9YEyiU1NnxgV1Q+7ImDTImHrQ/8iWeiBn1gp0cDO3kBOWumwYAWfB2GGOIV/SEeceGZA/5dOn1A+wRtEH/GZsIG84BOYgMiYEF4A/oCx0A+YEsmF9ggyjjawfrGOsT1gOM8con3TIgbwYK6wV9DMWksxv1lVAOtrLukXbkQt9Rz7E4ydf2k4bsdRl7WAuk44xhpwgTFmH4T5oA7JgrCIP6g+/Ao/CGst1rI/MN9Ya5irrS0yGCnjQEO9JPCYiRB2bOdSvX18/bOAAicVW6ixA3DBY6JgE7GYLQcY5HkCZACzc/GXB5nreEpGewc1uriy0/GaRY1FhIBrwnQUMJYE8SU/ZTGAegJmoPKyhQDDoSMcNhMWVMtk+HCIO1p+JwUMdZB9/WViZpAxS8uOhmbxJy2LPAkueXE8+nKd9KDDUnUWGBZt2Uz75MiEfRDCZLYlnYXEtbpfEm/n7TClQsoASXEmTJZWMWTPKvAnzJE3GNJItbzZZ/fdq+eP7P/RYaHCoZMqeSa9ZOHWh+Pj6SJ6ieWTr6q0y4osRsnDKQgk5EyLZ82XXvAwoZ/OqzTK8/3BZPGOxrlOZc2aWeePnyb+L/pUc+XPIvm37lFDZvXm3LJi8QMm8zLkyy9QhUzX/jSs2atkLpiyQyYMny/xJ88U7hbdkzZNVIsIjZPlfy2XklyNl+Zzl4ufvp9aEEJSnj52WwBKBcuzAMSX0kiRNIhMHTZRpQ6fJod2HtK6QOdT978l/y9+TnAeg+askddrUMU5Q3i4siXdvYUm8mIcl8WIelsS7e8QEiQeJgcJIaB0IFhR5FFHuZ5xDdULRhVTAa4V8eEblORqlmrHPOZ7NISD4QIShNKP4Q7hwr+Y5HDIG10FIQQgxXsAToscQS4awQnlFSaY+kDAouCi3KNNGkeVZmTqyvuH1A0mF4k3+eNZAprB7tHv+5IkSDTmA8s9x1sY333xT84Zk4S9pUahRwFGYIUcgJwjij24DEUG7UZ6RLTsEQ3SwSzXKdatWrZTQoJ3ECEd/QUehLhgfQKYgU4gbiCjawIZ9kArGVRQFHTKIayGkevXqpcdIw3kUe9pMG7ne3EPRq9q3b6+ypiz0JuqK2y+EDzJG7hA8nTp10v7CO4p5CNmDLsd8JE9D4pEewrNRo0aqF0KCorsxTuhb+rhly5Z6DBKNsEqkQ07oWhiTAOpIX5IWfROCi7+QHdyrkAekBTodZVAn0kJ0QMiacU55kFJcg6whQckH8oY6PvHEE0qEQHYZEoz20h+4X0ImMp7wUGMMMfY5xuaKPJPQBmKqIzvGEbqt2QyF8cJ4YCwwfhiL6MQQO+jgXEt6+hf5MY4Y+5BnkJlcgxw4D7mDVRjfGVeko870Md/pN/ofvRtyjXGKfk0f0RbGH0QuYM49//zz2l/I5cknn1TrLdoIFwDJR9nMAcYOJCIyYfxBEDFnGFeMf+RM/9NmrqeekGn0Bfc8xiFjD3db6s0cNbJlnsAhEI8eQgzdG8Kc34wz5MB55gL6OiQhdabPaSPjlD5kTaJvmNNc27x5cyXtyI+yAOONMQSXwXrAusH8ZszRD8wNZI4sIfToT9oJIYg8eGnA+GfNw7CH65jDhjRlbEG6wn1AXDLG2KQT+VGu0UUYE4xH5MZGncwV5jhzmWsYG8gVngYSHJnSr8Tkp0yMi5AD6w/H+I4c2VWcucP4p06UyfoHrwG5SJ2ZqzzX0V/xGfHenZaJzUB2/zChWdANWNBZFDjHRKHzWXSYHNzUGOwmHxZBBhyTjd/EbmDCQY6hBLjH0jPgGJPN5M9kY5HhLwOfh10mJQsQ36kfix+gHBZFrqdeLAzUwQxM/rKIk4b8eSjjGupuXGGZJCxenCdv8qF8wARmQnKOhw0LC4uEgyTJkkimHJkk6HiQnDp6Sub8MUdKPFxCCpYuKP9M+0eOHTymFnikgfiDCCFNsUrFpHDZwjJt2DQ5ffza+JqQZeN/Gi+Zc2SWqg2rKoG2ZfUWJQkhzOZPmK/EGrHrSlUupcfzFs0rfmn8lPS7EHZBytYoK0cPHJXta7dLpTqVtPy54+aq2+3ODTu13HI1y2k9yS8ge4CSfhxL5PxbOmup1ouycQWGANuxfocSfcFngmXV36tkz+Y9mp4Hj1mjZ11xw7CwsLCwsEDJRVnk2RxlEaIHMgFFGwMAFE+eryEMIaM4z3M3iijKPGQOiingOogd9Afyg+DiL5YpEGLEtMaiBcXX3XUTUAYKMEQKZCHlcS3EA2QJSjuEAEYBKMiAOgD3/CEoyB8LG3eg55Anugx5YoUGWQTphQUcpAvX0GaUa+oCOIa1HlZOHTt2VLLAbKwXHdClkAdyQxeBbEXG0QEdBVKEv7QRmdNGyueeDeFj6oMsaDtp0LcgICCBAO2FkIFs4BxyB+hOxM1Ct8JSCCLHHfQBVknoThAn0YE8IHog/UgHQWieIyiTMUDfMC4gRCCuunbtqqSgex9QL4gY8oCUhHgCpn20m3ypE+UxhjhGWzxJCo5znjzRKymbcQjxC5ECSYfsDAx5SnpkSB9GBywC6SvqQ3rywNLKgHKxfIPAgjSlrswF5G4sQCFVIHMhwcycoT3kw/xg7FIP0jLfjKXi9UD+6ObIFCLP9Hl0YBwxJ5AJ5WHlht4LyQSQIyQYbTSygwdAHi1atFDCCFkZUG9IU65BHlxPv0Eempew5EUd6Ue+k4428Zv+JA/IbMhdSLnoQJ7UFzkiF+RPuZTHd/KjXp7jFyAPCEnmK/KGZIXAdO9/A7M+ISPKYS2gLcgB0hESjbHpvjbRBsowBClrhbu7LuVCUDLekTVjj/WU+QuJDJFHnSDlKY95jGUeawPkPWMXUCfGDPVCtnynj5jngHFr1mHOmesSAhJETDwLCwsLi/+CB5tEiRPpQ0DajGmlVvNakiZDGiXY9u/cr4RallxZlGDLkDWD+GfwVzdcLPiwiDt5+KScOXl1cwxIPqzsDu05JBmzZ9TfxNTbuHyjkoCPPfOYDOs/TOPrNWzTUC3rUvmnkgxZMqilHw83+UrkkzyF80juwrnl4XoPS8pUKTXm3eG9h7Us8vJN5SvVGleTOk/VkWe7PKskX8rUjhKTP4c+dACuWTx9sVojQtaVqlpKtv67Vc6fO6/1KlimoJStWVZyFcillnvE07OwsLCwsAAomyi9AAUXRdGQJtw7IWhQJFGKIa9QQlG2UX6xaENp57dJz2+UYBRdCAsUYPKELIDAg1jAZRVS7VbA/RLCBuKNvCAFjAUSoK7kj3Wge/6mTgbUh3ZQJ66HmCCUEO6RWBtBANJWT1A+BhEQKLhaouRjbXU9IANISEgvXPxQ5CH0bgbaCJHBB+tfCAt3QuVGgOQwMoI4w7IM4DIJcQBRh6eWe37kDyEF4UioI9z9ogNEHQQEJAyWThBPtBFwLV5RuEwyLjjXvXt3lSdkhzHUAFhAQZSSh7slvicggiAqIHGQBf0F+XIjQGxirIH10vfff69yx4LQwBCiZvwgq+jA2OU5D/nzQV5mLgAsyRi3yBNDE+QO0cJYwkoNwokP+TPe+EBQMYbIy8wPjlMf5httvBG4Bisy3GAhY7FYM8TO9UCZhJdifCML935wB8+RkEeMVUhJCFnGq3nW5RwkFesD8qBcZG36/2agD7Eqo7/pd8it6MBYQJaQ0fQR5bnP8RsBuUKEM56pH+QWfcZ49AT1pn+YI6xRjC3kj/UtxCsENOOcuhhwHis5ZAVJjDETY9QAWbFuQFSyyYQ7gcyLBYyOIN2wyGMuYgWI5SDrDqQga9etANlQF/6SP32TUGBJPAsLC4sEitAzoXJs/zFJnyW9Wt0N/mSwTPplklq7eSf3vvLAYnBw10EZ0m+IuiXu37FfHwAhxNzBQ+WRfUfUPRR3WEjAnAVySuIkicU/o7/4pPRRMhDSLjqYh2nIumGfD5MpQ6YoKYjLqzjVgWDEtRZXWT7kFR0g8cLPhysJKM5zlZZHc1xN4loePqgX7bzR5h4WFhYWFgkLKLQQLMQgw1IGt0KjpHKfgsDiHkhMOogKSBuUUrxdsFCD/DEKM+lx/8MyDoUX6ySUcvLkPoQ1GEQYSvHNiBkDLFNwIcNF1cSww/LFgDLJHwUdN12TP3V2B8ozbvEQTrh70g4UYlzTiFGFW3B0hApKNqF7cA/FBRxyBHLCE9STthIfi7SQSbjlQfLwuRkgOSG5IL8gPnDnvVWik/xpE22AQMMlE0C4QMxQJ4g9iAvIEUgeLI84D4GBvCAGOO/ZL/Qb53BRJR2A0AEQPJBlJhg/RBptZ5wgJ0MOA8YU4wKrMCyRIFwgszwBgQfpBGGGS3Z0G2R4Ajlh7UT96EvcYN3LhuDBygzZENcMyzYDxg8kG27L5AMhgzUnaRlXEEQGkDu0E3livUYZtAsrKcgbSEzIY8hNCDqsN3E/x4MNWVEO84N2Q65RX3erL3fQp1g2Yr0I4cO4NS7I5AMY88xF0tGPBrSJfqbNWJtCXDK2PPuWPsCdGTkzD6g7492QdBBeuG3iSt+7d28lIHEbZUzcCphPpGXssMYwJ1lvIO0Yo6ZvaRMypO+Yv8gEz8EbgTWH8ct6gIcdcxk3aNYY5lJ0RC19hQs8aZE/84W+IC/GJmOOmHykY8yQPzKkHVhpIiP6lTYYoo7rGdOsn1jrQa7RPtYsrH1pG31BGciWv7wMIS3Wt1wP+X4zMO5oGzKiX8g3oSDex8SziB+4Xky8cEeh/2XULPltzF/y55yV8ufclbJq/Q4pXTSfeHtFLebR4ZKjsEdevCRJbnHBvR7CwyN1UTcL+63i8LHTMmL8PPFP7Stp00T/1u1WsWf/UflowCj5a8EayZ09QNL53/yh6F4C3kdviI5MLlyIkG8GTxZ/p43p0959vSKc/p44c4nsP3TCGQeZXUcTLu4kJl7uQrmVVKOPZjlzB/KuXqt66l4KcfZ6v9fVqm3R1EXqhprcJ7lsWLpBCpcrrDHwcFV949M3lOTDPbZqo6pqSadzwPnPphJ7Nu2RZq82k7rP1NVNJ7CU4/yI/iMkf8n8alWXzJmfxKhbt3idknt8J25eycol1UKPcsIvhEubd9qo5d6OdTvkoXoP6cPO6gWrpXil4hISFCJThzoPB+lSy/ql66VQmUJa35XzV0r5R8rL2dNnNbZfwVIFNfYe5B8yWfvPWi2T9BCW7JBbpUGVqDfLzvjFOjG2YWPi3VtANsdUTDzGIIovD6fEbeFhGQXrbuKLoeDxMMoDO4pGbIP1AAWPh3BcgG7lnobCamPixSyQn42Jd3eIqZh4KLIohSjokGPEZEIBZr1gnrJOE0ifeUBfNW3aVAkr0vDbxLiCpCB8Dmkhc0hP2VitQcpgrcRaD9mCO6KxQGEOovia8iBNyAc3RMogXhYfCAbqC6kACQPJwTXkyznSu+dvLFXIn7SE5KEtuGcS+wqZ0G6u4VrGIn+xlqE8Y61n4rGxdrCeYolDuyFPqCfrCOkg+siT45A4rDGQAZBr5GHWGvKgvtSd8kwbaDe/IVZIT30glUx9jPsfRBFl0A7kZQgV8jBEEfHAkDkELHXgWsg26k155Eu96R/WYeqD1RbtQSbUkY9pF9cge8pE/siYfqZekAlYWDEWaTekBLLD8s99bTQEEfXFsow45lxL3qSjbygPWZM3ZAd1Jx/Koc2A+iJnSE7ay3fmOPUkbz5YZdI2yqQMYpsxRsmH8Y18TH+Y9kPQ0T5kxj2T64jT506kMkeoF+0jD8okHcQf8obQph30JfVCZhzHVZXjzAtkTJspg7Igezhm6sNYpZ+RAWOY/iYPiB76jPlnLMVoK3KhbfQJ+SEX2sPYIE/OYzXIecYV+TLOqA+/ISoh+MiLsYqM6CfqSttID6nGXMQSkPrQNtKZtpKGY8iB/iMt48j0JXKgXowP2kq5yB15kw/9x1/qS58SKos0tIHrkAP5UyfKBIwNjiELZIhsKIexxPznfHQgf/Ix8mec0G/IjDqxXiET6kZbmTvUmzpQFuORc8iTMkw9WEfMuOc8MkTOzDmzTtPvHENmrCeQjZxHRsiFD9chR9rNd8rhWYznJshK5hrjifomFCRyFDtrfmDxwIOgrgQk/XNYb6lTvYzrqKPknjsvnXoNlAyOEt+kbiUleabPWynJnAWnx+stnIXn2ngRBlsdpX34uHnyzOPVpVBgVDDQO8E7fX6Th8sVlro1ykhS58Z+q9i597B8+v0f0qZ5balYJmqnsDtB2Plw6f/TeEnu7SXnL4SLT3JveenZOpLqOlZOsYFTQSHy6+hZSrZWqVBU2r39rbzxUmN5qGwhV4o7B/394ZcjJX3a1PJmu2auowkXJ0+flTJ135Dqj9RVBRwQf4KHsfZ928tTrz+lxwA3xp4te8rxw8fVhRWwe+tTHZ9S19Izp87IZx0/UxIO0g3yq87TdSSwWKAM+XSI+Pj5SG1nvA77bJiSecSjwz0Vsq5i7Ypq0QYg3v4a/Zf8NeYvtXbD9bZFxxYyd/xcOXvqrLR+s7VsWLZBN8946o2nlMTjg3vtlF+nSJOXm0jpKqVl29pt8mufX/XhJWO2jBIcFCxPv/60boBBzL2VzHPvZErW1W9dX37r+5taBzZv31xj4T3d6Wkl7diEg1h6adKl0XoEZAtQC7+sebNK/Vb1dXOLFXNXSIc+HWTNgjUaMw83Xeoem+jTro8sHL9Q33byQAxw1+FhuHy98vL+oPf1mMWdAcvMl6q+JKmSpNI33yh0EN7IlwDXWLLcCnho5M3+wIED9QGXB01iIUEK4FZmLF9uF7jUUCfcd4wiEpvgjTpuczw8E6gbxeVmwOUGhRPFgGDYACsWlDisNSAELG4PWDcwHlnPiZl8r0CMImIpx0eiFesZlEUUuuuBTeBwMWT+RgcIF6yFUCyJB3Unc9rC4kEGVpO4WEPysB5YWMQ1YI2JdS6u6hCbCQ3xnsTDZJO3XtzQzduKmAYPv5ghw3QDGGreUNibfszhRiRetw8HSeli+eTlZ6MsKSDovvhpgrR6oqZULl9ETp8Jke27DsrFS5clIH0ayZo5ncxdtFa++HmCtH2mrjSuW0nz2bLjgF6fzt9PrbzclZjIyIuy9+AxOXbijHglSyoF8maT4NAweb5TfyWqXmtdX5In95Ltuw/KubBwSemTXPPwSeEtF8IjZNO2fXLeUSIpH2uljOlSyxannrmzZ5LwiAglvs45dcA6MG/OTEpKMn42OtcFh5zT/HydT+aMabUcgzPB56Rr758dmZR20oXJ3gPHpPPLTSRN6qjAw+44fOyU7Dt4XJIkSSyBubJI6lQp5cSps0oEUcfQcxckME8WSZfGT8u+kt6RQ67sAWpJR/qgs6HO3zOSLXN6yei0Z8OWPc71keKbMrkE5s6iloE9PxsuRQrklK6vPC4r1+2QwvlzaJvph5NBwVHyyUmQV28t55r2O3LL4JSl7d+6V8467UqWNInWIYXTdkviXcXtkHgAIoxYdga8XWN3V7NWmfO8aU7qlVTPY3GHJdxFZw74pPKRMKc/IOq8nL7AugmijDTuIC1WcNxesLiDLCQPrNxS+qVUQpEdaVP4plA3Vs7xHfdXLOm4hrxDzoao+6yXd9SYpyzOUT5EIsBdlvKJacfHP72/EnG4z7JrLtZ6rNEQJKSFbNT4d05dKDPSGbuUT9w/dstlEw7IS0vixS/EFInHW3/i/vBGHRKEt9fc+3GpwxWkZ8+eammCgsRf5gBvj02fuoM33sTZYf4NGzZM3yBD4jE/cAPieo7x1h8rFNJSHrFtOM48ZYzwRpy30Lzt5hzXUi5v/CEhKIfj1J268izEcwr3OOpMeuqAQocljyXx7h8siXf3iAkSD6A7MC+YcxYW8RHcG4Ad4xZxETwrsU4zftFXEhpu/pQWx8HWzpA/7j7xMQkGED7xPLRipozZNbuqmOCpFrEPCLBUfj5KykFOfffbVPnW+XzvfN77dKjsP3Rctu06KPsPHleS7PjJMzJs3Fz5+pdJMnjULOn1+XA5euJaP3zS9flmjAwZM1u+/HmCzFqwWjZu2SN79h9TEgsiatLMpU5Z0zQPiKbl/25Tq42Z81fr7yFjZ8tbnwyWAT9PlJ17j8jnP4yXdZt2q1stROTQP+bIZz+Mc67/S92EN2/fL598NUp/f/b9OKfuw5RIdAcuw2WKB8rPI2bKynXb5aFyuBb814rj0NFT8tWgSTJo5EynnZNluFNmyLnzMuvv1fL6+z9qvWnXp9/9oSTdoaMnpZ/zfeDw6fLr6L9k0O8zlQydvXCNdP94sPzs5LNj9yEZO2WhfP7jeG1zj35DZdmabbJ7/1HZte+I/LtxpxKVfb4Z7fTFfiUyad8vv8/SvzPmr5KzIedk2B9z3dr/h/zmlBcRcVHT9x84Qcv/+OtRMnbqQrW0tLhzQFSxgYX5pHKRpQbmPO6pkG2QZhpPzplPkH2QBhBypGFzCSz6PAk8YGLVkY48KYP8THw6zlM2hBxkYJr0aTQf0nIMQLaRv5bllMnHnIPU4zgfU34KZ9zzG1dYroPAA75poupL/Y21IGkh8ABkJXUBEBwlKpe4ks7CwhM8MEKG4f5hFB8eHrn/EwsIpYig6LwZHjVqlBJjBN6GkHMHzw7EuCE+Fulwa+J+wfX8hhQjhATPF7iLEHeGANHkjRsvkVD4S94EXyfkBNfiHswx/nKcY7j7dunSRd1csSCkTAhM3FzIn1hTxBXClTOev9e1sLhl4J5myQ2L+AzGtx3jFnEV6CS41iZEAg/Ee02Ft40EncSv2oCHZ95qm48BD69YbPAhDX85z9/rgYdrHrZ5U06Azfr162tgT96mWtwfYDnm5yjp9CefYgVzyac9XpBXWtdTSzUs1ipXKCKliuaVhrUrKOFXtEBO+fz9l6Rty8fk4JGTsmvfYVduUThw+IQcOxEkrz1fX7q3f1IypU8jtaqWkqIFc0q9R8qp9VjmgLTyxkuN5L03nhLvZEmVoMO67feJ86VFo6oyoHdbjVkXEXmRwaZj7BJjLiJSsmZKJ33fbaPWg0tWbVbLwJET5jv5O3V/7wVpULu8HvNUsLDE2nvgqBw9cVrOn4+QkoVza97uwIpw/uJ1au3Wq8sz0v75BvL30vVKEnIOi4uubR+XLz9oK+s275b1W/bInEVr5fipM/JOxxbS8YWGsmb9Dlm9fqczFyIl0qn35++9KNUqFZMcWTNKz85Pq+sy1nJYIiLviqULOrKtKHlyZFZCLizsgoyYME/yOHL6/P0XpV7NsjJt7ko5ejxI2589S3ptf8umNWTxys1aBnjF6Y//vf2cVChVQNZs2KVWeRYW9wKQf/lL5JesubNeQ2xaWLgDopdYLzw4uoPYLjwrsEZDxvFMgHst1k4ExccSzjxfkAfPDgTvhuzr0aOHkoKAneBwESH2DTtJYjFI0GjyZVwSZ4t8yY9A4OwIiRJGjD5AfBl2kiNGD26+WARSHx5yO3TooHma8nm5yQe3QSwArQeBhYWFhYWFhcWDj3hP4rEDFG+zecMM2DHHbC9N7BeCVRIElwdr3FI6duyoD8/s5ERgZtLg0nC9XYB44CV+DQ/1BCQl4CIuLZ5ki0XsAVIo7EK4uovyfdmardK+x/fy7a9T5NSZYI0jZ3aoBBBTEEevvfud/DjsTzmN+92Fqy6HoHK5wlKiSB556+PBah23a//RK0QTSOT8w4209xcjpeuHg/Q8brKkOXk6WPLkzKxx63ArTeFyDTSARMP9FRdTXHWJbQe5BomWOcDfOe4tubJllIAM1yqNjLEfh/6pLq1ff/SqkoJ9vx0rb/f5TTfOMAh3FLb9h09IGkce/ml8JUtAWnVHPXM2VMcvG2tkz5pBjxNTDxda6rxq7Xbp0vtnefOjwXL0RJCcCzuv6X1TplCXXjYHwcLug/4j5N2+Q9T6DllGN/bPhV3QzSi0DKedubIFSFKn3RyHdPVP5Ss+KZz2eyXTzRoApCOWgB3f+0EWLN2g8rzoKKMWFhZXgdvyCWd+8zl/7uqOdsQfNMf5BDlz2HNu4lZszuNKbe9bNwfBuyHE3Hf4AzxjYLnDm2FAgGaeDfhAmrELHnHvnn/+eX2xiNspzw24uxKwG/dc7gXE4tq1a5e6BLZv31533TMuT+RNoGjK51qCnUPysS6z+yPX8jzDcww7tRGU21gAch3PJuRBOTzzYDkI+UjZfEzAewuLhA7mE/MOy1v7sR/7sR/7SXgfnqke5OfieB8Tj92S2B6b7YfZRYWtk3En4QGYt848ePNGnTfh7LxCDBdcT9gNhgdaXE74tG3bVi3tPE022ZnmvffeU3cUdsHhQZhdrD755JN7FoMvIeJ2YuJByLEjKtZh58Mj5P1Ph8mHb7ZSEqpH3yHy6Xsvamw14uZ1ermJo5Ql0w0q3unQ3OnfJBpj7sNuLaXGwyU0P6YILrcQWewmu2LtNvltzGwZ8EFbJa+wxKtSvogSfE81riqFAnPIx1+NklJF88iLT9eRF7p8qX/rOvXmOOQcsfj4/mrr+pofseawUJs2Z4W69Y749i3p++0YyZjBX15rXU/+XrpBXXk/fLOlFMwXtREH9Xqp21e6ocdjNcrKyInzpd+3Y7U+tJc2AlxQh/wxRy3Zend9Vtvy0Ve/S4fnG8rOPYdl4owl8kPf9iqHNp0HyKutHlMib9HyjfLma09IKt8UStARRw8LPdxgB33+hhJwL3Yd4LS5mhQrlEvlXKtKSWn0aAXp/+N451hurdsTL3/i5NNMXXezZkov7VztwT32zVebqRty0JkQ6dvjBaf9y7XvJvzyvsqH/mj9RE0Z9+di2bx9n/Tq8qz8OHSajYnnwu3GxLvXOH38tBzafUjdYnPkj50gs8TMO3rg6BV32vsBYvQd3HVQNwShHneCO4mJt33ddhn34zgl4SBn2Pm3UZtGkj5LehnQbYD8u/BfSZc5nZI2xBps6Mz5Ms46hKsxm32M+2GcbF+/XeMPZnHmNxuEBBYPjJfuxDEVEw/yi2eI/fv3S+fOnZUcgyzDvZXv7C7Mecizrl27qpsszx3EzOOZAEKPviIOHVZ0uLYSkJlYejyLEJOOujz33HO6Mx1EG+Qbzx7kx3MIzy9Y473//vu6Qxv5YJVHXLwBAwZoSA+ebSiX2HSUNXXqVHnnnXe0fNxs2ZUPCz1ccnHrhQiE/Hv00UelVatWOmZuhtuNibd+/Xp9ZjKgTBPzj++xBQhVCBrkbkhXwMtaXoZBjsZmfdxhY+LdPWIiJh7u66zFKHEWFhYWFgkPPAvwbMXz4oOIBEXiQdpx4yYODA+tbJ9M7BlixdBJPGS/8soruhnG//73P2nTpo2SR9zoedAnZoynC80///yjD+xY9/FwjOUeMXB4yCaoNG+5Le4eNyLxOrz3g1yMvCQPlSukhNWajbukvKPM4oq5Y89h6dxroG5wwTP56MkL5JPuz0mBfNnkk69HS/GCuaTmwyXk/c+GKemWIkVymTFvpbzxYmNpXKeiloE13bx/1sn46Yt14wbi7EGEvd/paY0HR5ktm9WQ74dMU+IMF1PywKW066tN5Y+p/8jCZRvU9Xbe4nWSJSCdtH+u/g1JvPGD3pM1G3bKT8OmS9FCuXRDCOLafdHrJTcST2TSzCVOWaukeOHcSnJBrCGTHm88pW6tBtt3H1JLRDbtwDoRS8QurzSVKX8tk+9+myKP131I64C1XocXGmr72D03S6Z0ktw7mezcc0S6t39Clq3eeoXEQy5vfvSLbriBJd+fc1ZKjYeLS5sWteWX32eq63KXto9Lu7e/UzdelEJiD+bPk1UOHjkhhQNzSNP6D8tAp43RkXjEzlu2ZouULREom7ftV0L23Y7NNf6eJfGicDskHkv9Amf853bGSva8jpKaOGaVVAiBQR8Nkh3rdkiNx2vIY878u5f4d9G/SpgRT49dbEtVKaUbUtwPQOB93ulzeeFdRymueGdK8e2SeBB3X3b5UopUKCJPvBpFyCD/dM6cZYde6pMpWyZ54rUnNLbhqr9XKWnXoW8HyZglowz/YrgSea988IrGKpw5aqas/nu1vPHpG1diBMYnxBSJB3BF5b6PVR4PeRB6p06d0mcJLOt4BvAk8SDfIKsMIANNbDoIh3nz5knZsmWVWBk8eLBa+pE38xnXWAinG5F47JRLWyDqIALJHzdc2sXmFZ4kHgQHBAbkIS8seQGJey+EHORRTJN4kCFNmjRRq0PqDElGH/Ds1ahRo7smzVjfICv5UP6N6g9xSTpci80zHZZX9Jt5MXsr7b8XsCTe3SMmSDzGk/lYWFhYWCQ88Fxyv54FbgVJPuD1cTwGJB0Pmjw8Ehtm0qRJamXHG2febkO0/f7775qWh0ncb3n45eGOczx48iDMAy5vrnGNMSAGDQ/FkIS4x5AG5YAd5GbMmKHl4l7LznEWdweCduMW/WzTGpIvVxbX0SjgiombKG6ZuKOWKJxbnn28uk48P98USkTxdr1M8XxSpXxRyZc7s8agS+efStKk8pEi+XNIXidPSKnihXIr4ZcnRybdjRWQDxZkEFy4emZIm1qeqP+w7hSbMX1qdUGFWIOUYsJDlDVvWFVyZc+ksd6Ig8dx3e3SeSDEdfaRKqUkZ9aMUiBvVs07f54sutsrLre43hbKl03JvpQpk2sdkjnt4mGyasWi6v4K0Hkog91mcWPlmtZPPuK0L6uk8vW5Un9AncgPApK/zRtVUSJs/eY9utEH+SLDJxpUVvdcZJMzW0YlKFP7pVTrOnabTZnCW3fdRV5Y7tEG5zFX5Vm7aindtZdjuP7iNsyOssQLhGQsHJhdUjvyxlWZWH9YDBK7ELnmd+RA+8kzT85MKs8cWTNISh/c0bylZuUSau0HQYrcCzptDchgLV0ZjwOHz5BcefLJ448/rscgBSABytcqL0UrFNVjABLj6+5fS6o0qSRPkTw6nthF9vLFy2p5hUUbCj5kEO7hkHwat/HiJf1LWo4xltlRlvR6vZMP17Oz7Pgfxyt5V7NZTc2DnW65nmsMacgxylQFycnHPX/mCFZt/GbeaVnUM+Ki1k2PO2Vx3fD+w+W4M3Yhzfwz+ksuZ3ykdsY0+VA32mGsbDhGOdo+j/q4w8jAvXytn3P9FRm4XWvSB58OlsV/LlYiMcAZ83eCRdMWyb7N+9SSC7dMwAsnNijIGphVqjWqpscMVs5fKQd3HpTWb7UWNh5Bdjny5ZBkzhzKmier/DP9H93Mo3il4roRSCZnrVg1f5XKhZ17F05dKI1faCzZnXmJnDI7646xoHS3ToovoB8n/zpZvBN76ws62mg2giAeXd26UZbctwJezpUoUeLKWIFsg7CCaGN8QIrlz59fd6Xl/s95fkO+GVB+wYIFNe4uFnq8AITEg+ijPubBsVy5clo3CC/IL+L7kme2bNk0HWOFZw/ywhKP5xb6mOt4psmbN6++wCRfPsTP43dgYKBawdEOxhnkI+QXMfVwBb4V4G7CWgMRRPgRgAUgG2jw250gQlYTJ05U2eMmjMUfXgvUm/ryMW0mLUCWfIdgQ87GE4JjpOc4f3WeOn9nzpyp5FfTpk3/M4Y5z7Mdf4kDCOlKfEHy5BgfZIOMkKHOc+fD+kN5Zj2gTFM/jun6xNrgfDiu66Er7Z0A+fFMynp+o51T7xaTJ09WS0+sR+MbcClnjjKWrwfaz4v867Xf9D99aT/2Yz/2Yz8J73On9/HYQoKyxAM8PPKgjVUdD6oEnCYND9sEd4a8O3LkiD4M8vC7YsUKJe94WB49evQ1LrIQdZCBvPGDYOKB9vXXX9eHA8T62muv6RtvyEKLu8P1LPEedGAZ9/XgyeqKCgmF9R+Wf882rS5Jb6Ios2vridNn5dGqpWT6vFVy5PhptUQzJN7dgpk/fNzcK5Z1xv3WIu7gdizx5vwxRz7t+KkULV9Unmz/pGxbu032b9+vBNDTbzwt8yfOlxVzVyhJ9vBjD0vDNg1l6cylsnjGYiWpzpw8Iw/XizqOyyyECBZo7EL7+qevy7wJ89SFs3SV0tLqzVZKKk0dMlUtxko4Y566XHDmQ//O/XX3WD6UferoKSXjjh04Jo+//Lgsm71Mjuw7omRgvZb15NCeQ+oyum/bPiXNXun9iv7t3aa37ljbqlsr2bttrxQoWUBKVysts8fMVoKKm++zXZ6VYpWKKUFG/bBAPXPqjJJtz3R65hq3UeLD/fHDH7Jx+UYJORMi9VrVk0dbPCpLZy2VWaNm6S631LFs9bLSrF0zrcNodl5evUXbSv3e/PpNKf7QnSnet2uJh0xwX36287NXdtp1R78O/ZSYa9GhhVriQTIM7TdU60odsbzj2mx5s7muiN+ISUs8iyjcriUellHNmjWTWrVqXSFJeKbCzZZnLqyjsIzj+YxzxC6eNm2azJo1S0k2Nt+AeOFlLFaDEGpYLNasWVPTvvvuu+odgXUhVmYGXEtsQTwmuIbdhSFWjeszD+uEQ4Ec5XkNEhZis2XLluoqzY7AhFvhGkKn4Gpprqe+nMc6k2dAQDtIfyewlnh3j5iwxIPk9XSlZc1gfPB8D3nOGI1PoL1YEMdEKCBeTiBDZMXLC/JEXswRZIgVsydwc8dQ4lZ3S+X+SJ7MQfrmdmFijUZXnllbeEFyt/3MWmJeEtxqXlgE89KBa5AZ480znJOFhUXCxoNrI3gPgFUcxBxWXZB6ixcv1gdPXE14G82b6NsBNyLe9mKR99dff6l7Bsd4IOQGsHnzZnXNRXmySJjAFRULQNxIu3/yq1r4ERvvZgQeqFy+sGzbdVDe+3SY7kCLdWGaVDG7FTzWeljPYcVoEb9RqW4lyVs0rxJxWIsRLw1LvZZdWyqRxrr12sevSZUGVZS4O3nkpJJruzfvlqc7PS2NX2wsS2YuUVIOkszXGYsd+3aU3IVyy471O+SRZo9IgVIFNH9cXCHEyj9SXp576znZumar/DPtHyVSSAvh9kS7J5Qs27lhpzz/9vNSqGwhGf3taI3bVrt5bXXtPLznsOzauEuy58sub3//tqTPlF6WzVqmu8iWfLikVHy0oloVHtl7RElGXEYhAdt91E7KPVJO86O+kF17t+zVMpu90kxWL1itRKQ7OM963qFPB6nepLqSdycORW0IQcy9Bq0bRMlg1hKV1/LZy2XPlj1KKiIz2hLbwGrx0uVrN3uBXLweUKgg8QDWjZ7v8NRK0uOYhUVMAUIMyz3cgvngwcCLVAgxnp+I/4fiz1+OQbxBuBKzGEKLMCgQr7xoJT0vSiHaSIMVHOQg1ox4XriDPLEOrFatmu7QazbwQEmGQMQaEEIO4oG8edHLcx3PhsTJ4y/E+qBBg/Q6CF/ywGKONvFMyW9cnLHk4wWvfe6L2+DFPC/lcWXHapSxhls8Y4CY12bDmPgCxisu/RDhdwvmFUQ88kNu3bp1k9mzZ+vcZe4wXz3BbtvMn379+l2xdL0RINgIf8QaAoF+u6COeGqZOe0JwiBA8jK/7xZ//vmnfPfdd//ZDOlGQKfs37+/rj9sUoQ+aWFhYeGOBKW5Q9LxoMabN2LJsNEFu9DyEMgDpaf7xc2AuwobXnAz540f+XHjwg2Ch0geMnlAvJUbkkX8BMRIrcqlZOzAd2TMT29Ljzda/GeX2eshd45M8s3Hr+p1X3zQVkoWyePkF3NvfnkhWLdGGbXu8/Kyb/jiO7DGSuaVTOOf8Zc3w7hSZsiSQd0viaWGu+XuTbvV8i4sJEzHL5tF5C2SVzdtYAdTSCCIMzZEmDturhJ2WXNn1Y0TcNv0SeWjxBmup8TfCywRKDnz51TyDpIohU8KyZwrs7p6eif31rL5kD/kXJ7CeZRkjAyPcpmjLBSMuePnyukTp+XYwWO6VidPmfxKmYC0m1ds1mtpF6QlRCQfLPByFcyl5WbMmlHbFRocqtcZZM2bVd1yIe/YMCIkKEQuuHZKRkY5AnOoZRs7wHLt+mXrJVuebFrvYhWKKdEYmwjIFqAEJ27MBscPHtc+oe88gRUklpcZsmbQPoOcpJ9wTQa0C4vDo/uPWiLP4p4AoovNQCDU+GAxZVw6sQhbt26dEnhYBEGsobhiNcdmY1u3blViDXdTwHmIPrwoAM9hWNJh6YJVDkTaL7/8IuPHj5fly5frecrgw0tbAyxdyAdrHtYVrscNkzpQHgQB9cPFFq8OrGqmTJmiVkD85oUt8wU3Z9yZqU90VlwWcQsvv/yyDBs27IpVJboCegPWUIwLPHMYwxBTANIH4wCIIYgXrFQJxYP155o1a5QIhoyBNOK3JxhLnMPSk/GOlRj6BB9ILwhmyuS8Ia0NCBU0ffp0HetYlprzjHk8g0yeEFfuoAyTJ0Q05yHTgHt7aAtjHCtxU0faAClF/pDZEO4mf3QfiCvIO+pPzEvCFpAPVmXREaDkR7xM5htrAOXxF9Kf8lgLuMcDZEFb2cUbS2DmJnOSdMgB4EWF+z5krOkjwHqCdS9yoix+k5+5nj5ircEiFv0N12zkizcQ5/lLXxqwHixYsED7mTyY+xBwtJe/lI37PhbKO3bs0PPEJyUuJ8foA8I4USfaSp1Z45AnYwIZYICCJSNlYYVMPagXsqSd48aN036hH+y6Y2GRcBDvSTzcXXmbYWJj4KbAg+P333+vCyGLJptY8PBFDA1i3OFWa+JkEIOGN0M8eHrGtuM3b3W5GbBgm/z4zjE+9evXj9Zs3CLhALIsmfPgx+dWLPDcQfqoa6OUi9sFDz3EtbseyJMdYA1IT9y8yEhrRRAf4TmGzO/1S9fLjJEzNL5h+szpr3Ez1TTmsstRsbzY4RSLttTpU6tV25QhU64QXoBrDDnEw7hn/Dn3elzznXRuSbE0w813zYI1StZBKBpLsujAOS3bKZPyIeuugKzdyvLEynkr5e+JjvLjzBc2diA+3DXwuJS8jdWbWsNdP+t7AiwXcUme+ftMdQWGhBs5YKRsWrnJlSLK2g7rR+S4Ys4KCTsXJgVLF5RMOTNJkfJFZPLgyXLiyIkrcsad2sT9s7i3YK11V8T5jRLM2HUHx1AyzQfSyIBzXOeZ14MM1g9INvMxc5SXoijDECRYs5m4fCY9cfx4CYs3xfXgPm7d8ycPXRNcH094jnfIRmIGQoYQ45jYeYBryQ/3QIjANm3aXHHF88wjunIs4g7oZwg7PvStGU8AAhfyBzdvyCrIJJ77cQeFVIE8hoDBcg9ChnmLJdbatWt1ExzOQ84Y8B0yDasvXLWxOIVAQnchPAZ1gFCcO3euEkiQhxDeBliPYuGGdxHXo4dApOGiDomGayblQ8yxVgDWEUgf6mlIKkPgQW6hz9AeCHDqC8mH3gQBBxnFMcguNgSEUGKOGRiPJIgtiCZIUKzmjAWsJ6gT7vGPPfaYlC5dWskt1jbaQXsgvtzJM/qDMni5BwnGugH5xXnaxPX0C22A1DJrDHliEYisAXObdZP0HCctMoa4pAw+tBcyFjlwHvKQtAaMA/qL6+hnrBnJH/lC/NJ/yIY+pHyIPgg78qZPyBd3fMhD5E/ZEK5m7SJ/jtF3vJhADpB5eJHRd4wLruUY5UVHEFtYWMRPxHsSD/cKzOHN21oWU+Lb8fDFGzZcNHj7A3gYg3Qj9pp5MOPBkeu5ubgHpTbgGNcQW8Q9PwJGY5lnd6e1iElcvHhJd469VZJt6eqt8tYng3XH2uvh9JkQCXNZ87B7bpvOX0q/78be8BqLuAncUSF8sHJzx7ngc2qph0UZRJpuOOF62PfEuZBzMmPEDDm897BUqlNJAosHqnupUXBAltxZNE4b8eVwx+U8rrxsunA7gIQKOh6kVnAlK5fUeoaeDVWyEWsyrNAgoAD1xj2YOH17Nu+RDcs2qEUepOStEGxnT51V68DSVUtLSr+UasF3I0W8eMXiao24d+tejS+Ia21sIm1AWo35h6tyz1Y95b1n31MZtOjYQmXvl9pPFkxZIL2e7yXvPvWukrQQr1gMJk+RXBo830AtC7/s8qWeJ/5h01eaat9Z3Fswt1AcsapA+QJYubz11luq1Jlxh3KNSxfPFTyzPP/889K9e3dVjFES2akWyxNIABR7CIIHGbQLhRzrFPPhN+BFK4otMe2wrkGBhShDWcd7AmKP8CRGXp7gWog/5IJ82TSjdevW6hVRpkwZfRZDwYb8QNakvxHYaATrHwgSNkPj2REyj5ey5E39IGiisyqyiN/IkyePxnusWbOmEnOMKcYHG9CgczAuIJ+4JzIGGZfMUdxy2XSF+ct1Bpxv3ry5xoskniTjF/KGOI3EesR6lLHLuMNziPRYirmPPQgt8kYXIa4c5UEWUSeMGTBIgGA0LwGOHj2q59FvMFLgWqP30B7qjt5DmeQFWUZbqCNu6RCDkFoQc+hAkPBGR8LribWMNBDvrFt8vx6JBykIgYXuhNs68xMCkbWBtuPpxMfsJE05xMZEr8OSFwKQ+UrMTNzpIcog1LCOJaa5McqgDpCjXIu+xrpAO9l0iPWV+OhcQ11Yc6gL+VaqVEnbjjzYUAiLQndQFv3OeGDN4FpkQr4QcqwfZsMgyDjyIz1yMq7FbEL03HPP6TWUT7uJ64jFMaAM1no2DKI/qQckHv3JtfQ78V3J38LCImEg3pN4FhbxCbv2HZH2Pb6XLTsPuI7cGBB0m7ZFuR9Fh5DQMPnf16Nl0swlqmDNX+w84JQuKC89W1d3hbWIP0BpZZOHrf9uleOHj6t7KbuUgoJlCur34V8M19+FyxVW11c2rcAVFoUV99UCpQsoeVaySknd0KF/p/5KXjV5qYla7+Urlk+vwWW1adumakE39NOhSuA9VO8hrQPf2ZACZMyWUV1pyT9dQDolmLCm4zy7pLKZRNkaZZUM/K3vb1KUXZSd/MmncNnCGquODSVwk8UdmPYRC29g74GyePpi3SiD49QZIpC8vVJ4ads9N4NgUwys0IZ9Pkzrk79kflWMuDZngZxR13p7af1x42X3X2LyDek3RNYvWS8ValWIdoOJewUjy64Duso7P74jPX7qIS++96ISc6DNu22k/6T+0mNgD3n3p3c1piBtNOQF8mZnWzbj4HyXAV2kSLkiV85b3DugpKGUY+2FRb+6i8+dq0oxSp0h0FHQsC6BxPvqq6/k448/VgUWaxMsSLAA4jwKHSQCBBjK3oMK3FYhLnGzM3HxcCujvRAWeEqguPKhPZB5EGdY+2DtUqFCBVXcebmK9wTWLVyH4osckSdzFyscd6A84x6JAk8+vGRFOUaWXGvIAZRqs8Mwx7EKgniBSCRtq1attE+I3YVyzotarqUuJgA+eWMtSP0t4icgySBz+ct4gGzHGox4coxn+t5YUpEGCzus27DM69Wrl5LXhjADjH/cIYkfh/WdIbbN9RDXWP+RN4QbcSQhpd3Xar5DglE2H+pFOYx9xi7luRPgnIfUYsMEysBlk7+A8lmH8EzCo4h5RvqhQ4dqHQcMGKB5A855ehvRXuYD7cXaDCIPKzHWK0/QdiwIIejZCBDrPaz+IM/ZfAVLQjyeWC+xZPMERCb1pe3Ug/bQTp5nPb2nuB4XYI7TP8x35Ib7M2VDAuJ+6w7ygdQk9h4vUKhHdEB2Zk3Gso61DSs86mNA+Vgv0o+cZ0ywfgH6x8gyOqtq7hGmP0lj+pMxQh60h79xxSLbwsLi7pHkAweu7xYWDyy4qXNzfbZpDcmX66qlCJZpsxeukZ17D8tfC9bI/kPHJcJRxKfMXiZbdx6UzBnTik8Kb9l78JiM/3OxLFuzVQ4fOy25cwRI0NkQmfvPWlm/ZY8sXLZRjh4PkiwBaZ0HnmSy9wDp/9H0R1zpkyRJrPlPnLFUtu866JR5RMtK659Kjhw/JZNnLZMlq7Y4DzsXJXOAvxJo85z8d+45rH9Dwy7I7v1Hnfr+KwePnJSsmdM7N96kcvDwCRk7daEsX7PNURa8JB35HTvllL1NFq3YKItXbpETJ89IjqwZZPz0xTJp5lLJkimdFArMLl7O9eCQk9+/G3dreqzvzl8I1/Tbdx/SNrRoVFXOBp/TOi5cvlHLDMjgLxu37pORE+apJR4PCROmL9H8CufPobvVTp61VBYs3ShnzoZKnpyZJNJJM+vv1bJp+z4lB0POnVf5rV6/U/P18/Vx0q+Xv5dukIvOwxnyj8k4fhbXIuz8BRk4fIbkypNPY3ECHvRwQ4FkwjLNQBXTkvml0qOVNJYbpBOWeRxPnS61kmw1mtRQIqxszbKSPiC9EmlYwCV1xhlkFqQVO8ri1krMuVpP1JKH6j50xQUXwo34eHznWOX6laVm05rq+kkcPsgv8oBY4+GTeHeQcRBkEGuQh8TJI25bicol1KUVko9dYqs6YxhLQcqgPtnyZdP8cxbMqZtckA6SrWCpglKzWU2p1ria5kP7aEexisXUAo224g5MezhnkNo/tVRuUFmvK/5wcZUf7TRWgF7OfODaCrUrqLstdShUppDUeLyGlK9dXqrUr6Ltcs/zdsAOuvs271OFxzz485COm1bWwKxSrVE1PeYJ6pUiZQr9mPiAAHmb43yQPTJ3B20w57HE9Dwfn3DJuVewo7J3Ym+1ukDRxboE+WKdj8VKbIEYSFjaYNGC8secxTUPqxfIISw1jJIGIQWZhSUHx7ACgYyCQMJdDgsbLDBQYiH3sIhxVxzvJbAoYq3BagQLEYAVElaB/Oa4AQoqhBiWMaxV5oOrHecYe1jBYCWDQgpQViHSsKbjQz+RFgIOKxrINcgCduMmZhSWPlgUISv3scychFyjj7FswmIGmaEQY2mDxQ35ch3HuZY60A+UafJCxljQUBcsbbDwof9ogyEVIf/oA09i41aB/OhHZINFz70CscxMPML4Btw7Ibnoz+uB9jPWbtR+CCYsm7BEY9wwDiBmINRq1659JUYjYxGSiw0vGGMQu4xNrGqxIGOtYc5CErH2MGcZV4Y8xj0T8uejjz5Si1OsuegbyC3WBNJD0GMNRh6MNawBiQVHnXgpgJUWZUPYcR1zCcKKccx8wSUUEp18qQ9kP+sHMmAMcz3km3Efpz2EGqLd1BPLONoAAcW8IR2kOusV4586GlBX1gXOU0fWCSyPmU+QdaQ1Fma8hID0YryjjjK3sMyDnKOO7dq10zoSX465aaz5IE6JLQfxjwUyZJtxgWe+Mxc5xvw26wn9SfmsveSFayzPvZBpkPdsoEO+vEyB1MTakbWCtrBucW+GQGXM0BZA23BzZa7y8gE3ZuY/fQmZTz9BMtJHjBMIQyz6IHORDS9gkCt/6TOs6+hD1nDGFlZ29Cfjhf5hXLHGUHfqwTH6g7yRO/cIrBEtLCziP6wlnkWcRmjYefn6l8kyccYSiXRu0F85378fMlXOnbugxBgEH+6nk2cuk517CM4r8s3gybJt50E5cPik9P9pvKxat0POBIfKzyNmyIateyXobKiSVxCDPAR87aTfuuugBIeEyZc/T5TN2/cpCdf32zHqfnr8RJAM/v0vJc8grH4d/ZeSWgcOnZDPyX/9DqesE9Lv27Eyc/4qORUULCMn/u2Uu11dVqnDus17lBD74qcJuiMt5Fuv/sNl976jTrnnZMjY2Uqa+TqKOA8nPKS4kwXbnbaRnjqcOn1Wfho+XVas3eY6yxvASBk9eYGs37JbiR++L1q+UbwdRR8CJWkSlJak6qbL+QsXImTYH3M1v7OObGjT30vWa32/GTxF5i5aq2Tn0lVb5PMfx8tRRwYr/t0m3T4aJJu275dde4/Ib2Nmy5Hjp101sHgQwAM/xA1ulxBtGoPOBR7sOUcavnOOD+MDMN7Md2DSa36uscgxo/Ca9JznuIF7ei3L5E9ZrnR6LXVw/vIx5VBn/l5J41xLHhy/Uq6Tj0lvyjFpjVst3825K3B+utfXvXxTR+CeL2VqWc6cjDZPCwsPoJyipKLAGYUUJQ4iCcUS5RaF14B7EBYcKLQojCicKMGeJBEKOgoeSiTXPIhgnqBQe34MdD45adzBMZPuyhxnTrqvKa57IiCd+zkDzpvyzfwGHDP58tf9Wr6bcwYcIw/3MknjXjfPNljETZhx5jkmTP+a7xAoECmQeHywtuI4ZAxgbuMmi1UbFlgQZu55Yl0KSca1kFBYVPGCgeupA79x/yTWGtdjrcZ64D7+zHrAMcYnv3F95eUA1nNYaPEywNSd+uKaSyy99u3bK3kEOA8JBAlKfSDyICshpKgj1oaQRRBdrEuUZephwPUQalxrLPcg9SGqIJ2M1SGEJDHKIRtxOWX9Yk2EBONFB3J677331EoOgos6G1Am8kE2tBNXYXbDxWoOy2XILHcZAyzwIEVpD2EKIE6pP6QoZCT1hVRk/YSwx1IR8pPzxJ6jHhCBkHLGKtDUA5A/BCh1oC7E5IMMxXKYMYELNYQnfcx5+pH83GWI/OlPCDrWeshLjiEb2olMkB3p6U+Om7WHfMx3CwuL+I9EzmJlo+9aPPAgmCuxCv8c1lvqVC/jOipyNuSctOn0pTSoVV5aPVFTnmj7P6lcvoi8/kIjee/ToZLKz0dee66+7D90wnmoSabWaF16/yzdXmmqu7++0fNH+fKDtmoV16nXT9L40YrSoHZ52bH7sCR30p8h/QdO+lebStZM6eR/34yRPu88LxnTp9bjZUoEysPlCkv3jwdL55ebSP682eTbX6dI2tS+0rhORXm950/y1YevODf5pPL2J79Ku9b1pXSxvPLRgFFSpng+yZszs7z/2TD5vOdLki6Nn7zv1LlW1VJqRQdZ9uGbrSRtGl/5oP8Iqe+0sXBgdnntne+l/wcvScnCeVxSEPl76Xr5cuBE6fF6CwnMk1X6fjdWMmfwl3y5MisJ+cfAHkpKskFGeESkfPTl71KtUjF54elHpduHg6R8yQLywlO15ZXu30qxQrmkVpWS8uEXI+WlZ+pIpTKFNI+gMyHSoU1Def39H+XJBlXkqcZVZdi4uTJ55lL5+fM31EIPcpC2YDn41S+TpHv7J6V4odyuWlrENE6ePitl6r4h1R+pq64uAEsBLFPa920vT73+lB6zePDRp10fWTh+ocYDQukDWHxA7JSvV17eH/S+HrO4M7DBx0tVX5JUSVKpEoXCgwUc8sWaA2U2NoCSiDKP4o9lGsQcyh4KILs4sishMZ5wnUXBw5IHJREFFoUQpQ33Un6jzGFpgjJOWhRiFGWsRmJDmcMqEEXy6aef1kDrAAISwuLbb7/VuGEWtwesfxiPrOeQEfcKuCoSR8vdWjK+gHmAVRRz53qAFIPIuZG1I+oRllkQaswrAJEFgYYrJuew6oLgIsYcVlbMO6zpIFmYH5BPAKtayCPmMKQd1xtACEHYQBph9Qb5hCUWeUIgYSmHxRhWgZSN9SmkvSHkeDGAtSBpTbmkgcijTMrmnkK57usCeUE4AepMfpTJiwT+HjhwQOtCvpBiWKFRV6xa+UuetBnZcN4dyAWSDPKQeiAj/vKSAdIOUBfj2koehojkPO60yMDEn4MUNJaLABKRvOhn2syLEdZSyDes1qgX/Wf6zQD5E6+Q+mG9S5nUHfmRHsLNEG9YGyJ78iQ/5AO5xnn6j/qb/EgPAWl+0wbqjyypF1Z1rNmUSb0ZU3znhQznKIPfyB15UC5jguPAvT8ZJ/Ql/cA9DCKTvJEV9wrqYmFhEf+RICh7zJiji8UQW+BGj3k/JtG8iTFvcO4nuAEiE24kPBzwnTryliyuATdXyDp2WeWTIV0q5+bKG9TEalmGBd3w8XOlQ48f5Meh0ySxc8PH1RPwnWv5m4Qbskk/bq60N+mdvFCQzoVd0LSpfFNI6lQp1e0VIL/N2/fLFwMnyFsf/6JWaJwHmr+vj+bt7dxctSznO3niCkxMun0Hj8vHA35XKzas8VL6JNeHEt+UycUrWZR1T1T6G29m4ZsyhbqzQtRx7akzIUrYAdxgp8xaJm9+PFg++2GcnD4bekUG0QEZiCSSNKl81a0Wt1jcgbmG+nMsComcBwsvSe58KNfPqUNKl1sem5Necu1QamFhYWERpUSidBsrEZRVrEhwbSPmEjGgUAJx+wIoarhxQUxA9kE2GpLXE6y7RkG2sLC4O/DshUUarpZRz21RFlL8Zv5CrEBOAY7j+s1LAcgmCB1D4AHIKs5hZeZO4AGIF9JC7JOf2Z0Z6zTIHEB5EI5cD6lmCDxAGsgiSB7y4nqIKcgg8uAayCzq7w7Sc44P6wwkEvkA2kN9qDNtoXw2miEt+ePSaUgqTwIPcA2uu6Sn3rSfOkPGmTLJn+sNwWeA/DiOnExadwIP8DIDmdFG8iU96SDwANd6EniA9NQBa0HKJQ150zbaCjkGsYZMOUY7sZqmrvzmOwSqkaXJj/a6/6YuRpbICfdcrqWdHDflU3dcbhlLyNiQc8iU8uhrPuRB35IPedM+flNX0lMf2mIJPAuLhIN4T+Kx3fb777+v5tz3AxB2PHwTV4EYNpii8yb+fgLijre8BMhFUYBk7Nevn+7MhBVIfAPWShBrH3ZrKV1eaaqE043sT0+ectLvc6Vv+/iV9Gn9/eR0ULAcPXlGY9DtOXBU0yd3bqSliuZRq7OR33WXDi80lIfKXn14uxEyB6SVPDkC5JPuz8nQr7qqNWHRgjmV/PsvEml8Pwi96HD0+Gk5ceqMuryeOXtOcmcPcG7yUQ96nFu9YYd0eqmxWhL6p44iGckpRXJv52FVf15BhrQESE4sB46cUGtE3IHT+6cSL+cBxSJuIuRMiMz5Y47uFHs3BtjBzhxYPme5HD903HXkKiIjInVDCXauXTxjsZxx5kpMgHxXzF2hm2gQ28yAjSjWLV6nO8laWMQFoHxiOQGZx4sZLCtQ0oiDxn0ZVzPiIEHsmRd+WGOg5JnP9UB6lH8LCwsLCwsLC4v4i3hN4vGATFwFAoBCXJmHZkzIedjlw3eOodSa33xIaxRdk9Zca653V4QxGfc8xwfLtokTJ+qbHmIgdOnSRd92Ydll0vPht4HJizqY8+Y76Uw9OQbMOY67w71O5lrAm/9ff/1VN4vAIg+Fgm3m+/Tpo6bpBtG1CfCX35TrLhNTn9gGmzsYYsvb62p8GyzDIKJS+6XUTRy+GjRJRk6Yr9ZwxI3jGuK6AUgsYsLx5hUruoD0aaLST/xb058MCpb8ubNK7aql5cuBE6Tfd3/IvgPHlATLmjmdNHq0ogweNUtdTQeNmCGXHBkRmwsX3qj8iVMSZXmh35NG1blA3mxSp0YZ+aD/cOnUa6DMnL9aLkZe0vhapIFmu5Le+ZvKaQv1m/LXct04wx2k+/a3qdKj31Anrcij1UqrLGhX2jR+WtagkTPVzZVYeFwfHnFRcmbLKAuWblBrQmSJ1WCmjP7yZMPKutFFZ6dee/cflWcery4+KbyukbfG0nPqCpA1ZQHOm+MWDwZOHTslY74bI0f2H3EduTOcPn5aJg+erLvCuuPypcuyYMoC2bZ2m5w4fEImOPPk0O4oV5ibIehEkPz+1e9y4Dq7LoefD5c/h/0p/y78V9ccA74f3H1QZv4+85r12MLiQQUWFpByBGPnBRq7WmLlYSxVsOggbhLW8bhTY23B2h4dOGfud9yvcb/CGuN66S0sLCwsLCwsLOI+4nVMPOOeYrZjb968uVrDsdU5Js280SbGBLsfEReErdCx3AOYObO9OmbRBDsl8DQBUXE5JU4C5tQEmGWHItx1ydNsTY4ZOhZ3mDmz29GIESP04Zy37RBlxMEhiKrZpp2HemJ3ENeGh3LS8yE95yHf2OWJnZiIdUN7qAN1Jq4H8XPYwY438G+//bbWCZKNPKgXRB0gbg1xUAgmi8sOD/2Y2kMu4r5DLBYCt6JQEEODoKvsGsX1uA8Q/Jb4OygWPXv21DQoG5SNDDD9fuutt1RmMY3rxcTDTRQruwzpUot/al/dECKdv5+SVvsOHlO5Z3TOHT52SjdZwD0UcgnyLk2qlOrKStw4sOfAMY0/B+nHxhVHT1ybPn3aVE5Zh9XS7fyFCPlh6J9St0YZ3fmV3WCpR0REpPj5plDCjHTE4iN/6sl3dr+FQCN/XF7TpkklwaHnZKuLvMiUwV+yZkqv1x4/dcZJn06SJE4k+w+f0Dbhrmo23MiTI9MV0oyYeGzM8UT9yhpPD/dXrPwg6mh74cAcWiY77UIm0hbceTM56dho49jxIMmVPUBOnD6r7rAZ06fRNrIZyLnzF7Rs4vfhnkz5kKLID8u/02dCJTB3Fjl1Olg3CMmRLaMzZsJV3tT/quutRUzjdmLi7du+Tz5p+4m88dkbuqtqsNNfF5y+hTBOnTb1lc0bzjp5Xgi7oN/9nX5m4wYIOo6HO+P86P6jSrg1bdtUd3k1wBru23e+ldZvtVZruR97/ihPtHtCd6BlZ1RfZ35CLkSERyhpB9hBlZ1ed2/aLV90+ULzZGfZyPBItfiDpGPnVIiKz17/TAqWLihVGlaRFD4pxM+Z59QNonDcj+Okfuv6WlZchY2Jd2/xoMTEAxB3xI57/vnnNV4SLlS4SxlwjHsqblLEpcJ1yv084LmA+zakH/f+VatW6X2yW7dusWaNZ2PixTxsTLy7R0zFxLOwsLCwsHhQEa8t8XjIhcQxb6ohyLCMg6iDeIKQg0CDzCPQ9JQpU5Qc4YP1Hlup4/pKwFTS9+/fX4OfYnVGWh5aeYjmwRkFgB2LUAzIt3fv3nodZCF1ANSDmAc8wPPwzkM3vykD8uvzzz9Xi0EejHmQY1cklDje2hOfAfca6mACuELQ8ZBM3bhu7ty5eh5LO5QUCEPqRBkcg6BjVynqYepk3vLTDuRCPsTr4QH8zTff1OtJy7nnnntOpk2bpkFVIT8hApERMXiwKKA+Q4YMidW4ekmdtuXPk1UJPACZBOEEcmTNqKQZcfKyZ8kg5Urk1/OQVRzHNbVgvmx6ng9kG9diUQYR5pme3WYH/DxJyTDIQnZx5XpIPsi1EoVzS9kSgUrgAWLbmfxxySUvjvEb6zdi6mEwQcw8yuJDPbFigwiEpGNzDYg6vkOaUTfaSxmGwLuKRE552aV0sXxK4AHkAoEH2JiDzTTYaAJyjbKoO1aHbGZBmbjgQuAByi5SIKfWCwIPUHfKpi4gfdrU2i6AuzGbhWDJRzu5xhJ4DyYg8AZ9NEg+fvlj+fz1z2XlvJXqmnrs4DH5qddP0q99P3mnxTsya9QsJe5OHDkh3/X4Tv736v9k5Jcj1TXXE1vXbJUsubJIBmdcAUiT8QPHS992feW7d7+7YmW3dNZS6dm6p+bV59U+snfrXvl30b+yc8NOmTFyhrr7Lv1rqXza8VPp36m//NrnV7UihEhcNnuZfNnlS72WNJCFaZ2xnjp9atm0cpOmsbB40EGsKO7LuNJCNngSdPzmJR7PJ8RP8jwPuI8TSwnCjnsyG2IQtsMzdpSFhYWFhYWFhUX8Qrwm8erWratvMnFfJd4bO7rxxhsQ/PTnn39WMo4Hat54f/jhh0pcYSkHINAgtABxbFq3bi2TJ0/W68gHdxcIONxisHzjjXTbtm3VCg/LOchBrPiw2uNh+/vvv5dq1aopYUi+WM2xfTiurTywjxo1SjZv3qzlAbZkxxX3l19+uRI0lYd0SEO2fkcJwAUHC0LqhDKAlR4EHw/4derUUXIRCz+s42gPxCYWhigGuN188cUXKifyMsAlh7fABEglX+rYq1cvtcjDOg/CDqBg0FYsHpEdbrlYCEJyxkfkzhEgzeo/LItXbpZ/N+6S1k8+IsUK5nKdvb+AoGNHWbOhhoXF9UB8OWLj6VrwwztS/fHqMumXSRrj7uyps1K4bGH53+//k6qNqmocOgi/RdMWiZe3l7zz/TvS4LkGVyz13LFn6x7JmC2jJHO5kFNO9SbV5d2B76o13Zxxc9S67vy589K5f2fpNqCbBJ0MkoM7D0r5R8pL/pL55ek3ntbzc8fNVcu6HgN7SGDxwCjLvUQieQrn0ToXKV9ElsxYIqHBoWrllyFzBjmy74haFlpYPOiAlMPayoSkuFtwT8Z7gMD67vdyCwsLCwsLCwuL+Id4TeJhYWYeaPmORZmJFQOBhfsnlnNYueEuypvsjz/+WIktz/hyEHI8IEMI4urE9VjskSekH6Te6NGjdRMN8uHBnHPuD9R85ziuuVwP6QcRBsGHmy/WcLjQACz4cPOhLGM1B6gzb9ohzPhARlI29TIuNLQJUhJAHFInLPMMqAdyMDIxlooAxZ4t9NnyHJc8yD+IQnZSYpemrVu3XiE2IR5xx0UhQX7IKB57Z6u8alctJX3fbSMDereVxo9WVNfYBwH5cmWR55vXkswZ/V1HLCyix/nQ81cItwxZMyh5hltq0PEgSeWfSnZt3KWurWsWrJHQs6FyLuScWssFZA+QdJnTSbZ82SR95v8G1z915JQSbYkTRa0n6TKlk3xF80m6gHTq5noEd/MLEbreTPh5goz+drRa3ZE/c4vrcOkNCw1TkjBbnmzil8ZP6j5TV8k70ugxfz/Nm3ZgPQi8Ungp+UfsPAuLuADunbVq1VJr+LsF7ra8jIstN1oLi/gOXtC/9957Gm7ntddekw4dOqgnC2FoogMv8/GE4SX6jXDmzBnVFXjhHpNAt8AbB0MDPG8GDx6sf2MLhPuZNWvWFd2JFxR45uC1Ex0808cEjh49qh5S9B3GEXg73clLknXr1qnexCZDRt+5EyB/U5+YBrra2rVr1QPqTrB8+XLd7Rwr7tgA+i1GJYRhMkDXpP54n90uuBZdnT6/V2Bs4umGsc/NwLowadIk9bS7XRAyA2Mc2hQd8ITD+McY0FwP9CV1mDdvnuvI9YHHIIZD99LohryZ58jQAO8+wnThUXgjcC1GRGy+iWcihkU3W1sTIuI1iQeu91aa4zw8Qzpxk8GSjAWfGHZMFk/3FZPeExzHAu6rr77S2HQs/MSkYnG53sSHNOTGgNsp5TNYubFDykHAAci16Moz7q83Au6txMPDgg/ije/EkzPg+uvJBVA2H/JhEaOOuNmy+GIRaK51dxW2sLCIG4AowzIuLCRMSbDwsHCNU8dGLP/8+Y9a5EGclXi4hHin8L6SHkLvYsRFTYuVnSe8fdjl+OraBKkGQcdDNOnJ43zYeZk2bJrkL55fHm3xqLrCAsrWXWIcQPJxjbH2w3oPYu9GwI0WC8DESeL9Lc3CwsLC4h4DhZH4jrxgb9OmjcZ5RKlEoYZAwbPl4MGDSiLwPI9SSrgZCBsILI5zHsXcnfjjuZnncl7Qc44X96RDueVZm2tN3ijthvTgPMdIb4gpYnqadDyjQ8yg8HIPLVKkiL7c5xne1IV6ci3pyQfyhPrSHndQpsmbck17TR24nmN8aANp0XvYLM+8yKcOGBnwct+zPMgGSAQ+ePigA0F4cd60Fznwm7pTNr8pn++mzkZOlM95vKMIhcQ1eBvhBQVIb9pC/dC3+E7+Jm8D6gMZynm8tGgHdfOUH2XQJtNegM5EOs7R59THhEXimOlv8jB1cu9Pcz0fIxeu4cMx5EZdyIv2Y6xRqFAhlRnX0h7Ocy1Ax+QY11Oee12p2+zZszUv8kYGnGfcmzowpiiH9vKbvN1lxTlkSftMX5kyTPv4yzUYgEDokJcBBiLUH52YOprxRR3Ii36lLcid9nHMtI/fM2bM0LYjJ9LyQUbUi7TUjfz4S/7UkTYB6sRvPuQPSEN/cA11Ie/FixdfIe/5kJ7zlAmYX7QfkhIOAdLJgOtNeCn62Iw/0y+0hXy4lr7gWHTAqIZ5TTgv037yo1xTL46TL2uWJ3mNrEyZtM+MTeafqRdtMvLjY8YTx8y4pwwjH+RIW5CjGZ+mraY+kJOEAXMn8vFqZG7i6ecub8aF+/ik3OnTp2vIETwUqStyMjID1NPU0b29CQnxnoHBag2iicFOwHA63R1MdhYZBlO5cuXUMo5NJxgkDArO3wgMZN60MGkIlMvNmQ0whg0bpgPa8y0TJFyDBg2U5Bs6dKgOdm58LG7ly5dXizYeEu4GTHAmO2/lc+XKpXXEzRVQH+TBzZ00vMmBODTt5IbFNRUrVtQHEh5gihYtqm69uNl27tw52vg8FhYWcQMpfFNIycolZd74ebJwykLZv2O/ZM6VWePZbV+7XQk1CLiDu5wHzMMnJHmK5EroTR0yVeZNmCdHDxzVHWo9EZAtQIk+1jTARhhLZi7RDS82r9wslRtUViIPcLNmd1ti2uEC6+Pro1Z37GxbvXF1yZ43u6xeuFrdaImhV6hsIb0uOrB24fJL3t7JvV1HLSwsLCws7hw8r+P9gtLJczBEBAo9xBReOxAFvNSuX7++nsOCC9KGZ3msnCAPUFrZPK5KlSqaJ8rx77//rqF1xo0bpwoyugKb733wwQeqi3z22Weqf6CPQB4+/vjjWh4KLc/ubDJHHQjJw/V4xeDZgyEBOg6EAN43bHKDss5GHzz3411DaKEff/xRLQcpA+MB8ua5H6D7jBkzRo0Q0BcohxjfhM7hJR3KNpa/xPGGpCC0j3npj+5jgB6CHkSZkIso6jwbQNxQB+RI+XgyIUesE/mNxxOWj5AWxNxGBijqWEJCUCADPIOwYuY8MqYebNKC7oSnEyQcOlmzZs20XVhIUu9MmTKpoQZlYTFF//Is8vLLL6slM0AfQ98hX0IaUTbl0Eb6EP0NDyfkSj8jY0go8kcW6EkQtYRymj9/vo4JLKNoD/XEw4oQR1hekQd6Gm1D9+vXr58eQyd96qmn1BOKuuOtxfgiTBP5kw8bFNLXWDNSL8YS8qXPmjZtqh/irKPjoQfT1o8++uhKSCkAycIxiCd0O/oPfRZvMvqa8tBrOYblKPkQz7127dp6PW0mfjqyJn/qw7jH2IPND9ExIRq5BkKGvkHXffXVV/V6yBesNckPqzDS0k7mG891jNEmTZpc8XRjrNNG5htjANBe8oS8ZfygxyM7Np5k7CIvDG3Ij/Yyvugz9FvK5Hr6mbFCOC1IKfqefmHeEU6KY61atZLdu3frhpSAehEnnrFNX6JHUz5zA3AN4xBZMn+QH1ayWPYynriOtYFyGXMrV67UvoTURJaeYBzSV/RLo0aNtB2sF4S6Qt70H+1gDUCO1J0QG4A608fUj/nHpkZG54cbgY9ATqxlzCs25WQ80b+0g/nKesU6BjFOv7CpJWOQutPn9AtzDdlCtrGGwSfAP3CtAWObPidPrDC5jvUPUo91yHg5IjteDCBP5gb1w0iK9OwFQDgSrG0hcgFyZQ4bQ6iEgnhvtsAghnTihsSNgQXSHQwyboDsyEqsORY+bn4smiwwhlm+HpiEDChurAzwxx57TMk5dnFlsfecjKRnAWcAsugw6IhRx4MCN2Qz6e4GtJcdapl8HTt21BsEixk3FhZVJiqLJBORSchCxsQw4EbHcW5Q7O5LHbmpc1Ni0WKjDQsLi7gFdoet9UQtdW+tULuClK1ZVtYsXKM39qc6PiW+aXyl3CPldGOK5XOWaxpi2nkl99LvxMjbsHyDEm+Pv/y4uuK6o0CpAro5BW6u7HZbu3ltSZkqpaxbvE4Klyusce/43ahNI9m9ebeSd3zHNZeNKao2rKqEX8qkiaR5jWISceS4LJ65WLIHZpcqDapo3XIVyqXWdrkK5tL6E6ePOH6njp9Sl1sTj8/CwsLCwiKmgHKIcssLcRRqdAWUUGJPQx6hlGK5xY64KKooysYbBisSd0DCQHJhAcMzP/lAgGC1ghIO8QVRxHM5SjCkEso3x1CeeWbHRQ3CAn0Dog8FGuUeIgZ9wlgzQXBAQEAGQbZAJmDNwot6FG30BQgFA8qjLDbGg/yDOIGI4jhEJoQARB+EDKQEFn+Qgij37noEgAwhrSmPuOSQcijp1BOZUT6ECmQRMcQxtkCBHzt2rMoQvYj01IM2UR5EHGQGsobcgQjEWueJJ55QmUDyQM5AQkBoQgQYcglZInt0MdpIekg2U3fIEfoWkoa+gSRA76HuyAnSgvag3xkCD0DwYDFFn6M/0U50JvJHL+Q5C+IJnYo+RmekTuietBWCiX7DcwpdFesl6o8M0RmbN2+uhBAu3owz6oJ+aizd+Iv80EcxREGPhfhgzEDyQQ5TBwNkSh2RLwQo1zCuIYAYU7QNKzTai2zod0gu6uMOxhihIRgrjAGIVohs5ALBB2mJDBmbZn4YUAfayBhB34aEogzyQP7seg6JxthDd0WXZUdpCFjkDTgOQQgxCMnFGIcQo57o9hxDlhCSEHuML84zL7p06aLEK21nXiBDxhfzEVIa4pZ+ZjxAsnMcQo52MUa5jrbRv/QlfAJtAqwX6NnIB12buU3/UjbjhPnI+GDsQ3Khs0PoRUfgAUg36o9Oz3iFy2D9oG84x5pC/tQX2cFhGDDe+TDfkQNzgLkEyIP1BkIMshWymT6BdEd2yJU6M+bpB/JnnCFn6sA6RPsZZ4wx+oLxAxkIKQ2f4A7kQz7MT+TN+MD1HzIRa2bawtyGhGTN4C/kMWMXmSEj5M4YYT5AMPNSgxcjlJ/QEO9JPBZkWGZiG/AmCcafgcBiABgs3GRh0ll8+TAZMZtnEeMNAJtVMGiZIIDJzMLHmwZunBB2DGCuwRWXD2WweHOjYJFgMvBWhfKY2CwCJj2sPAORiczE5waEe655q8VCgkUcA50HBiZ5sWLFrgxeSLWAgABd/NiBloWLmw758+EGa9rGYm7e/JAfbeXGx5so8sP8nfwh7owcqCN54HLMwsD1EI/cTMxbHdpG2aY+FhYWDxbSZkwrT7Z/UmPbsQ5BsnX7qpu82ONFjY/HMc516NNBXu/3utR6spa06NhCyT/O4f7a9cuu8vzbz6u7bQ7XrscGOQvk1Fh1e7ftVTfZpq80lVbdWkmn/p2kyUtNdAMKSDeIwa4DuioR2LBNQ6lUp5I+/NRuUVva9WgjGVetlqIzpkvHElmkW++XpdmrzcTHz0fqtaynFoS8hChWsZg89uxjevzYgWNK5BWrVMxVEwsLCwsLi5iFUdAh81D6eQbmZTyKJ/cw7pOQFzyDo+RDNqEUG6sXT5AWfQDiBEIFpRZFFL2C52xIM5RXLFsgLrBUMS6Q6C0QH1inQBJwjakDfwGKPUQO1j0QWbjwkhegDegyWMCgVBtALkGsQdpAWKC8027uu5BaKNTUm2sgUnj255kfnQSrvujA9aZNtJV6UUc+EFGG/EJXQplHtvxF36DelAEwROA3OhHnIEchYiATTR2BkQPEKEQD11OusaYEXE/70Z2oD0SSAfmQB9cjL/oICyEjP8riOkPgAeqFnLGOoj6khwylHuTHh+sBxBMkG/0JIUM/IkP6Hj0OEsQYkEA8khdyxxiDsUWfQdy5k3K0kb6jXpRJ35AOmUNMeZIppOEcOpw5h75KndFt0YkZj1ixITsITwhTowcb0CfUD1mSF9dAmtFW6kLZEEWQRpRJ30UH5ENZzAPkzbXUi36BwEW+jCGIQvRkygEQThCg6NHUkXEDGUk5Jj/aiTUX9aONjAnmELwA5CMWX7h1mjjzyI3vjAvqRb0NyUTfcA3yZW5RD/ImPYYv7u0jH+YF4xTynz4iHwgwCDXIW37T72acXA/ImPZTFmXQbk+YPMz4dwf9xvihfRB6hoylbymfPoekRNYAWdEHyI5xznjjL/OGayAP6VPaBSkIJ2DISsYz45TrIXivB8YaMiGdWVPMGmvaYP6y3jEXkClp6AvWDeTISw3WDNqV0BDvSTwIKdj9Nm3aKINcvHhxNbU15sCACcHiThreePAdZhrGl4WDt1zElOM7YOCRFx8WTQYZA4zr+cCus5gDFjhIMthkBr4B3znumZ4JyGSjHixkwD1/FkTSsEByHXVjUeIGAPFGOdSPevHmg2s4xgJAekhN2stCwDne0PF2CHKPNzjmJgNYfDhv8jD1Z1HEktC0HzCxkBFkI222sLBIWMDttn6r+rqT7ZlT176tvRUkcm7AKf+aJ37jJonXjl3iO3Wm+E6ZIYldD7PRgVh565asUys/rP8sLCwsLCxiGpAJEDgQA1ifoHzzzIvi7g7IF6xCeCZ3f7a/FRilFYUZoFDzvM8zN3pB69at9QU8Fjn8xnoNfQZSyNPaD3At5AJWL+TJX3eSITpATtA+3HN57kfBjg7UFWIJuUBSQgq4k0q3CnQ09A6s8jCYwNgCYwXqiVIOWWCs5NyBux/twbIL6yLa6gnTflNHSJmbtd8dXA+5cCvyo7/R29CZID5wpXUnRw24Hh0NCyTS4sGF5R7EF9aERo8izd0APYz60m7z90aAGIEIoe+pA5ZUtImxhyUaFlnokcj9RqB9XMfYpUxkb4iYuwH5ML74C4zbJOMHwomxasYP8rsR6FP6CB2ZOYTRDVZfNwLXQIJh5Ua/QThjwIN8qBPyw3rPXc6Q4ZBUEPnIjrnEeGQNYawgU14EoI/fDPQh7TdEFTo34/NW+9f0B8Q0MOOYdQNLO/gI2gOfcKsgD4hW+BQMgbAypV2GAGXe8vdegDHGiwjmP/2O67iJgZmQYKOAW1hYWFjcPZxntBz5c0jLbi0ldbrbI9QSnb8gKWfPF78JkyXJsSiTeMg732kzJOWM2ZL4TPREHnHwsMgrX+taRcrCwsLCwuJugBKK+x3x2wi3g4sZ5AZWMCjUEFfGIghSASUZIgQiD8WadFiloHjfCsFllH4Uayy1iGdGnhA+/MVihnO4GOIOiFUeyjlloVBDNGBRRJkAkg3DBRMzjPpgEHAjkB8WNhATEJW0hWOeoL0QH1gIUh9cig3BcitA0cfKD4KHetI26m2s6iBHiRFG3iamtzuQPcQa9aMPqCPX8YHU5BzyxBgByydkAJliYqndCrAuw6iDayGvIGnon+hAHYkBCHFH2fSHIVkgfw0RSXtxoeU3fYVrIFabtIFxwodxxrk7IUUNqDd1YYzgvot8bwTqCeECyUP9jUxxWcTSifrQvzcj42gzZBBtpi/pQ0griFryNZaQtwus6xgLtAeCE+IOkC9jifqRhtBZWNndCJBmEGqMN+rJjq5mzriDvmJO0R+QosxD+pm0lENfMZ+YA7jVQoa59xnXQzQRj46xCOHH+GFcUVdc0skH2fNBNrQDS0F+u4P+o+18ILAgrCAVcatGLpynPOYlFnHGktOA+Ulf4IZKnTHAoT+YR8wZ5rwZc6wntwLaBDlJ2Vhb4hpMuRgFYWFK25h7dwoIWqztDPHoDqyC6RP6GjmyXhrrwoSEJB9g+2th8YCDuAyYHj/btIbky3U1MKuFRUJG2PkLMnD4DMmVJ5++iQQ8YOAqD7FVtEJRPRabwG32dt66Jgo7LynnLVALvCTHT7iORiHRhXDx2r2XJ0OJyJFdLkdj5YuLLg+OcR1YMO7bvE/fzvJwBHioJpRB1sCsUq3R1eDAFrcPYjlO/nWyeCf2VutyxgxKDvLFxQRLdovbAw/+rDUoyng8AB66CVzNb45b3B6QH5ZcrOcQMPcKKNjEqLqepVVcBkSXIWCuB9oPCXW99kOyQGSgtPP8CQGGtQneMCjPWKyhiOMNQx4o+CiwEB01a9ZUAo5rsNxBeWeNgdhBOUd5xi2Ndd64uqKo4noGyQQJhYsfyjRjAEso7gXEKIPAwGuGtLSTcgjdgzUM5yAlqB/KNWQR9UXJhYjgOrxxKJ9ysaKhDIgG0gPqashLyDUIGfLD8se4ZdJGiACINtpMvag35Rm3XtoJyYFHEaQD5SEnUx7pqBNyoAxIBjat4DuWVBAtEADIGdnQV9SR9MY1l75BiSeeGHlCkFA3SAlkirUisqGOyJM8sFykDrTDEJoQGsjTPEdAXuF5RHshC4gJSF9jWcmcQX6kJw8DZEV7IAr5jrcSMjNkCmQT45F2UU8IBwg8ZEPsN8YHbaVNyJV2Qn7Rp7SBZyrGC/1HG8mbvDhPXSgTGdMGyA3yMBaBkI+cZ6zSv4A8TH4QN9SDa5C1kRVEGbLlGOQPBBFxCikTIGfyoa6QSnynj+hDxiv9R78Q3glZ8WxKXpQJKBdZImfKZ/xQd9qArCDQGEvUE2KL+w3nsPYiX65nrDBHKAv3Vn4TN5IxTB6MXcYiZRjiinbSj4xb8sUij/HLeCUdfcUYIF/KYS7wnbwhwugn1mf6hbZDmmFJiXzpA3fLOtrLmg75z3HkADmFPBmHtIVxSB/xoX6MC8oz1oako06sQ7SFccg1zCfaQJ8yBvAg5DtjiPHEGggg/hiHfGgP1yNn5IGsmEPIju/0OfOL8rh/I2/qSzu5hjbT//Q9Y4R6Mm+Zv8iUcGDUhXUIOXGefLgeUH/6hnlF/9JHyAR5I3vGtdEf6F+IReTGh3wBpC3Wt+RJf5CGMUa9ExoSOR1xdU9fC4sHFLwFxcT7z2G9pU71Mq6jFhYJGydPn5Uydd+Q6o/U1VgdgAcwbubt+7aXp15/So89qEjk3Mx95i8Uvz8mSpIjxySRc9P2xGXnIeKSfxoJqV9HQh97VC6ljD7uTlxHn3Z9ZOH4hfrAyAMUwBIC5bB8vfLy/qD39ZjFnSHiQoS8VPUlSZUklb615QEZpQL5onB9+eWXrpQWtwoUW9zuUEKJqQtQTlBmiPsLaWBxe4AEYDyynqNs3SugjBPQPj4SrcSsggBxD6LvCdzoCJKPkvmgAEUWchHiBQUW0o/Y3EYBTihADsTIgxjhRQv3Q+SAgm9xa8D6izUEIhnCkPBQrCsQMnENuPiiAxKX3ZDNcQE8vxH3kHHLWmNezt4IPL9D4tNXzP+YAHEzed4hfqQhcS3iB6w7rYWFhYXFfcHlxInlQvGicqrr63LmhVZy0T+N60wULjsPHqH16sjJt7tIWOVKcjm5jbdpYWFhYRH/AMGCdQsE4yuvvKIb6CU0Ag9AOGBZaIjWzp07WwLvNgHxieEDMiROHJbmcZHAA1gDQkS5Wz7GBbARA/LHgvdWCDyAhR0vwWKKwAOUzwcLNov4BUviWVhYWFjcHyROLJEZM0h4YF6JzOw8oHk+uDjnL2ZIJ+H58khkpgC1yrOwuBUkPhssSU6ewn/DdeT+4vK5YLl84jB+va4jDxAuX5LLJ49oHeVBc86ICNe6yYW4t/Pc5dPH5PLZ/+4iaGERHXBdw93NuKa6u+UlJEBg4A6IHPgYy3SLWwcEEu6NyA+XReMCGxeB2ye7ncYksRUbwP0Ul+7bCVmApRyuzzEJ1hHmEK7JFvEL1p3WIk7AutNaWPwXcd2d1h3JV6wW/x8GXRMXjxh4Z59tLsGN6mlcvPiMG7nTZsiVQTfwsLg1ZPROItXPHhG/yHBZlD67bDvPDm4RMvqb0ZIjIEesu9NeDg6SyNlj5dK+bZKsfitJnLeY8/R1d7v1xRguXdJ6RU4eLImy5JKktZ+SRKmjYuncDPfcnTYyQi6umi+RC6dK0kp1JEm5RwiC6Tr5YOPSgR0SOXWIJPLzl6SPPSuJ0t6aImfdae8eMeFOi2qEOyeuncSBiikQNw1XR2I63Y1rG26mBLTHcs/cL4i/RXB94k2xwQZ/seS7FeWdenFNtWrVbmuHyuuBeILstooFEmsCMTIhYsCOHTt0sxCIStZg4pZBOAFiqdEGCBAC/dNOAMGJdR553A4ZceDAAW0X1lwQW7cKNiogdl105VE/6sPcuRGxRNuIp0cexDojv7hqDWdhYfHgwZJ4FnEC7AwFifdI5RKSLXN611ELi4SNc2EXZMpfy6V5i6fkt99+02OQeOwOlbd4XslVMO4Eei0eHizPhh6RtBev7owVkTiJTPTJIHNSpJOL8fxOtW7JOgk/G64Bmo1ShiLE1v8EMLe36luDf+JL8nJOX3k2RypJkSSRzD12Tr7YeVa2nbskSZMl09hAgwYNUuULJYsg2yiaBLuOacDTpfVKIo1SXZRiR7eopVtwlnwyLWlmWXk6KgD7/UQSp4IFfZPKk0lPid+BrXLZK7nszllSRp24LKciLt7UKA+Fm50b27Vrp8QJQGEnsD/Eh1Ha7wReiRNJ7bTJpMrZnZLs+AG5HJBd/vbNLbNPX5Swiw+GdWV0SOzINNA3mTR1ZJr+4DZJ5Cj7e7MVlT9CvOVgWNQOlTcCQbohZyyJd+eICRKPIP0DBw7UHVQ/+ugjnasQMYC1gw9pCMIOyQOpY37z4TzHuYb4dnznxQHx7n799VeN7+UeiN0E+QfR5c9vAtwTGJ7vBNOnDeSDtRV5E5ifewVkUY8ePaROnToqA/IgmDwgHfnRHpM/dWeHVDap+f7775VcNPXnOv5SP7NekQfH3dtFPgbUEdnh/siulcj5iy++0ODzpKX97733nsYLIyg+5OMnn3yi5bIJx3fffacEJEQam3pgRUY/8NKAa9gEAZg2APKlHaafqAPHIMXJr1evXioX2kU6ziNP6k06d5nwnc2PKJtA/RBvHCNf/v7vf/9TkrFDhw56rZGDIehIx4e++Oqrr7SP2AGVTU4I3k9aCwsLi7uFJfEs4gTY5pwHAd4W3mtcOnWMpwPXr6tI5JtKEnmncP2KO/hPe3g4S53O9SN2cfn8OZfLluuAGxJ5eTsyTh2l+d4Jwi/IpZAz/+m7RCn9JFHy+BsLggdflGjmB2BHqLZt2+pb8LiEyqkSSfesSSRL8qsWd2EXL8vAo5dk5LGLEhnPb1U82LM72A8//KDuIwBFid3TzA53FjfGRWeti5w+QjJtWyq+Lj0p4tJlOeifXS41elG88xaRDBkz6k56AJKU3YBRtlDqYhreEWHSKPVleSV3KvH3ihrXjOOlJ8/L1/vCZGci1qX7Y5HnPPxJQPhZ6ZzHV6qlTyHJEifSZflsxCUZvj9Yfj+VSMKS3NzqDYWagNmQQgDrGdYfdru7Y0SES8Xk4fJ6bj8p4BelGFO3XSER8vXuYPnnvJdcThq1c9+DhcuSISJU2mdPLo8G+Ii3I1MQEnlJxhwIkeEnLsuZJDe3coLE79+/v+7yeK9gSbwbk3iQSV27dlVLsL59++oGARAxWEcjs/bt2ysxBAnEDqzsXMlO15A3EEUQaBzDi2TmzJm62ykyHz58uEybNk0++OADrR9Wb5BAkOEmf+r02muvXZM/hNKoUaPUCgwiiB01O3bsqC8h2AmSsdK8eXMZM2aM3kuoC/kwjrD8Gz16tNYNIu3RRx/VnS6xlqU87jtYx0GaMZexPoREw/Jt4sSJWgfuReyaSVwtdtTkZROEJM8fkFm4DRoij90xefGOJS5pIPQg9kmHyjls2DAlDHv37q3XQ1hDzuFKPHbsWF2PsQhEdj/99JO+ZMGiDplQZ+NmzDMOMoJ4w9KO5yB22oQkZP3Rl5lOO7CyZk7x0qFBgwbSqlUrWbFihW6ewT2AY88//7xaXkK4kZY6kB8kJGQkRgT0HdZ8yA4Sj/YhH0h3YvZ1795d+5nyFyxYoLvDUu+RI0fqLqI8mzHu2JXTwsLC4m5hSTyLOAEULBRZ8zbxXgES6HTP5+Ti0QOuI1fh+0wn8anf0vUrbkDb835ruXjsKvmZLHchSfPeQEmUPHYfJFhqzs/+Q0LHfC+XIPI84FXiYfFr012SZMjiOnJ7uPDvIgn5tZ9cJO6UC4m8kkvKpm0lxWNPS6IHUumLGfBQ6B7zhN3IeGCPS7i4ZoFcHv6ZJIJ0dgHSPPHjbeVyreaSKEnciodyJ0D5Q0kwypDFreNS0AkJHfeThP31h1wO9SA9HaXWu0It8X2qoyTNVVB/G3BfwSIjpnEpOEjOTRkil+f8IT6Xrs3/kvPUdSFPUfF6sr0ky1881sf2Zed+Grl7s5wb1l9S7NssSS5fS2BGJPWSizWaSfJ6LfWFz83GI4q9e9DsoKCgO75XX464IBeWzJLw8T9JiqDj4uLBruB86oyS5PGXnf6sHev3sJshcu82CR31jXhtXi5eHvWOSJxULj5UT5I3aiNJ0md2FrfryxR5Q1zcS9c7Nk7AhRGSI74BIggCCuLlergZiQeRhQUXlpEQdhAzkD0c50ULZBgWelhKYzGJOzluobjnY6nFRgKQP3PmzNENKrCUx2oLQm7ChAlXLMPo6+PHj2ueuFFjleaeP22AdOJ61inSsFsnLyKwboOIpQ8pnw0gRowYoddgbQyRSPsgwiCcDBHJJgGffvqpnme3z+XLnfHqjLXZs2drvWg3pBykIAQc9yXqBXkFoUnIh3nz5knr1q3V0o2X61j+mVhekF0Qa8gGkgsrP2O5Bik6ZcoUJSPNGPzss880LbKjTdQZWdImiEqeb9asWaMkmCH+yB+iknOQksgHK2t294VQq1WrlhKFyJg8sfSjDZCcyJX2Q4SSF/Ul8D8kaeHChdVF+c0335SnnnpKyVwsJiH0uIZ6QfwhE2QHOQd5h7xZA7meNjNmOAfBB2kZHBys44JP2rS3Fq7AwsLC4kawJJ6FhRsuh5yVk50by8Uj+1xHrsL3+e6Ssllb16+4AUi8U52c9hzd7zoikjR3IUn72djYtyp0lppzM36XkCGf/VfJduBVuqqkeu1DSRIQZSVzu7iw6m8J/qHnNQSsknhPd5SUj78kkgBIoLiMCyvmOv3XSy4eP+Q6EkXipXy2k6R0FF9JYje1sIgel04fl9AJg+T8X2OjrHGjgzN+vMvWEF9nPCmRdw+J0ktnT0vYn8Pl3NShcunMKddRDyROIl7FKohvq66SLH+Je1qfa+Ai8EKG9ZfwtUvkcmT0BCYWzD71nhWfRi9I4jSxZLkdGSHnl/0loSO+ksgDO/WeER2SZMktvs667v1QHV3jHwRA4IX8/pVcWDZH2xEdEqVIKSlqN9f7UeL093enRSyz7pUF6v0GZBnWYhBR18PNSDxegv3888/qxglxBNEFeYXlGnKDpIEcIg9i0GJ9iqUdVm2QRFhzQfitXbtWLcKwUMViDuIKKzXyNBbBAG8T0nrm36lTJ3XphNTjLxZ5EFj79u3TNJBT5APJBOGF9RqkIlZmEH68FOrTp48SdhDrEEuNGzfWuKAQdmwgAbEGGQfZRFqIOk8SjzJJ17NnT5UL6Wkr8qFdtJmdNQF5YE0O+Uh9aA/ywL0elZNraCvupdSL8rBawwUfd97PP/9crezYVZW4eRCAWCxiLUd9IT4hNCEDia0HiUl9s2TJIv369dP2Y5lInbGCpF3IibKRJ9bXEHdYVEICQqqSN3WlHcQrNH1JPaMj8QAWlFgdEheU+mI1TzxQXJ0h6zjGX8hExuTrr7+u5GChQoX0egsLC4u7gXXMt7CwsLCwsIiTgDA79+dwOT9/kly+wQ6miRIllvD1SyV07I8SuX+H62jMgxcUWByHzRwtl8+Fuo7+F4kSJ5GIbWsldPS3ErFjvevovcfl86ESsXODJEqZSpIVKBGthXLidAHiVbicyvZGZFqM4tIlubBinvaP+0un/yBxYrl04pCEjhsoF5bPlcsRMW9FeVtwZBO5b7uE/v61hDv1vx6BBy6HhUrYrNFqMepuMX4/gCsnJNGAAQPi3QfLrhsReLcLYmdiiYc1FYQSMdUMIJTMx90mgu8cw8INK3nqAzGE5ZcniPV2o/zNX/LkAyFkrDTN+esB11o+lJs1a1a1noMIM3WFxKVMPoC8IcxMWe4kr3tdIPZoF8QdebrvwMlxk58B1m1Y5BEDD7LO5AWJhkswrqxYGOIGTT2pM98hzuhTiD6sGM11tP+RRx5RN12OYQlHP3nCyJs05lr+0jbKhpQj/h11oEzTZv7y293DwZPwJh/kRRosCiGG+W7SuccRNH9NHSwsLCzuFpbEs7CwsLCwsIiTSOzjKymqN5E0PX+WNO/9eN14nz5NXxb/T4ZLyifb3bHL/q2A+JvelepI6h4/6Oe69Wnm1Od/I9QSL0nm2NuARuuHa/ELb0uKx54V8f6vJRuWir4tu2gIiWS5CqB5us7cQ6AQ5y8hqTp8Iv79Rot3uRquE9ciWZ7CjtxGSqo3+olX4bKSKNn93e3xUtBxCZs1RiJ2bZJEfmluaOGeyBmrkKfhaxfL+fmTr281avFAAIKGOGpYVmEhh1UY8eggi9wJHYgbNpdgJ1J2QoWogoiDdIIIYtMcSC3cTrEgM1ZthtjBsguXWvLHHdMzfwAJiPUd1l1slgDhdSOXdUgu4rlh4QYZhhUclme4pVJfYllSVywAIciwFKRu1AvrPYhFrMxwJ/UE7cIlFPdXrN+wUnQPSYAbMZaM7vWD7DP5IUN3QIAh4+nTpysxdytAhuPHj1dSjNiDhhyjPsQApCwsDYnd5wlIQlxusQ408sZqkn7CTZjNwagPfQfRhyywNsQqz4QpoX8hQyEzISgZK4wRjjFmsHhEtiY9/csYcCc7LSwsLO4G8dqdlkWem1hciw1lcf+AO633Z+0k0YmrLn0Gl5q+KhGPXD9Q8oMIlITknzrtOen2hjJ7Pgnv8q1c9rp50PIYBW82F06WpJMHSaKwENfBq7hcuLyEt+gkQrygO0Cijcsk2eivrmkrrlaR9VpLZM3m1h3zAUei9Ysl2Rin/zxi4kXWf14iazQT3A8tLG6Ey6cdRalfW0kUHOQ6chUXW74pkZXquX7FDi47Y9m73yuSKOS/9Yls9ZZcrPiY69d9AHHwNq0Qr8EfSaLz11oMXi5ZVSJavCGXU92/2E1Jh/SRJMtnuX5dxeXAEhL++hdqkfeg4LJzP7vMc+a5YEk6Y7gkWznbOejxaJ0kqVys0kgiaj4pl5N5qwVkohQ+ziJn36XfC0BeuVtReeJm7rRYUeEyiusocecgdyBxihYtqsQOpB3x7og/B4lDvDY2RQCQPrii4i6K2yYWaGx40K1bNyVyIM3YiIFrqSNl4aYKCUj+WMJhrUb+5IN7J7oMbqps2MC1WKCRN268tBVrNWK8saECLqoQa5BRbFQBQcfmCpSNK229evWUwGOTCOLEUU8IRFxOKYv2cA5iDqKLtrLzLToVbr2QW1i+0S5IKdxXqa+xIGSTDMojrSE1cVcdMmSI5oEcaAtuqGbzFuL0EcsX91MIRmLmsdEGm4sgb09AcrLRBtakyI+Yerga49KKSy7yIlYeBCZyxAqSdLSL8iFU2QCFMmn/008/LXv37tU+xHqPNtIuZMbGGOiREHTIibzpIwhHYhDimowcyJcYfMQ0JBYe6U3fzpo1SzfdoB7GitLCwsLibhCvSTwWWky0eStiYXErSBZxXvKP7iteZ467jlzFwUqN5VjpR12/4gaShdOePuJ19oTriEhYuqyytVlXVSRiG+k3LpIsSyZKkgthriNXcTZHITlQ/Wm54Hdn8ZdS7dsk2eb/Lt7BV2NQXXQUpyPl6svxUo/IZUsCPdBIvWeDZPt7lHiFnHYdof+SyeEKDeR4iRqWxLO4KbzCgqXg6P9Jkmhibu6r8aycLPyQ61fswPvcWSngrL9JnL+e2FezpZwsVMn1K/bhPPyJ34EtknvmYEl84ZzraBSCcpdw1uKnJMInletI7CPn7KGSdusy16+rCM2ST7Y1fuOBIvEMkjj3W+5v3Oc8SbzLiRLLsZI15bBzP7p8n60HEwKwXIOAuh5uRuIB1CNIGAgdYKzjzG/O8x0rMKzIsP5ioxwIIrNpA9eY6yC5SEue5reBe7ro8gdcxzF+c5z05ryppzlGOr6bMkyZnHM/b8rg457G/Zw7zG/O8wGmXe5gowk2unjsscfUWo00Jk/znWvMdSY/0gLP+l8PxtrPtAEYOZljRjaURXqTp6kPx80xcy3HzDXux8zH5G/qDcjDnOMa853xQIxCXNix/OO4hYWFxd0iXpN4FvEH3CR5E3avhyuWeKe6N49+Y4uWXcSHDRLiEHR32rec9rhvbJGzgPj3GXnbG1vwwOL5BpE+4WHlluD0XdhfYyRk+JfRb2xR8mHxa9tLkgRkcx25PYSvWSTBAz+Ui8eu3djC58l2krIxGyPEz40teOg1D76AOcIb9Li2tOvGJAM/0nhXBrqxRYsO4tOgNU/IrqMJGygARikyYA6inCT02zkbXJzq1kx3qvWE36u9JUXt6+9WebdwXx9Nf1w8eTSqPmeiAqG7w6/dR5KiVjPXr/uAy5fUrfNM/65y2WO3cO/yj+hanNg/vetI7OPst+/K+XkTXb+uIlmhMuL/4W+OwG+8HkR3v7rXuBwaLMFDPpOwGSP1fncNnPuPT5MXxPfpN5x17cHYjCMh41ZIvNsB1lhY4wEssLBMc78vJzRgRIE8IDKZiwkZBw4c0J2BcSnGss/CwsIiJmBJPIs4AeJ4sJsXb7TuJS5fdBSvvdv1ryeIoxRru/TFEGgHu+Y5WqXrCMSWtyTNGbWL2O0gZ86c6upgdiBj6cDNgJ29cLW4FVwKOukotoedL/9ddtgNERnfaYyjS6Fn5dLxQ1FuTQbOw2OStAH3VRm9lyAOC64xb7311hWFlbg57733nsbOiUu4FOLqP/fA8PRfOqf/0sTP/rsT+Pn5qQKKq48B8XeYm7jrJGQwdiL3bP0vgeIgSabsktgvjetXzAM3KtzkcuTIoW54fD966KBTny1OfVyJ3HCv63NTODK6dC5ELh7e85/6JfZNLYkzOmvxfXzxwYu0S8H/jRmXKHkKSZo9n+vX9QGRgsue+w6g9xqWxIs7iGkSz8LCwsLCIjZhSTyLOAG25H/qqaekYEY/SeNj32TFNk6GXpDtx4M1rgdb6AOsIyGQFsybIyWzpZMkia2LQGxj7YGTUqRkGY1NY+LGEAeHPkqb7LJk879+TCCLuAfu1iv3HpcXXm6rcX8McNXBfatYljTi6/3f3UYt7i2OBYfJgeAItcYhftRPP/0k7du3l2IFc4qvjyVsYhtHTwTJ4eNnNT4YlkCxBUvixR1YEs/CwsLCIi7DkngWcQJ//PGHBgGe1qGuPFrkztwtLe4co1bslNa/ztdgvWb3MEi82rVry8lta2VBt4bi451wXUfuBy5euiy1v5wmoamyyKJFi64h8SpXrix9GpaU9jWu3QXOIm7j2NkwKfu/CVLviac1sLgB31979RWZ26WBVMyT0XXUIrbw49+bpduElUoascMhgc07d3pD5o3tK2WLB7pSWcQWvv1tivT4dLiui6VLl3YdvfewJF7cgSXxLCwsLCziMiyJZxEnYEi86a8/JnWLxJ57jEUUIPGe+WXudUm8xd0bi4+XJfFiE5B4Nb+YKiF+maMl8fo2KiWv1yyqxyziB7D4KvnRuOuSeH93ayiV8gS4jlrEFn74e5N0HrfiPyTe3+M+lfIlbz90gcXd4ZvBk+XtvkOjJfH2798vAwcO1L8xjcsR4RK5c6NEHoyKjeaORIQGyJ5PkuUtzA/XUYuYBjub8qxYpUoV15HoYUk8CwsLC4u4DEviWcQJWBLv/sKSeA8eLImX8GBJvAcTlsR7sHAjEu+ff/6RunXrSrIUycTLO3Y3vrC4t+CZJOh4kLz99tvy4Ycfuo5Gj5uReGxOc/z4cUmfPr1cuHBBgoKCxKhL3Gv9/f11Ayk2cIA49PX11XPEB+YY58092YD05Ek+xLAlb8ohPZuEATaBYFdXHx8f/c0GOWyKQB04ly5dujvaHOHcuXNaN+rluTsqZdO+tGnTajpA7NXbRXBwsLYNedxrmP7JkCHDNZs83Q4YL2fOnJHkyZP/p69uB8iO+MQpU956+BLi19LP7n3JzsbIkOO3k9ftgnYfO3ZMxxL1NqBsQJ1oE+MzpjYlYYwxzjNmzPif8Xe9+niCsUUdqZOZb+5grlBvxvidjglPkCf9wphm/jIPyd/C4kGAJfEs4gQsiXd/YUm8Bw+WxEt4sCTegwlL4j1YuBGJRx/VrFlT3vruLXmkWdS9zCJ+4NDuQ9KhTgdp+2Jb+eyzz1xHo8fNSLy9e/fKm2++KZ988ols3LhRN/GC2IJAyJo1q8YgPXz4sHTr1k2/EwOTc8TFbNu2rbzzzju6+ZDZcCo0NFRjO48ZM0aJCggz0kHW9OzZU8kJiAnOVatWTVq2bKm/IZ1/++03JfJSp06tz188C0M83Q6mTJkiS5YskXffffc/BMjWrVulf//+0qlTJ/0OWdGiRQvX2VsD1/B8CFHYrNm933WbnW8ha9nQKW/evK6jtweII8YJazYyvVN8+umn2o8vvPDCLZOB9H3jxo31hQKEE/L74osvdJMqxlKdOnVcKWMeEF0dO3aUdu3aScWKFXXcQk4xzui/Ro0ayaRJk+Tpp5+WgICYeZ7guRRZYwXtSRBTnw4dOmi7K1SocF3ikLpNnjxZSUZk54lNmzbphlJ8smTJ4jp6d2AzxX79+un4gC7ZsGGDvPbaa66zFhb3F0k+cOD6bmHxwILFeezYsdKyQqDky5jaddQitrDh0GkZt2a3tG7dWvLkyaPHuKENGzZMwk4elRcrF5RkSayLUGyC1y9DlmyTcG8/fXg0bzBRLAYPHiy1CmSWCrltfLT4hNDwSPlxwWYJLFxMH7QNeECeNnWqtHmogGT3/+8baot7CzYbmbn5kLRp00YV/JUrV8rMGTOkTYvakjVT3NrRPD5g+ZqtMnvRWl0XM2fO7DoaBciZIUOGyCNPPiLFKxWX5D7J7SeefCBCJgycIGVKl5FHH33U1ePRAzIAAuN6JAXEAs+ckCxHjhxRogXCiA3Wli1bpgQQxM0MZ56zY3/hwoU1DaSb2eCmTJkyVyyCpk2bJrNnz1YLQUg/rI5GjBghuXPn1jEJGfj666/rNSNHjlQyiGsHDBggzZs3V1KQPIcPH67WZ+yCDSAH58+fL9OnT9cd6dmVmWcBjv3555+ad7Zs2WTHjh1K0OXLl09WrFihJAeWUXPmzJGdO3cqyYcseL6jXezqDKFEvQ8cOKDzCDnQXsqhjVgkYTWGZRXES1hYmFoQJk2aVOXLLt2Qk7TRgLyQERZZEEeUT96URRu2bdumFmAQjVu2bJHx48fr8z91I2/KHj16tLrDkw/3QWQJsPaibRMnTtQ1GBlCdiIL6k37kQ/1A8iOzdrIGyKQOnMOuZDHv//+q2QrZbHrP3KHTKUOEKoQtJxjY6ldu3bJww8/rDLgWupGfakb1o3kTT1CQkJUHr///rvWpWDBgio7ZMV44KXDY489piQlfUKdyQOLwZkzZ+q9nmfvTJkyaRsod6pz7+c41mLUnfGzatUq7WMIM2RKnZDxiRMndDxAJkNe5syZU/uP9jG2GC9sBsQYor1cg/zZPA0Sbd26dUrWUj4yYOx4lmcs7bBiQ4aQ1+RLGohBjlEf6oxFJTKk7ciT8c/8ou1r167VerjPUcYM45NxtH79ep1TjBPGE31MvkWKFJFcuXKpzKk3MqduhmhGjsxfZMr4ZNxRF/JFnhMmTNDxg6GCqRvEYbFixfQvY4U2kD+yNeOCulBn5gayYewYWZAOWfJhbDDmScO8NPKjnaTjGR75MpapI/nTx8wJPp6WjBYJF1brtrCwsLCwsLCwsLCwiAaQDZBExu0VwgTCB3IAsmjPnj1K/KH8QyJ4Yt68eWohD4HDdRCIWKxBHAAIO45zvkSJEmr9R14o7LVq1dJzKP6dO3e+QuAALIMghLgegmXp0qVKbvCCFTdACAvISON0BSmENRRkDwQMVsO0CSKJPLDWg/wjj2+++UZJE8gRLLOoD1ZnECiQFZAbEDuAPLB8JR2eMxBdgPIhJgwok5eMuJNCpFAGZAUkBTLmPCQdxAwEJiQGBAsEEwTLzz//rCQH15uyAe2DEIGgpy3bt29XC3UIIfKjbRAvyMcTkE3kS52xvIKUowzqwk7jkFiQQ9QFeUNsGiIF4gmikH6kPpCOkDTI/quvvpJDhw4pIYUcIIzoF9rjCQg/6o0MaBttp48gd3799VeVEdagnHO3wmScYEVJ3hBJtJk0pu6MS/of12PqRzvd+8MA+dAWSCqIPvqWPsASlX6lz/v06aPjYvny5TrmKIP8THmMK+OODZDlt99+q7LgO+WTjvpAdiIbxh/nIcwonz6EYGQ8MVbJH7IVQMJBykHE0Qe0m2OMOcYsQI60gTwgaKkP8kPmyBDCjLZSLn21Zs0alStlnDx5Uq0RKZv2MjYZG9SLOW7mFYQk1zDfkcXQoUP17+eff65kqPv8M6Bs6otsmWOjRo1SopbxSn60m75jDjNeSMc52kHfMX4gIy2BZ+EOS+JZWFhYWFhYWFgkWFy6eEnOnDgjQceC9BMZHuk6cy3Oh56XsOCwK6SIRcIARAbuh88//7ySSbjhQgZgbQNpgPKNIg7pFZ17JwQQBIM7+YNrrKdrK3lizQTJwTWQQ+QPsEoqVKiQWtMZQIxAgDz00EPqKYFlF4Qh5OKrr76qlmoQDBAt0YE8uQbyECswiCQAWRIYGKhWg5CIEBOQRFgF4WrbpEkTJWQgOdxBXSCfsNIj3ApuwdTlRqCdkFflypVTSy1cJSGQqEuDBg2kRo0aSmZByCF73C4ff/zxa2LvIVesoCmvXr16arWI5SAkDnMVKznkg/zcQbmQQJBguLgifwg8LDlpNyQYfUBekC2QK1hd0pcA6ynkh5UWoI7PPfec5gWwzsLKDus6+gPLN8glTxQtWlT7tWTJklombWOs4cYJAQY5xDho1aqVlucOrDLpZ8YeRCQygCCGdKUvGjZsKE2bNtXNXqg3pBCg78gbworyTB2QowFjEdde8ofoql+/vvYP8oAUpZ8oj/whqqg7QK4Qnsi1S5cu2ieMdcYPbuakp08gcrGaQy6MYf5iQU2dGY/UDaLOE/Q3/fDyyy9rX9Mm/kJwY+GIhSdWfZTDMazjGNMQ5FxD2YYMpUzaxDnqxnfGInVjXiATzhlXaUg4xnebNm1UzowL6kl+jLEnnnhC6+NOaAKuoW3IkjEGgQhRCTGPFS5EI33MB4KP/BiPkMisKcjOwsIdlsSzsLCwsLCwsLBIkAg/Hy6bl26RPz4fJ+O+nCCj+oyWJZOXytkTZ5UACAkKlaN7j0lYSJgs+3OF/DlohpJ5FgkHEAxY0mBFhhsilllY4qBkQ+BA7uAuCbkHQecJY6nlTv5izQaB5Q5IMNKRB9dAYBjrP84ZQseAGGIQDMTVw1IKayLqAuFAHrjscb3JA2IM4u5mgPSD2CE9f6kH5XMt5AJEgyeBBzgHuYEbYvfu3dViyz1ddOVTfywTsXwyMQghUCAfiXuHzLFEhNikDpSB+6SnnCFOsAaDFMGqif6pVKmSkj3vv/++xkqDVHIHvyGEsJrC0gmiCtKtd+/e8vXXX2tZkGSQa/QXdeN7dIBEQ/aQVVwHYYYcKQMZUl/O0Y4bgXaQljYzBgD9h+wMkeQO0nKO9kIMITMsJnF1ZnxicUYMvI8//ljJJgP66K233tJzEFzRkWXkTZnkw4f60/f0A+VBPFEe8e4gqUzfch5Z0AZkAQHFd8Y7FoKQVlgqMtbdQb9jhWj6EJlGB9pL+/hr6mPmFn3IPMFCDjd1SDBDjDMfqIe5FnA9bWPucA2xMr/77jslQKMDdeQa8kEelEv/kAflcI5j7nMdcBxZ8KG+5A/ZyTihXsgfGXIdLwUgI3F9xvKQv4Y4trAwsCSehYWFhYWFhYVFgsTOf3fK0qlLpVy9cvJc71bSrEtT2bdlv8wbNV8Jvk2LN8nsYXMkNChULkZEyvmQMLl8yVriJSRAZmB1R7w2LJUgBAzpgZUM5I5xmY0ObFbhbhGHlRSkEoSAO3AxxLoJ4gmyCKIE6y4AyQA5Y35DBGCxA6mIe1716tXVYhDLIggU48YIuQCBAAyJAOmANRAkQnTA2guykHZC/EBY8LkZIF0gh9gkAyIEggwrPgPKpi6UT1spnzoSiw9yB8smLNVwHcayimO4LmL9R53oB67DJdTd0ol8sNaDFMJdE2soykE+WF1BJmKJBlnlDsgcrPoonxhnEFZY4VEmJBKWgFgS0q+QtPRHdJaWAMINyzzkBUFD32JlBuGILOkP+h/C5kbA+gsiDzKK9LQTud0IEFJYnEHqQj5+//332i7GAfJlc4b33ntPx7AB5eCyibywlDNj5FYQXXlYZxprMc7TdghcxhnuzfQN1nmMEdJjrUh/GjCejTUaZCzxJ29lzHkCIg0CjPxpX9euXdWqz8R1BFjPuROElE3dkDvut1jUQdBFB/qffqF/yI923Y7sAPJhHWFukgdWrYxhxiEywe2b+c+Yol4QybdbhkX8hyXxLCwsLCwsLCwsEhzOn7sgO9bslEy5M0n+MoGS1CupZMieQUrXKin7tx6QPRv2yqYlm2X/lv2yZflWiQiPkFNHTyupN+7L8XoOQi8yIlJWzlwl4wdMkEnfTZaD2w/KxciLes30QTNk6o/TtByOWTz4gHyCOOEvijakG7vV4hKJ+yXEEIQeCjdkBkQP1lYo5hwzVj4GuM5CavTo0UPzgMR45pln1FUPQgArOo5jLcVGGbiQQkRAXkEmcQ5rMkgi3DwNsB4jjhfWQ9QR4ovNOCDJsEKCmILMgVyhXpABkBwQOpBl1NNY/xDHC2KD9lJf8sCaDpdQ6sMGC8bSijTuBAyAcOE8Lq9YsmEdiPxohwEbZkCccZ7YeUa+xLzDIoz4e5RFOyBdaDOWXhBR5MPO0vyGtHS38CMf2gYhwk6npIdkhVDDkg9SESs18nUH9aV83DchUnAZhixkExPKwWWUdlFvyuN6ynIHfU8cPMrG9RQSCNlDplJfiEDcOyGTIIkguxhbnmPEjBtIWSyvkBEkFOQjeUVH4lB32kCdGDdYNDIWsGSDOGO8kCeEMfHVIKYgGM3YNuQsH8YIRDMkMWVx3tSJjymftBynPyDxkC3l4U5OfQB/sbAkPiT9Qcw6xhiEJmQm/YpbKqQi/UTZxC6kTMhP5gnjiHpCnAJTX/KmfL4DU38IWPIiviIkLuMWV17GFiQdJDfuxswl/prr+JA38xjCFOtE3IIph9/IjDyQG7LGKpexyb6gHK9ataqODyMfUz93UIY5Zs4zzsiL8pgruNniwo5bM/MaWdEmZEQ/Wlh4IpEzqezrRIsHHtzsiQ0x/fXHpG6R7K6jFrGFUSt2yjO/RAWU5eEOcFMk5snJbWtlcffG4uMoPxaxh4uO4ljzi6kS4pdZ374bNwveZPLWuG+jUvJ6zaJ6zOBQ0Dm5ePmS65eId9IkksE3hfMA4zrwACA88pIcCw6T5MmSyPmIi5LBL7n+pYrezrEzYeGSLmVySZI44QX4RS4lPxon9Z54WhU7A76/9uor8ne3hlIpj33Yi2388Pcm6TxuhSxYsEAVMIJmd+70hvw97lMpXzK/K5VFbOGbwZPl7b5DdV3EAsMd9BGKdc9fe0r9VvXVZXbaz9OlQNlAKVWrlCpzIPTsORn2wTCp0qyyHN51RHat3S21Wj8iezbskfUL1ku15tXk6L5jcmjHIWn6RhPZu2mfLJu23DleRY45xw86x2s+XUPWL9ogm5dskRpPVZOcRXJKytRR7nEWMY+Duw9KqzKtpO2LbdW970Z48cUXlezA/TU6QGahyGMZgzskZBCkFsCtDVKF3xA3kBlYG3ENRBKWYpAPkF5mPKFqQV5AdACIAfI21nRY9QBIAvI21lrkac5zDuspSDgDSAusiqgjVjuGMOMYlns8F2A5xPWkgWSkLZwzrrbkiaUYJBV1xiII0gAiDEIFchKSAosj2gvRQH4QUsYqjfbxm/xom8kPIsI9xhrtJV/SGhdC8iA9rpbUl/ogP+pIOyBAkBXtpg1Y4VEnyqIuyAWQF1aMHIdkQd7Um/IgRdzlA6gfsiAviEUsCCkfkoXjgP6kPbjS4u4LuefeHkA96X/Koi6QT9SBa5En9eIYhBCEDGQuvzln+hm5UD51gVSF2CVP8nO3aIP4cQdtpHxIP9LyG/KONiAz2oxsISfJm/ZBIJEOGRkXTfoP+SNvCDX62owB017qZ8YS8uR6/hryjvIow4A8TR9ynDaQht/kQTnIiTHCeCAvZEaZjHvKJx1tYzwgI9IBY0EKgcqYZJ7Rh8iV/uJaSFkjc/Kgzbip0k7IYp6TiVVo5gWgLVxDvpCHzEVTN0NAGks85jnEHf1DO0z/kB/yJk/kApCDseLkHO1CfqSlnqSDhKU/OMa8o2zqQn0hGM04t7AwsCSeRZzAjUi8LUeC5ETI1VgjyZMllVI50kvSe6TkR166LPtOBSsB4uUsvMdDwqRAQJp4TSrcLol3+twF7ZfIi1GEEW/xcqfzkyxpYi6mQ6RT/vqDpyW7f0qJcMoJuRAhedKnSjDkzu2SeKRv/P1M7ZuMfikksfPQkzpFMmlfvYjOF35Hh3PhkbLzuPPgkiFVrBC1c7ceku7jluk8/2fnEXm7bknZePi0BDn1fihPJvnlny0yoEUlyZIAleHbJfFYEXceOyNHzl4NxE8fFs2aVtevBw1UcbtT39QpvCQg1X9j/wBkcDL0gs77rUfPOHPeT045v1M47cqS+v7EjLlVEo8+2LHnsBw9flrbClL6eEvRAjkdxSp2H9APHTkp585fkFzZAySpS9FwR3BomGzbdVCK3Ye63S1ui8Q7eVb+/Hm6FKpQUErUKOFKJRISFCLDeo+Qms/U0I0utq/aLnVfqCPrFqwXiLvGHRopuTdj8Ex5omtTWTVrtZw+cloqNqwopw6flH8mLpFmnR+Xnet2y+Gdh+Xx1xtbAu8eIyZJPAsLA0gn3HqxmmRjCUumxD1AChLHcty4cUomcl9ggwtr4WYRl2HdaS3iNCBu+s74Vz7+c7VM+HePjFu9Wz6dtVb+2nQ1eGt0OBgUKjOdNBAatwuu+WrOBpm+Yb/McvL4359r5IJ1kbkG/+w4Kh1HLZZhS7drvwxatEW+mbdBFfAbAXmuPXBSCaebgX7oMXG5LN55VEav3Cnfz9+k48Hi+oA4aFetiIx++REZ5XzqFcvh9MtGJcGvh82HT0v38ct0ztxrYHG34eApaVgip3SpXUxalM0rmVP7KBkccj5C0vsml8r5MknKOEYq3C8gsy/nrJcPpqzSefiHsz72/2u9TF2/T8JdBHt0YDxMc9JAlsUmmNP9Zv4rc7cedB25FlhpUq9PnTSbnHH51ril8u/+k87vtTLDWY8fdJwNPidf/DReen85UibMWCx/TFsknzu/p81dKRER0e+GCo6fPCNTZy+XU0HXBmW/G4yZulAGDp8h550xEh3Wbtotb378i5wNufGaHdeRPGVySZ0+tVrVEf/OYPf6PXLp4kXxz+TvOnIVWH0kTpJYPyDKnfainDpyStYv3CBH9hyT/GUDxSdVFKnM+xFjkWVhYRG3gEXURx99pLvFWgIvbgKLuebNm2tsRGIAvvPOO5bAs4jzsCSeRZwHbndNS+WWL56sJJ87n1erFpKxq3bJjmNn9TwWW5ADfCCHIDK2HT0jg//ZIvtOhUSlcRRak4b00QFrL85fcD6XnHwuORmVy5VBnnsov9bBnDflGKAs63VuRJ97nciHOnHeWMtwzCjZ5hxpKSPq2GX9bo6T1lxL2Sbd/YLTIimUKY30qFc6ql+eqKD1nLpu35U2m7pHtTtKQYeMm7vlkMqH9nBe2+dK4wnaiuVd9fxZpHnZPFdcMK/IxcnTgLQmP/c+dj/uLjcsLjlGXuRDnQF/TXr3fo4rSOLokkkSJ5ZkjgL6SMGsEhYRKcv3HNe2TFq7RzqNWSwvD1sg41bvkrOOgj965S5Zf/CUktaQLPxt//s/0nb4ApmwZo/Kx4A+g1T5eNpqJVY6OOn+dNIzv5bvPiYDF26Wbn8slT+cvCGKIN9fGb5Qvp67QQnYpU4a8oSQ+XvbYTkVev7K+HDUYErQsY7l1bfzNsqXs9fLG6MXy7sTliupAw6cDpWPnPLbjVgkPy3YLD8v2nLf58P9BNbCDUvk0HnY3/m84qyPszYecNbAqDgznuMfUbMu/rxwi1rFAff1KjpZkgfHzbwjfXRz0OQT1adX5w7XmuMXneNmWrmXa+Yff1h/+Uu5Kb2TytPl8yq5y2/yuFqPq2W4r8PaTrfyYxPeXsmkSZ1K8kWvl6V/r5fkpafryMz5q2T7nkN6/iL1PB+unwiXnPYcOCqDfp8pu/ZGBeWOpH0XnDTOJzry76Ijt4jISLngzCnyibzotDs86nu4K32Nh0pIs3oPSXLvZJqH5sf58KjzeXNmks4vNZE0qVLqNXw4T55YYRuYfKkr3+MavJJ7SWCZQNm3eb+snb9Ozjvr0pHdR2TtvLWSu1huSRvgL16OjCDs6JvrIWP2DOKXNpXUbv2IlH20tKR05JYoAbr8W1jER+DuiEeJRdwFL1LoR/OxsIjrSPIBkRktLB5wsEU4b09aVgiUfBmv7uyEYob1FtY6ZXJmUJdAX+eBe8muo6oIFsyURkYt36nWeliFHQ8Ok2z+KWX4su0yY+N+SZEsqRRw0mCZ0mvyShm/Zo/sdxTYMjnSK8lhAIk0fNkOJSYo77jzoM91KI0Ldxxx0meQsat3ST/n/JR1e1VZLJolrZIe383bKN/O36jlZU/rKxn8UigR8tb4ZUqa+DhKXQbf5PL13I1y8tx5yZchtbqi/rhgk2RNk9Kp83npPW21DFmyTQmSQpn91cURQmSo06bxa3bLyr3H1Z2M9NRvopMvSm1MYcOh0zLOKYcdm4hpAVAuCYQcdvKovFi54DXygiTd6FxTs2BWSePjpS58p8+Fy+KdR9TdD5Lgs1lr1UJvmiOLwIyp1OJr4MItcujMOSmUyV9CL0TK/6av0TSztxyU3On9JJObuxwyoL/KOv1+IChENhw8LWlTesvb45dr/yOf+dsOOeczOv2cRP7eflj7b/jy7bL/dKj2WWJHySLvdycul1Erd8qafSd0HHklTSx/rt8vn/+1Tiav3ev08WGtf/GsaZVoguiC5Dp6Nkz7A/IwtgEHwZgI9/aTF154QcwbYuJyEMi5VoHMUiF3Rj0GSP/7ip1SPFtaKeKMTeYK43ft/lM6Z1Kl8JLxq3dLncLZtf1/b3PGdc70+uDDeGxVIb/z4JNYRi7fIfWL5XDSJJEpzrypUSCrXg+Yc2v2n9D59rAz/ko715M+d/pUsutEsLrCtqoYKCWypZNfF29zFP9Lej0utKEXIqSsM++2HA0Sf6cfGxTLKd//vUldP5m3kHzMnWFLt0nlwMwywpmP1K1u0ezOWDulc7JoVn+dp0ed9K0q5pfhzvyg7k+Wya3EZVxHqDPmf1ywWQILF9MgyAa4UE+bOlXaPFRAsvtf3VENAm2eI1vmYMXcAVfWxwXOXOB7MUe2rEvvTlghY1ZFkbX5A9LIFGfMY7UX5pRXPldGWbj9iPSaskqPrdhzXKo48vdym+/rDpySgU69Jv67V0lTCNVNh4Kk/19rtXz6GBKOsYBlIFaBfsmTSZ4MqXQeszZD6ELc0teMD9aEkU5f9nfmIHVjfQl01n7quPdksJRz6jV780EdC1j+kj+Wvv+b/q/8tfmArhusM6Wdec451gNIX9Ze3LMZ46zHMQHW35mbD0mbNm00Dg4B5mfOmCFtWtSWrJnSuVLh0hMh8xevk3T+qdTNFqUwZcoUMn/JevF25m+h/NllxrxV8m7f32TstEWyces+yZ8nq0yauVQmTF8s58Mj9Lr5S9ZJ7y9Gyh/T/pFV63dIlQpFJZmbe/TajbvUym7irKXy88iZsm3XAbWs++Ln8bJg6Qap+XAJWbR8o2zZcUB8fJLLV4MmqWXgkD/myNzFa6VciUA5fvKsjJgwT0oUyS3Dxs2V4c5n4swlMnbqQvH28pICebPKwSMn5eOvRskvo2fJqnXbZc6itVq/FMmvDeod21i+ZqvMdurCukjcIXfgGkew+GpNqkn+ElGuzr7OnEmTMY2smfOvrP17nWxYtFEt6So1rKiWehec+zgx8djUIpEzDiOdMRtYOp+EOWsOrrX5y+aX7AWyyfEDx+VfJw+s8bIGZtUYeMcPnJALYeGaPplrnbS4NwgOCpYJAydImdJldIfRG4ENH9gE4HrWOMQxI24VscFwxbMf+7Ef+7GfhPXhhaXZ+ORBRLyPice27+wo4w4enAlaSfDUWwEiIrAlwSUJSmnfxsQ+rhcTD8Uey57SjvLftkohPUbgexQ/CK26RbPJr/9skxbl8qhSiWL3Y8sqShjxnXhbBMmHCHu0cDbZfSJYLXx+bFlZ46sZLN11TL6bv0FdEVEIIXEoD3IK9643ahZVUuLJMnn0GEpkxxpF1bIMhbZ7nZJKBDHbIBGxcmlXrbCSfNTj48blZPW+E7L1aJB0fqSYzHeUWUiwlyoXlL4z1kjGVCnk1aqFpd+MfyUglY80KZnTafcyeaxodq33GKecZI5SSp0gwtKl9JbnKsVcQPXbjYkHkTlm5S5tV850UYrynC0HNZ8e9UrJoh1HNCYXJBPKe/6A1Cqvl4YuUGLhteqFVeH39/GWIln8tT+LZ00nHWsWuRK7jViELX+Zp2l3HT/r9F2IPFM+r1qJda1dXPN+beQi6eTIEwKw15SV0rxMXo3t9pOj0NcskEUt0X5bvFXTQuhBZvRpWl78U3jJ+5NXysuOPH29k0rXsUulRdk88oTTv3xvWDyHVMgTIO9NXCFPlcvr/M4Z67H4IOBuNyZeo+9mSssK+aR52bxaX4gzCOKS2dJJs9K5dZwjXkjQmRsPyDdPPSznIyLlXaed3zrf82ZMJfO3HtZrlzppRjh99GfHx3RMmzIghSBMvmrxkKR15hbkeMns6ZTohBDl+FlnjnZx5i1jvVr+zDoHGP/vPlZKBv+zVc5HRuqcetbp3061ijlz95TGdYMU/nL2Ovm0WUWdC9S5gdMX383bpORPhxpF5O0Jy+Xpcvn0+C+Ltiph9Uvrqko6xnXcbky84PMR0tORf670vo48i105xpxjfXuiTG5dHyH8Iy5e1DH/ZfNKSv59OHW1sz6W0Pkyed0+KZEtrfbh66MWy2eO/CvmuUoQM5+xhnyzTgl9McL62NHpi4fyZtI82zlrV9IkidQy8qNGZZX0muLk+UmTcnL4zDklJl930mP5+cHUVWpNzYsZXOS7O3U4cy5cX1h0eqSo/HvgpCxw1sfXqhdRN++eDUrri5qyuTLoekGoA9pgXHOHPF9DiVzWE9bcXSfOahqui6lNkm41Jt6Zs6HS6/PhEpgnq7R/voEeOxtyTt1ri+bPKQ1qlZchY2dL1YrF5FzYBfnQOT6gd1sJPXdePv56lPTo2EJyZguQKbOWSalizOHE0rn3QOnf8+VryoGoe++zofJ2+yc13h1pOr/8uJJzlN+hTSNZv2W3HDx8Upo3rCKdev0krz3fUM9/4pTTsHZFyRyQVnr0GyK/ftFZvvttigQ7622nl5vIXwvWyMZt+6TvO8/L4NGzNI93OjSXvt+NVSJv4uCe4p86ZsjRO8XtxMQz4DnvfOh5ueSytsNCz5Bu3OvCnTGIZV0SZw5EXIiU5M49lmvCnDmZ3De5WnZEOOupcck117NrbaST3ttJb11q7y1iMiYem1qwMykknoWFhYVFwgMbrZQrV+6KkcSDhnhP4rG1+pQpU1y/ooBvfLVq1XT7cLZ3hmW9HhDP+vXr5YsvvtDt5D/88MMru/lYxB5uh8TD1W7AnPWqfD5bIZ+MX71HLXPYjALrqsnt66i1F4rXe/VKSc60fmqNhXUHVm/TN+6TQa2qKfEAICZGLN+u5EXfpuX1Qbz3lFVq0WRIvD6Pl3fK3CAXnAd2LPTyZ0wtjxXNIe1GLpRS2dPLiw8XUIULRRkia/rG/fJL62rq1tVh1D/SrFRuKZrFXz6ctlqJiCU7j0mOtL5SvUBmeXTAn6owkyduj6HhEdKnSXl5c9wy6VizqNQulFUtZSBPUMohISGxCmf+byyfO0VMkHhYwPy5YZ/0rF9GTjrKEiRRuCMPLHWwZvusWQVpO2yhlHDkjhKP4s3GBiGOAjRn80EpmzO9vOv0FyQBuB6J987EFTLAUeIhA5t8P0sJq4BUydU6DGskrLzID1fo7nVKqGXd5sNBctZRvqgzfZzU6Sss896pW1LjsOGeCVHFNZCETUvmktQ+3ur2CQEIMeluiRgbiAkS71BQqM6fto68UzlKZ49JK5z5ENVfWBl+1Lisuo9D4imhF3lR3nDGK9ZxyAhiNjoSD1Lu+2cqq7UVssuVzk+tJJkruHWeDDmvlqiQdsiP8YVFK/3x2+Jtt0zitSiXV9eDH+Zv1PPMHdrzWrUiOnfoT8bcoFaWxDMkXlBYuPSdvkbXqVYVAtUKkg0izoRdkD9W7VYCDDLsw6mr5P0GZdSaGQtarHF5QYKVXu9GZaVe0avrMCTed04f9HTSQ1P0dq6FZGNN6zxmidQunE0Ong7Vef9+/dJO/1+Qjs44evPR4prvqr3H5dunK6tVXuexS/TFBGOEvqtVMJu6wPKi5d3HSjrre7hT3vVJPEjgSa89KjucNQES/+unHtK4mVuOnJFeTtqzYRHyyfTVGoLhQSDxTp8JkU++GS0lC+eRFg2ryNx/1sn23Qfl9NkQGf/nYvnqw1fE1ye5Wrz17tpS8uXOLP+s2CSbtu/Xa6f+tUw+7v6c1Kl2layCxPtp+J/Sq8uz6ub6yVe/S8cXGklg7qzS9cOfpV7NcnLo6MkrJN6AQRP1fKHAHNLrs2FSMDC7FCuU+xoSD1KvXav6MmP+Ko2n9/l7L8p7nw6VR51yn25SXWYvXOOUOV0GffZGnCTxLOI+YnpjC3e3cQsLCwuLhIcH2XAr3puUcRNma+vOnTuri9kvv/yi3//55x/p2bOnbsVt0mE6GRYWph9M6fXN7Pnz+iA4ZsyYK2b1gO2t+e2e3uLBABYYxMWCBFuz76S6peL6hWWeIZpQNPlAYW8+clp+WbRFLeyy+vuohZg7s83Lc6y/TBw1xoUn9w3R06F6YXmkUDYlMgYv3irL9xxTooTfpCbWU8TFy2rxRVlXcnB9yebvq0QHLmKHz4Q6Sml6PU4e7Lib2sdLiYmXKhcSb5f7pnmvnyeDnyrIkJSQSe5WhA8CaO+6gyclg28KVcghV8xv3P+cJiqMoQLkA8o45AI7VWZKleKaPrkZEl2RDHBk7mTMP1xGcV3GgqtJyVxyLPi8kp4QG4wP4xZLfYgrBehq093kw67HjCN/pz8gTbH4gtCKK7gQeUnj4EGY4NaIBSeu31ihYsGJ1ejDeTOpeypIliSJumAS1w6im/H1YaOySpJCQtO3nth/OkRJWDbDOBR0Tq0p3ZHVP6VaWmF9RxosUDOnTqGk392AfmAe4dJL+7CIZXMHi6uAHDvlrJGM931OP30/f6NaZPKbdeVKb7omI+EFfnHmYvD5cMnmpGGtiw4kN7PO8zuZso5FxaKLWg84TlnMKdZG1lQdS3xc1zFnfbwJE+CjZH3J7Ol1/bwZeNHinkrLcM1nynCW5AcGJ06ekTNnQiRzxrSy58Ax+WHoVAkNOy9ZA9KJt3G/jBKGgjS/jJolIaFh6qqbId3V8BLXR9T6F/UtOlw9H9Vh/4WeN6dc8uPhVu+Fzn/i9EV/pYVF3ATj237sx37sx34S7udBRrwn8QAWKlgMEc/rueeeUxKvbdu2snz5cpk9e7acO3dOtm7dKu3bt1cLFj5sI7527VqZN2+e/Pzzz0rUsTV1ly5d5ODBg7JkyRJ54oknrqR/9dVXNRaVRewDpQzrO5TNncfPamB8yBgsfIId5RQFDpc9jgU5yitx9FJ6JdXfEH5Y80G0YcECQYGiCWFhwPVYtUEK4G6I1RbWW+6AsBi2bLuSTcSLCnD+kh7LL2I4QZBgnWbi3CVJlFgWbT+ibouQWli7UJ/ahbLJAue4b/JkkiV1Sq0PscUgIavnz+LUP1wtCqmjOygP0hKLQeL5JXXS32/Qfgga+gVLwbX7TzptCVCiALkXCEijMdcOnA7RGILoghA7xOGCxAsKuyC50/kpWcQumRqk3qU83i6QDUQABB4WlNRpz8koORJ7r7zLiofffEgP4brGqfOGQ6fk7+2HVEHFoix/xjRKBlZz+nnrkTNKGF+8fG1/PKggNtqQJVul1eB58uwvc5VE6/xIcSVmsGZlwwAs2SDBkP05Rzb+Kb20vcSNzOkc8/FOJi8O+VsJPeYFFnueRB7ziXh9xCd8KG+Axi1kR9kMfsmVI4AUxJKK+GqvjlioFmatK+aX5EmTKGmbOrmXc/NMpH3GMcrnOAR7gF8KnQ8Znb/eSRNrv3CeDyTgs+XzqWUXbWTzDGJFJmTQN6fd1kc2GmFdwdI4LPyiWroS9w5LTNY9PvQPcSSPnT2n1pdYYxJbjpcMWKy6r4+3CsrAGo/NMhhfmVL56BrHuMM6bs6WQ7r5CbETIYZKZkuvm1awQQ6x84h5ibvtnRBFrK+QucQUXeaUsdYp/35B71dBwbL/0HHZseeQTJ+/SpI7si9eKJeEObINOXdeKpQqIH6+PkqMsUGFX8oUktzbS46dDBLi6rHJROli+SRtGj85E3xO08U2eLjFynDp6q2y7+AxjYd35FjU5jIWFhYWFhYWFhb3DgmCxPNEunTp1CUQt9rNmzcr+fbtt9/Kn3/+KV5eXur7PHHiRBk4cKCcPXtW0xHvhLf7KVOmVBKvT58+SvLhWosV3vDhw2Xo0KHW/D6WgUKHMrhw+2F5Y8xieXPcUrUCwmULaylifeXLmEp6TFyhJFH94jlVmWODBKzAiOuFIlkwU2rpM32No6xekir5Mv+HJEPhbVE2r/y+YoeMWLZdra8g48ijSGZ/tWSC+MGNl2DukBuQF41K5JRc6XzVTZGNEKoGZlZCkZ1Uv523QTfYYLdI6ghQdAtnTiOPFsqmliso07iWYmXXacwSdRHD1QyFmzIgZQAWSA/lCVBio5SjFCe5jjVFbAFCDMtFYlLRLz8t2CTPlA9UghMirWbBLOrGR6w74slRb8gCNpWA8MT9uX7RHOqm9/vyHZqePLEiM6DNtBUCKrPTF4EBqa/0uW/yKOKGAPmMDywTX6pSSF02ce+E5KQuWdL4SNX8mdQdDoKjVqGszphKJLnS+ykZNHntHo1fGODno9dAMr7xSFF1C+0ydqnKn36OC5Z4jKcfn60if7xSW91L+bBbKTICEJTEixzofHo1KCM/PFtZLZ+wlPy6xUPyarXC6h455Pnq8rNzbbdHS8jg56LcziG63YFLLq6ylPHCwwW0X+oUySYfNCgraX2iLLmKOXNmQItK8ttz1eWTxuWdclIq4cZ8gOBLnzKFfPP0wzpfXni4oHSpVVyqO99xu2Ts92taQV0tyfv5hwoI8fUg8SD7ejUso+2gbdQlIceiYvwv2338yvqI6zl9xzzEDRpi/WtnLYKMJkYkJBMvBYhTOWvTQY0PCdnOxhXE6WT98QRyZzMaiD9eRhR0vqdxrmMuEQYgU+oU+lKlUclc8vmsdUoktq4UqLEqcVHHtfWnhZtk8rq9mn8WZ56R/vGSznGn3C9mr9c6kJ74oLjfszZCDrMu5HXK4BpIRkh/+hvrZc6TDstS1hZcfnmZwuZI92POUq+ADGlkyarN0qnXQOn+ya9KgHV7tZmkT5tKcmTNIJXKFNKNJg4fO6UbUFy6eFkyOdfky5VFZv69WtOVLJJXXVe37jggj1bFXfRaEj2Vr4+6xrLBhI/zKRSYXVI5axjEeP482SQgfRq14suXO4v4OfewK+ed+uXJkUnPQRyWLR7oXO8tubIHSPYsbByVWNL5+0mRAjnEJ4W3NKlbSTe76fbRIHUVzpA+td6TEyoObj8oZ46fkVNHTsuJgyeuxNe7XbBxxqGdhyX0TGiUpaNFrGPnzp2ycOFCdb82Hzas2bdvn2zZskW9cWIKxNvesWPHTT162ODt5MmTrl83BnmtWbNG875VREREyKpVqzQWIIYLnuA8OlNISIjryLVANuhH9wvMlUOHDmnfnThxQrZt2yaRkf/dvftOQHx1YqNHNx8pa9euXeqdxV9+32uwQQ9luY/D06dP6xiJDtQfXfd+66jBwcHqAReTsSbpl927d9+0r2k745O0dwvKpB13sw5QX/rwwIEDriO3BngJ1iDjGQiY73AS0c1bdyADyjx69OiVsUw9mPOsFbdyv2GemzWRcQXYBGjZsmXXrJdm7WGsInfPsWfq7JneHbRx//79N21XQkW8j4nXuHFjvfH++uuv1+xWhQVe8+bNNc5a165dZfTo0bqrHCQdg6p///66+x9xNWbOnHnFeo+YeAx+CD5irTAI58+fryRehw4d5JNPPrEx8+4BrhcTD6B0eo5iCAsDc97o8eo45HznOEBxcU/DXy73VPw5bq5xz4tjlOd53hAbJm/AMXMt1krA/RjguOcx9zxM2zhG+SYdOzuyeQbB29msIyZxuzHxgGmfAfU0MuEMVl+AY54yjGpi1HGTxpHAlesNjAwA5+kz8kVZ5WjUecrm+qtlAnc5Uox71rjZslMtcbbOXWAjgDU67nDDBaZtXONZp9gCdbidmHixAerkHhMP0jM2gVUlm2pg/QqZM5sNZhwZ1CmcTcdAXMftxsQDZny740brIzBzkuOkvV4ad5AGGXNUv/PP+RH13TUHnTz4DbjeZMERMzc5Fl16jnONSathCZy/pn5Raa4eA4xHvuOWjyVi+dwZlIiEtIcUNnFP7xa3GhMPUD/Pxy6IMANznvYqnC/aH67jpKW9l53fUWmiEnq6GbM+J0qUWNNEfUfe5BP1HVCNKDm6n3fJ0nWcWK6Ua9ICXJPp34XLN0hKn+RSonAe+fbXyXLg8An5sFsrPXY/cT9i4rGpxS/v/irFqhSVU4dO6Tit3foRSeEbtS7fDMh4+6odumFGCj8fmfDVBKnYsKIUfbiIJHYbHxbXR0zGxJswYYKG3THkR9WqVTXIORaoEG7kj74QE8ATCKW8evXqkjp19O7xeAy1a9dOnnnmGalTp47r6PUBUYHO8vHHH0uFChVcR28M2ooew7M2nkYZM17dvAigjL/zzjsaT9xTbijbn3/+ufj7+8trr73mOhq7gGRcvHixKvyQCpCw6GQx0U94ZzVt2lT1Qow63PH7778ruclu2JAh+fPnl8KFC7vO3hvQr+if7777riRPnlzX6g0bNihxi8eZJxg3PLvjkXY/g/TjxTZixAj1asuTJ4/r6N0BAxqI206dOun4ux6YQxjsICvG8N0AzgBvPvrBPHvfLiB7uZ6xwly9VXAPGzlypIYEY5NOAGHNevb999/fcNNO5sWbb76p+wG0aNFCxwKbf7Kzfvfu3XXH7hu5kLKuwI8w39lPAEIfuTP3mPeVKlVSwyfaVrJkSZ0Tffv2lWzZsslLL72kYxVAHNIG2kLIM/IpWrSovPLKK3q9AfoM85i6ZsqUyXXUwiDJBw5c3+MlRo0apW9mmjRpojvLGjDhIYaKFSumm1zAqvPAx8TEIo8BysTiZglrPWPGDClbtqySFgxwbnYsRpB33DQYwAx+FskHdReTuAzeLo0dO1ZaVghUKwp3oHig5Lh/3GHOGyXFnDa/zXeTxvz1BIdM/uZacyy68wYmz6jjroMOojsGojvmnoeBKR+LN3bgZEOABsVzSsGANNekiwkQfH7cmt36AGBuvCgdw4YNk7CTR+XFygXVRc8dpr7mc41MnM/V41Hf9bjru2mbexr36w1MOnOeFJo+6rTrfNQvc858DDgfVcbVD+6Do1fuUvJynu7GmljaPFRArXqAycPkfT+AUo3Lari3n94ozbqDwkH8z1oFMqs1U2wCaaR0ZIRlVGDGVP8ZE/caXkkTq5s2c8JY/1UvkEX7Lz4gNDxSd3INLFxMlQkDHnSmTZ2qYxTLSXeY8e3+cYc5b8a+GdPmuPt3zzTu0OPu310/3NPzx9TBdUjB16vHr5fedcz56G/XXz3mOu9+DJjv7FwMsTxp7R5ZtuuYWvLVK5Y9xjY7YbfdmZsP6YMwLwN5cTjTeWZo06K2WrW5g3pChrl/3GHOX2mTqw3muPt3zzTuiDru/v3qte4f92Pu3/nlKV8DjkP27dp3RPp+O1YWrdgoazftlmeaVJcC+bJfk/Z+YPmarTJ70VpdFzNnzuw6GgWIiCFDhki1JtUkf4koghVC9KKz5l+MJKzDZSUwaQMWcXrOdRwyjb+XIi9dc1wJz4uXZPVfqyVrYFbJXTy3ZM6TSfwDohRK8uG8ytFJG1157Go7f9Q8OXsiWPKVziup06eWLPmySAq/FHot6ZG56Xe99mJUHTRv13H3vGESExIBGBwULBMGTpAypctc89I+OkyePFmf2QMCrn3pYVCoUCGpUaOGEjZY20DakR6SBosTlOZp06ZJrly5lDiYO3eufPfdd/L3339rnijGkPmzZs1SfYK+YYM8wvKgwBYoUECPAQwDGJeQZugshPCBjCGNr2/Ueo6OwSZ9KLqMGcqCDKE+1BW9hHHNCx3yQuGdPn26EtZYaP3000/67GZIQgiNr776SgkQ0mfIkEHrt2LFCqlbt66UKVNGlXQID8IKDRgwQMvCagi5oBd98803Gi+cY+RHXjx/QPChT/3444/aXs5RbwP0LcgG0kN+kR6ZkB/HsLwpWLCgpuXFMeQgZbO2TnXuc1jsQF6grx07dkyJgPHjx2uZEHZYCkHA0hbyhdyin5Ah/UEaiAOANdWXX36p+iBWjsicv0a+R44cUTKC/LNnz666H1ZFECX0B2XMmTNHli5dqsdoa9q0abXfIBAhKhgL+fLl076lPb/99pves9ExycuMC1M+cqeu6DyQG2nSpFF5+fn5aXtoA9fTr4w7xlzOnDnVug3ZlSpVSvVS5AkBgqyoI+kxSmGzxsDAwCtjCzCeIWeQKW1EXshk0qRJOhaN7BlHyJP2uF9PO/r166fXc//jemQC0UX/Uj79wzH0aWSJVxz9zZhlDkCSM9bwhENO6OK0if5HZ2dM0B+mb8iPfmQMUo6ZB8S+RzdH7sgTQglZQMyz6zSbVELKA+YSYxByDzKWtpEPhjrkTz4cg5g1xBPjGjkzN+AEzLM35VA2H9Me+gcZ0me0G4KZ9jB/OI88IPHpL+TMWKMNPMMjF/qKdjMmWLNoO/UhH9rA+EPuyIcXAXAdxruQcllj4D6Yo5BpyBd9mj5hTrK+kS+6HGMOPgQjp6+//lrnFf3IeAa0nzUFGTK2MZKiLNLRn9SVOjds2FDzZ7wzbphj9JNZUwBjhDIhFNEredlG3tyvzT0bi0PkR/1Zz5gntJ31kXpTN0Oos0bDybBOI2fOsabFdyScu7sbYKIxGWcScFNj8MOGY4H3/vvv6wBhsTRwZ6UZxCxG3PxYEFlYucZa31ncLxBfD5fet+qUkEp5Ml6xQrG4c6TzTS7t2en00RLSpVYx+aBhGXUxtLgxeGDAzbxmAUf5dO0iHNvApRKyv1XFQGE329gmEi0ePOQPSKM7TWN91935yyYZhpC3uDNgEVilQlH5sFtLeeXZx+Tzni9JjYeKX0OixgWgxB3aeUgmfecoMh8Ml5GfjJI9G/YoETZj8EyZ8sNUGeocH913jLrLhpwOkb+GzZZxX46X0Z+OlTHO58DWA5oPgDzbv2W/7F6/W63zdq7ZKb+9P1SG9R4hC/5YKOdDz8vBHU55307WfLW8jXtl5787nXL3yraV22TTP5tk89ItcuLACQk9c04WjlskQ3oNkxEfjdC6gZUzVsq4AeOd63+XX975VZZMWqpE4IFtB2TMZ2Nl+EcjZeK3kyTYqa9FzAJlF4sTdAOIPBRLCBesWyDi0CE4hjJZokQJJTxQviH3Hn74YSV/IEoMMDRAGUehh5zBKgfrnnXr1mlZ7kB/oUzKwToFhRpvIEgmiAUUa8gLFGrGJPoNpAhEgLtlHaQRREK9evWUPIAEoW4ozCjbhpjA6hBiBmIIcgO9Cd0HggAZYOhAvTlepEgRJQYgLckTMhArQJRziEIDSALIKSz+UOoh3CC2IPcaNGigsoBsQE+jXViRYZ2Dkg5hQL3Rxagz5BMECHWCXEQGlAUZAoEDUQZJAokB4QCZAokDkCUEGLJu2bKlpsPSCPKKukDQQNhCJAAs36gbZAnlozOSjj7GIATygf6jDnh/kT8yoM580B05j1UfpCRlkzdkmCmfawF9h0whkiAluY7yaDtjh7EHcUZ/Q2pCziEL5EY+9BmEDP3JeKEuEGKQ2+TFxx2MB4gYSCAIFj4QgJQBKYMc+M15iDT6hfoZMKYhTehTxhztNYQ3oG6MJfqDccScoO2ME9pO3tSdMc93SB3ygXh77LHHrsiOfBkLED8QZRBSyB7SiPJpB2OBMcO4Y8xAznGMtnvOJ8YhYxkSFOtTCCeuYU6RN9fQ55RNX1DHZ599Vq91bz/5IhPmI+2hnuRBn9Ee5hR5UxZjApKSfiIPxhIGQIxb+gpZsn6QDpKaviQf/nKMcUZ7SA+pSD9j6caYoW94eUB7OA4JSTkcY05XqVJFy3MHc5b0zFXGF+3gO+Qxa5lJD2HGGKFcSEbaSn3YT8DT2hXimH6m3ronJugAAP/0SURBVNGBsQH/AjkKaFO3bt2usc5kXaQPWHtoL/XiL+MBopR5YUC9IRBpH3WkfqyD8R0JQrthADIhzELKzZY3L9xwMF9nEsGgs9ixOJCWmxDMLpOCN1cop0wOblbmBsIixHkGGYs76WHmLSxiE+hMGfxSaJyw+0WcxEcQY6tU9nQad4/YYRYWFnETvNhgcww20SBOInH0LO4eXs79hg02+BTMm028vOIeMYqV3P4tByRHoRxS75V6arm2ffUOfbY7tOOQBB0/Iw3b1Rf/TP7yz4TFci74nBzZc1QuhF2Qas2rStrMaWXJ5KUSGhSq+WEJF3QsSM6cOCOHdx/Rax5qXFHqtKmtBODpo0FK8uUsnFPqt3XKc8bmDqe8PMXzSPaC2SWwdD7Jmj+rnDhwXMKCw2THmh2yd+NeqftCHU2z4I9Fcu7sOadeQXJ8/wmp/0p9KfVICdnx7w4l/TYs3KB1bdiugfim8dV81LfXIsaAroCyCHmDPgCpAxmF/oC+ALkAGUOMbYgl9IWgoCC1aOE8yimkhjsYbwA9AsIFQg3XfE/PHggfiBIIKnQXdA6ICAgRjkEGsNEe+g35QCRiBQMRY9zUKANShDIg8WgHij7kFso4CrUxXqCukD/oSrQZIhDLQ0gU2kPbOA8RBonCeUgVyDiOUT/KQ6cyoB7oTBAfpp2QPcaC7f/s3QWgXcW1BuCFxEOw4BLcU9y1uBV/FCvFKcWLFnd3LVqgxYtLcGuR4lLcSYCQECAuBHjnm9wJm8NNSEICuTfzh8M9Z+/ZM2vWyJ71z5oZS+4QdMg5xKd0LfNFzGVPnnogh9wH6XpOfMgg8ckfnctrXtIH9E5G+bBclmyIJB6MCAredUidEUFc8i09pAcgGtiaCCCkF28kZBUSxIou250gXRCA2W7M6fPOAvmUJ/onO68rZJ16JX/KSF4QNQhaadIpSIsjCs9R5bTlllumekTPypGsCM0qoSUM0oU89q1TXtJRlmxd3mrKnVz0yu4VLgOZSP/06TqPxFynMzxLbvpSzohC8itf5ZRJa+0LQYzgoSdxc5RRnxGrSB11Xh0lZ9Y//dKPOqhtSIM3H8JIPdM2PFuFMAg/5awe5/ZX1Zf4xYs8pQvlR+aqsw/dk58c8q3NIf6UK69H+fE3E6V0q/z1EWTTT9CBOo9nUA+1RbrORKD2KZy64DvCmR4Q6fImL8qVLOol/dCnuojUV6d9MnGWoUz0S7zX8B/SVve1YURZ3kMQDyLfvPAQrAceeGCccMIJw4nnKoQlQ5XorEK5VZ2fyIr4y21Im0Agq9c8NkH9W3311dMqFOWjXSgvQJDKt3zIjzbb2B57zQ0TBImHyeaymSuwfSVUVnsJ6KB0GEsuuWRi8DHxZoVc03ly59QB61ix4Bhnbp1Ya+65G2+8capkGrl0qp1aQUFBQUFBQUHB+IkWrVrEbAt1isEDBserj78aX332ZSLJoGWbVjF759limpmnSWG+qN2zdLVmpcX8y8wfs8w7c8y31HzR94u+0ferH3q8OZCk+/vdE9k320Kzp2W2SDvLbMU5aMCgePWJV+PLHl+l9CZtMWn6TFL7kAkG1Z59/+X3o+NMHWPm2vP22+v3Zd9EDjJ6pp11mphsqvbRYeoOMXTw0GQ4TT1zx+j25sdpaa/rU89YM4CKc/5YBd0jDJASjE3GP4KI5w9jmdcN4xuEYVwi9njxIM+QbWyQKsSHNNh0002T55wle0iDbKRmIBg4IliGiKDLBjRjXVrAwGfMMnSRCgxx9kkGeRjXCATwVzr1pAsgIRjc5BMOsYCQtNwwLw+tP2yD8U1+HlC8zeoNeXYTIgHBwntGPtlaPJ54KiERMiEkD/TN4Gecj2jVkzDqfz0QCYgHThg8AOk4Q17IQl/S5b0jnPKUbiYiMtklDb9/CsLTmXyIQ1z0KD/5Ws4T4g45kdPPunRffoVFViCZEMbsTXar6+ICZVOFOpnT8EGOkFv55evVsiartC1vVCZs34xcp5Q5gkfd5OGkjiOiMnh88Y6SD3VSOu772xikz17OYbKOIMvt47r8+Y4YVOct6c3endV8yLfyQ4S5T6+ISfmTD/HUe4whwXizWZ4rbnU3o6qvKrnnt7LzN0Pa2jhikg7cV07SFc5H+jk/4s3lJIwPXSCeMiHII4+ukYbymeNRluJRT8XhWemJV92jf32Ntoc4xGG47pmcTmMQV45TXDn/uVzoESGKvNS+tX9EMe6knjAjrzatH2oM+kd1OZcf/SLykcMZ8pnzneEa2dR9smYoG962PBmRpyPbX7Q5odmTeDZc9LLjqs292UdnpRPQeaoQXiZc3e0n4aNyerHY+FIn6mVi2ax79gzQ6XNNzeF9F37nnXdOTHhBQUFBQUFBQcH4DQTak3f8Nz77sEfyXJt8GgP/iuHJxqj9RMoNO4Bk2L1E5tXAyEj70aVfPwQDiGfed98NCzv066HR76t+yXOvx0fD0psipdeAukjyT0aVH8ngqcU5IkzactJ0EMaKmy4fU0w3Rbz5zJvx7H3PDzeUCsYNTOqb+N9zzz3TvpiIAgZzhol/RAqbY6+99koeVozpKpQxkoRhytPFEjckRT2Jx/Bl4PNGceBeNnSRPDx7kHXIGAa8NHjgIQwRAgxdYMQjYaSH4ENAIjwY7fUgt/CWQvJ2QRB4hsHMIcIhCkgHYGwjCyyDFZfDC9Zbb70f5cHST7YVRwr55OljOSSPJHYXYsDz9MazCAmIPJIHoAOEieV8mWCoB1mk6740eDPRjXLKQArx+GPjObCD7ulSeSIr5BVxRlZAHtA3Qgv5g3CQ30x05HwiKHhCSpPeeC2Jo16/ykP6PLDkW/pIqAxeSeRFLPHskg556GpkQNwiyMgpfvYrnY0I7vHec9ijpdzSSn1OBdJEiNk+ipcW0og8kPXIcys7utBjJnyVH08++fVM1pNyQbggLtVFeqPjEUGeyKlOOcRBnRVXrneIHfri3XfkkUemMuDJp70pC/VFOlVYhecaBx5tU7ttrL/UlsSjPJUHsq7qtOO+emQZqvYrbTqq12M9EGPKVLkja+mEt5864dBNS0fBb3VeWyGvtm7pqTyrh/RIvxyK5NmSX+1PXVYeuT5KS32sRy4XaSsv6eQl+fQM9CxtfIe2JJw05VP+hXXNRznpL3gOgnzme8pKG6dHS45dQ+TjUtQXkJb6IH+531LP6Ei86qw+j359yI2szH2SPMuPtBorz+aCZk/iqUD2H6h+uA1rbBk6DY0z3/Pd3hZcXjUIL7AcjxenisU11m97UnhBcknnzlp1ry0oKCgoKCgoKBg/YQ+7AX36R8eZpo6Z5pox+n3Vv3ZtaDIMvh48JO1t92X3L9MS2JnmmikRZWCZq3tvP/d2TDvrtMlbrgrLZB1M0aptq3jzmbeiZ7fPo8ul96Tv/Xv3Tx5y7ltimw6pYPRO3i7tozdk0DDPn5ZtWsbcS8ydnn33pffi9adej8mmaJ/kbAz223v67qfjy8++TEtvyTS4f+PLmQp+GgxbREQ2Yv02xve7es8SSTbF0UcfHSeeeOLwJV0+jFF2xBZbbJE8fpAcyCEGaAYbg10hLp5QlvcJI94q8WOZoFVBllHauF56jHOGL/KQgeuESB5t4mfMI2Qs60Q+IFIyqcDW4XHF0YGBjYARlqxkzmAcW8KGCOJ9J15kDiMZ8WWFEoKBgY0w4E2D4ELsIemQYRwlqoSH5XG8d5xEiVCQNvktS7YUmGGPoGBTIRHpw95o8mo5pX3tDj300KR/RBdPukwq0b0yoiekh0373RdOPqr6RBAgbWz4TxZeS0gUy5Xp0h5dyAllJ7/KyFJGRAayS5rKjA2YCQky0SOnDh5h9EunygC5lh09XBOf+NUZ5AM9VUlGYekBGSE8Ig2JKB7PZk8j6fmQh27Zp8rosMMOSw4q5FOO7itbYareWOLioZidVdQvHmDSz/Ii7uhL/eJ1hzARH9Apb0eel+KgR7B0Vd1Sfjy16FA+5IdHKrINgbfddtulfKkH2YtUWdKtfEF+Vh3glONMTumod+qk9oLIQvAhucWJTKYHhBYCz2mu6mbVTle/xMlBxwERyp8HmfSq+qIHJLPwyh6JrRzICXTDwQdJJr9ITe2hmh91MOdH3yB+9RQpjnCTrrqGV9BOkYp0mkk9vIQ2pZ7RP49e+ZWv7HlIF3gK5ajuIdvUK/XbkvtTTjklpU/fWXYySYNnnT5DuSFB/UaI0TtoK+KWHyfN0rEJAHWdjpDQvsu/NqVNk5FcSHi/3XNohjSF5VTlmjwof31ehjjVf/2WchC/fsNkiXzTr/5SO5NHPA39ID/1lXTIaxnp11wxUW3gUKboCsZ72GjWi7XLXuvE2gvO0nC14JeCU1q3uuyhtHTCwAp0kAZUvd56KZ44aMN0GmjBL4dvvv0uVj3jzug32Qxpw908KDOQ4X5/0gaLxl6rfn8iXEHTR4++A2ORY2+KdTfbMs2GZvj+5z/tGo/u/7tYdo7GT1ssGHe48NHXYt+bnkl7zzCGzCjvu8/e8ehNp8RSi/xw/5mCcY9zL789Dj7pqtQvMn6qUEa2VTni70fEen9YL117+dFX4tl7n4t2U7SL6TpNGwP7DYzlNlg2bj7rlkSwWebaceaOsewGy6Tvt5xza+399120at2y9kz7WHHTFaLD1JNFl8vujTl+M3vaE4933hJrLR4fvd41Hr3hsWjZqkXM3nn2WHKdJeLNZ9+K5+59PtrX0pu2Ib0VNlk+3n3xvXjtiddi/mXmi25vfRwLLLtAzDzPTMlzD4nXbvK2sfxGy6W9856559nkRei3wyxee/L1WG7DZRMp6ACNwQOHpPBrbb9mOul2QsDH738cf1j8D7HLjrukUwpHhh133DF58/yUVxPCgScIw5/Ry7OD54jfvK/cY5wjrXw3LkLkIGcQBu6B64x08SE9qkSCawxU73DPSMPzwlQJNUQYsiB/B8awZ4V1jRyMbTL4jXzgqCBez1ZJrGr4TNYgBMlcTVc+c3rkIidyRrp04re/0hHOb8+IW3quey6nTRc5n55DIkGWR9gst3SE9V1ehc/eOq6JkxnrgxTxvGd8F5+0ECuIA6QjUqcKz4lPOHJ7zjVpZlmQFso250E5yh990pO/wmcvLuFcE28ub/lBOJFfGr7nZ+vTr8J1+fC8754jD92TwXVy0qV0yIE0oYPswSSM+/SFvPEsOaWX4Zq4wXX3pUfGLJN6L4x4xCmfGdX0pAHiIbu06cZz4hJO/OLw3bNZR8L67bv0yJDDSU8cCEFyiT+Hzfp3LcfptzpTLU/6Bs9kCOs+aEfCgfTq9eW7+MWtLKvtGMST03ZvRPkRTp7VD+n5Kz3yAj0LL5/icU84+qQDH20ceKVJT33QdnN+cx3NeRXOPXFlXWXk9NQdz3leWHVN+Cqq+iKfMMJqF/KXIS73q+FB2mRyj0z5mcbS4rWLIF9hvvniuPPOi7122y1mr+W73eyzR+uaXgZ98EHUKlW0nnHGGNq1a/SuyRDTTx/ta+XUqhZv/5o+Wtb01qKm61qiI/Vkb4ooJF5Bk0Ah8X5dFBJv/EMh8SY8FBJv/EQh8cYvjC6JZ8nstw1LXhlmfjNkrj722kTKLb/xcsngQMz17tk7kXgLrbBQLLbGsE3S3QNLZ6tLYlNcNWQjxe8cf3164jYc98nXxOV7vg7D0/K74bn0u5Z29bt/kMNPCBgXJF5B0wZigRcQwsTS4kx8FBQUjP9A8lm6PNcbb8SXQ4bEnDPOGJPzrOvcGUsY8cQTEQ6DcaqtA2jYQYsv7nSXCMThsstGfPih9eBOv/FCbIi5eWDCebsXFBQUFBQUFBQUVDHRMLIrEXWItontcTdRtGg5aTqt1icTZLUAyRvP7/xMRnrO8w2fjGrcCY2kly7Xvlev5fD5uk9G9Tmo/14fvqBgQgTPJie0WqZYCLyCgqYF3nycRWZfb71YrGXLmBwxt9FG2L2Il16K2s3kiRePPhqx5JIR88wT8cADEQ4OWmGFiMcf57I7jOhrhu/D4olX0CSQPfEu/+PKsdp8MzVcLfilcMfLH8ae1z1RPPHGI/yUJ94Bqy0QOy4/b7pW0DzAE+93590T6/3fVo164l2z02qx1GzD9i8p+OVw9X/fiaO7vFQ88cYTjLYnXiMwNP7iky+iVbtW6QCKDAda2HOu7WRto81k3y9HKvj1MS498Sx5zMsIM7maYRmaT/0y1HEFaVmeZs+onB6PFUvRGpNvTGG/MuOK+iWeYEmhpYWWwo6t9MYWLDvMy07HN9kKCgrGALzZndysv6v1e4nEq7XzmG466/B1SDYNdTR0xBdf2OjReuiInj2HLaP1aYYoJN5YABXaPNKmrDZhtOHkz32RW/PvtJq8+a1TZbiD2yQy7zcwtmFzTSfSgIHAfPPNN97MXNmc1ka8E3/zdbSadMSnFxWMG3zz3bcxdOKW6fhuG/tCJvG6vfpcnLvF8qVcfmEg8fb715Mx8TSdfkDi6SuUS9+vvoh2Lb8/Ia+geaDP4KGx+x57xJlnntlwJdJphDZbbhHfREuzjgW/KL6u9YUt2k6WNlxHGmUS78yjdon55y7bP/zSuPHO/8Tfb3jwZ5F4BU0P45LEO/vss9P+UnkT/ipsGO+zR61ftiH+uIa0brjhhnS4wyyzDOtfbr755iSXd789p34uEIVO2bTRvEP+6mFM/tRTTw0/YGJ8glN977zzznSQhcMPikdqQUFBc0Qh8cYCbFzpJBinKhk4+FvdMHJ0oDhs4njGGWekmT8vUTNeTmJxapETqRCFYxtObzEAcWIQGBhIe9NNNx2+EeivCScLORHJceDjEt99MzQGPXJbfNf/+5O0MlrMv3i0mLtzw6+mge+G1vLz6A/zM9HkU0Xr5daOiVp8v8HxqCCfEub0IkDiWaZgMPltTW8FvwYmirXWXjsN4HM7NXuuP0LKNyV881nXGPLSk/HdoGGbKyfUBt8t5lssJp1jgZioDMQTvFuchu40uAwn6Tkl0IlyBb8OnJTmFDynojmF0jjAu7s4gvzyMKo1hmHIO22wikLiNV+MbRKPN9c999yTJumdeOkER6c12qPJpL2+mOct8t4G7AceeGA6pfbRRx+NTz/9NE2GI8B4zOX4nN5qnzbvZycq8hQTl5MVnZLpOoIMjPkRUU5DRUjziPPbeP2qq66KY445JnnDOb1RWpaeic9JtDaTt68j28FJmNqCEzydqIl0czJoYw4BnAfkh6efU26dqrrWWmula0571b8tvvji8fe//z3pgZ2AuEQscj7Q7ryfqnE7wZJO5J/9Ym86G/k7edN4Zckll0wnb9JZzrs4xCsNJ3367pp8sVPIkk/OZR+IX5xLL710Ol3zgQceSCfjOk21MU/CgoKCgqaOZk/iecEBN3gvNDArkw3efCqM+/5Cfvm4lzckzqe5ZLjuPvWJ11HMPCFOO+20dFS4NHx4z4G4ha/Gk9OGHNZvLyjkmRen46Ad7+wFzG3dEddOqpHuiOTLafntfk7D7/qTX0BYxzyT27HRBhIIMy9rx5Nnb8AJAd/16xO99t0wvun+YwKk/XYHRbtNd2n41TTwbb/e8cU+tfx81rXhSq2uzD5/THXqjTFRq5+3FEgdNEgygMx17Kcw5OWnYvB/7orvBg1suPI9Jp1tnmi9+mYxcYdhJ5WNLoZ+8GYMfPBf8V3vLxuu1FCr762WWTNaLbFyrZE1Pw8l/ZaZZrPlTX3ZyOBnHoq+Fx4Z3/T8pOFK7QVVq6Pttt4n2m2w/bB9LQoKmgA++eST5KXSr2f36Hf1WfFd394Nd75HmzU3jxYLLdXw69dAbezy4dsx8O6r47uBw04VzJh0roWizWqbxkTtfnjyXlMCsgIxgNyoopB4zRdjk8QzpkEo3XTTTYko8hdh52N7F8TTc889l8bJxujIvn322ScRWf/+978TkWTcjtjfZJNNUpxIql133TURUsgsxJiVDZbCskkQ/7fddlsitsQrzv322y8eeeSR4adgGq+TAYnH5hDe+/+VV15JYYwJ7rjjjvj973+fyC/xC3/BBRck0vDVV19NRNhZZ50VHTt2THFmmHQwAWhcJ04TtCZu2SfGebPOOms8+eSTseyyy6YJI4TkX/7yl3jhhRcSQWc5MTKNzMJAz54945JLLknjE6Tnww8/HCeddFI88cQTafKJDJ61Zx1iEMHIbjFpzPYwOUUWaa2yyirJPqNf16w6oFtxKS/pc4IgEziN9ogjjhg+8VxQUFDQnNDsSTyduZebPaLMFHlJIanMYJk592LzovZy8kJBciHOvGwsiXncpog1mN057rjj0kwXmB06/fTT04yYWS5LNtxH4pllOuigg9J1LxEzU158vnN133333dML7eKLL04zUWBG6eCDD05E25577plehEg7L10vPC9c8R1yyCHpr5ktBJuXFyyzzDJx7LHHppeYPbHk20tUfAYAXOPJtf/++w8fDGQYFBgQmLGStnDSNKiQ7oRG4n11/J9+QHpltN3sT9F23a0bfjUNIPF6H7drfNPj44YrEZPMMldMcciFMVGrcbMse4SodTUD7rk2+l15anzXv0/Dxe/RcrGVosOfj4lJphuz5WeDn3s0+l54RK3sujVcqXVwLVtHuy33jHYb71TLeNmzb3wGL7x+V58R337eveHKMBKvzYbbR9s1Ni8kXkGTw7e9Potee/8uvu3dq+HK9+iw10nRZo3/a/j1K+C7b2PwC/+J3qfs9SPP81bLrhkddjsmJp6y+e2vWEi85ouxSeIhug477LA0/kWW8ThDMG2++ebJC8xYG0nHbkAkdenSJY27EVBIOOPsv/3tb8nO2GuvvVKcSLx99903jbHZFCbNLUdFTNkS4YADDkhjdXYI5wBkGM8/pBoicbbZZksrf8Rz7rnnJg8/NoX9oq3eYc4h8V577bWUf7ZN9iBEFJKDnLZFaYzEE+/RRx8dG264YXIYYMfw+EZYItrIdcUVVySCnF7YFuyObt26JaKP7PK8/vrrpziAfZFtKx6IliXTF9uH5yKy0/LXd999NzkTWG3E9hAnm41nIgcDhCdvRF6A9I/wlCd6RhLygERW8iCcf/75UznQAQ9H9l9BQUFBc0OzJ/G8SLzIEGn5ReaFssEGG6SXDdLNy4y7tfteEF6IJ598ciLDvIC9FLm7m9HyUvAbEWem3TOIMi8cLxvx8aDbeOON00wbkpBLvAMBzIwZACDzvHSQcF7KZoq5g5tZMrBwnSu4TVm9PL1Iveyl5Z6Xu4GA2a+qfNzjyU0WgwQvMS82L08vSEtRb7zxxvSC9cKtwoyWgYoXvtOcyO4FS0/i/7XRt2/flEck7LhGIphquvsRWrSKiVo3vY2sG8vPRJNN0fDtl8Xg/z4QA++9/odLJhvQYt6Fo+0G29UMx2kbrowevn7zxRhwxxXx7Rc9G64g8VpF69U2idbLrztsQ9SC8RfffhPfDazVi9rfKhLZ3PIXJpwLfnUwzky4Nbbkq6mgkHjjHwqJ13wxNkk8hJRxvrqyzTbbpEl9hNTCCy+cCDSwzNa43H7NmcQzlkZUGUcbixv3Z88wJJlxNRLL2Ny4HjloUv+yyy5LJBsvOuQYu4D3G2KL3YL04m1mSSnPv8MPPzwRbbzMkFzSzCTee++9l2wBJCNHBE4K7smv+m+lTWMkHhsGkWhCn2PAiSeemDz92RC8D9kevIzZSJnEO+qooxIByWYRjp0hjkziIf/YReTQl8sLAs6WA2TUx5MNYUcHF110Uer76f+EE05IhKO02DPsEtv+8NhjD/Bo5PxArw53QhKyo+gD5HGBBRZIdkxBQUFBc8MEQeJZnurlxfuOK7kXJ1dwMz5mdhBjiDd/vTgRbGbHuHd7xgsW8ebF4YUqjM1t7TXh5WTWyH33RoXEM3gwu2b5rJeWl6QXlX0v/vCHPyR3cHJ7WZtdsyR47bXXToMFLyVxkY+bvhco+bzIzJD58NSTvnjFTw4vS9514qvfsw9BZjmwgUl2yUcS2u/MrJ/n87LgXwvyTDfjek+8gnEM3U3NeGys05mo9q9WmYd9xgQp7u9qcf8wdu0jJioEXkFBU4IJrltvvfVHe5o1JRQSb/xDIfGaL8a2J57DgxBXVrAYY5tYN2lvzMxjjRcarzDjeiSeOBFkxur2wvMc0s94Gn6KxLN0VZpHHnlkmmi3PNezVgCR0/icnbLDDjukZa8ILeSeSXtLe0dE4iG2TOTLLzmNpxsj8Yyv2TycGUz2i5/HoMl99givPKuBeLplEo8sZGIvIBctX0V6ZhIPqXnOOeckYpB8Vix5xuof8iDxLJWlb3lClvruObYQBwdxWn1Ef7wPeUR6P7B/rDhC5rF3lIv4XbccWfkoBx56BQUFBc0NEwSJZ+krgg25ZnbHi/Huu+9OpJaZLuScl4mXK8IMIefFaBbIy8YMkL0hzLZxr7fMFYnmpe7lguhCnuU98Roj8biCIwW97JFR66yzTiLmvEjt/ZAhLUtpvZSRhF7oZrIyiWcJr2W49okgPzLRM0i4TOpZ2ktWs2UGMmYE5RF5V0/iGaDIm5kz+8dIB5nnZW7w4b4XuesGL78WzALKz7YHbhtzdZ6r4WpBQUFBQXPDsw8/G/f8855EuDAimyoKiTf+oZB4zRdjk8QzrjaxzhvNRD0vL55vCCOEm/G4sTViyZjaWB+hxMZAktkKRxzIJIQfos6hEWwHnmHG1zz92BCINwQW8gshxg5BSiGu2AFIOSScMbhxOpvi6quvTraKMLzgpMUrL6+8QQ7aU8+WO1bzIOeQYz7CsGXYQfRg4h7YMuLiWUdeYdlQPAqtPBI/2SyntbyXfYLcc5AGGWeaaaakJ6uWEJTgWbaUvfGsiPKXfSQvDuSSBh3ZKxDByCZzqJ/4eQPStTgtk2VDsV3YZ7z6LGnefvvtk6OG/f/yiip65aiB0PNBLhYUFBQ0N0wQJJ6XmBe6mSIvAy8LS2W5n7vn5YnE4sruBeWFy6XbjJNZMEQWV21kltktLzx7VRgAeEF48VmaK2yVxPNC49XnhWsZK5LNi40cSDoDAi9sL0YvLbNIZpnMqHlxezk2RuKZwRIvd3oykw+x5zuSbt55501koVk98pq1GhGJJ78GFV7aXvpeiDaeRUh6+fI6tHGul/KviUzindvl3Fh27WEb5hYUFBQUND/cfPHNcdqepxUSb1yikHiFxGtmGJskHhhbW2LqsAqEnY/xNNKK6WTVi+WhxvqWmRpX5+1xrF4xnjfG5jUGbAUnxLqOhBLOUlcEXD7MAsllEj3vv52XlrqO+GJPiAdJJV0y8gYkDxKLBx9ijGzkZvNwPGDzSMNfpKElvohHTg3V01s9Sy5pkkGepSF/nkPgCYNAs5cd70Qgn/x7hgyZOLMEmC1BXnmRlrzToz3F5YWs4iUrMlA6PP2EkTfkJyIVsUkWYTzHk5D9ZFkzMhXxiCj0HOcEOkH8/ZoOCAUFBQXjChPMnnhIKLNRXqDIKl5yZniQW1USzwvHUfE88LwsXaMi5JcXln0cvIB4unmJec4Lwn3HsSPxkG+IOi96hKB966Rxyy23JALR4REIQicsuU8WJBXyLJN6eTNZLuie9yJC4nFLN/OGDPSbfAYAyD15Ix+Y6RsVEs+L2rN0giQzE+hFTy57B3rh8jj0zK85m1VIvIKCgoIJAyMi8byLbdrOyG0KQ5dvv/o8+p5/WHxbR5JBu812TYf5/Gqo6e/rt16K/tedG98NHnaKf0bLhZZK+5NO1H6Ygd4UgXywH5bxWhWFxGu+GNskXnOB7XrYBghFdoPxPOKMJ5ylvfVtpKmDrcaOY4uxpwoKCgqaIyaYPfHsu4BUMzPFUw2hZ1krb7YqiQdm1pBpPN64pZvdQbRxR+dBh+hznyef2SeDRS9Gy3aRePa786z9GMws5cGkGTD3XDcDZSYM8Sd+M2XumRUTP9KO+7pneeN5hnu+dM10ZfnMSGX5hPHSIgc5R4XEU/xk4Y1n/wyzW4DAtOSXp6JZQ8/ZB+PXQiHxCgoKCiYMjIjEQ96ZoLJ0qqngu7qDWjImsk9n7d39q6L2/v/uux8f4vSz9ycdD2BMZk/F+eabr+HKMBQSr/mikHiNwzjfZH8GTzdwrf6Qu+aC5py3goKCAphg9sRDriGuLE3l2WbvCh28o9sRYUg+5F4GDzWGAu824LbuqPIMy18RXFzEkWTcvMVlQ1hkGyLQoRn2cXDfQNKmtNzqbWjL1V54e24Al3QycQ9HpLnuEA7heOQ5iZbnn+9c0uWDfNzUwWzTKquskl7W3M+d9GQQWz2d1uaxWb78Es/grm5w6/Qt4JLutFsb2orTQAdZ+GuhkHgFBQUFEwZGROJZMrXoooumd7VJuIKCxmD8g8AzBrNHcBWFxGu+KCReQUFBQcGEggmGxOOJtuaaazZcLWhqKCReQUFBwYSBnyLx7BnrUKiCgsZgj2InfBYSb8JCIfEKCgoKCiYUNHtf486dO8cKK6yQloQWFBQUFBQUFBQUFBQUFBQUFBQ0RTR7Es8+cY4jr5+NLSgoKCgoKCgoKCgoKCgoKCgoaCpo9iSefdzsffdr7udWUFBQUDDmsOuDA3+Gfj00hgweEkMGDYnBgwbH4IHff1xz7+vBX6dw337zbXquYPTxzdBvkj579+odb730VjxyyyNx7VnXxiXHXBJnH3B2nLz7yXHUH4+KY3Y8Jk7b+7Q4/5Dz47LjL0vLYJ+858n48M0Po3+f/jF0yND47ttSBgUFBU0L119/ffz5z3+O7bffPn122WWX5BRw0003xWWXXRaDBw9uCPnz8cYbb6T07KX9a8Phfxwf7OE9PsH7/5FHHkkn7Y4r2BP87rvvjhtvvLHhytjBk08+GTfccEP07fvjU8rB/p3ylfckr8LBg5dffnna63xM8dJLL8UFF1yQDobK8P2cc85J+6HX4/HHH0913N7vjYGsTv9tTN4M9eekk06K/v37N1yJdBCkeD/++OOGK00Dyu3EE0+MQw45JN5///2Gq2MHDrx0SGVVT+Mj1D9bFIxpPXSGgBOyx0a/+frrr8cll1wywv7y0UcfTf10YzpVfldccUXamqU5YJKjamj4XlAw3uK1115LL9Z1t1k3ZplrloarjYNB3/eLvjGo/6Da9yHRqk2rX4zElaZPy9YtwwF/PxeM6X5f9otJWkwSE08y9jn33p/3SQcQSmdw/8HRomWLMdIVwqRf7/4x8cQTxSST/vDQlGaB7yKGfjM0htTq04D+A2JA32Gf/rU89+vTL/p+2XfYtX4DYuCAgTFowKBEKNELlImE0Ueq+737xZc9v4xu73SLF/7zQjx2+2NxzzX3xP033B93X3V33HrZrXHLJbfE/dffH4/c+kg8cc8T8fSDT8d7r74Xn3f/PBF6mchzwM9EtfpZMGIg3Hp06xGPd3k8/nn6P+Pas6+NB254IP57/3/j1f++Gm+/9HZ88NoH0fXtrvHpB5/Gp+9/Gt3e7pb0/faLb8crT74ST933VDz4rwdTebz/xvup35pi6imiRatR71tef+71eKLLE8l4dmhThoOiLrroonQ409prr91wtaDgh7APMoN/hx12iBlmmKHh6jB8+OGHceWVV8bKG60c8yw8T8PVguaAvl/1jVsuviUWX2zxn9wD+/bbb49lllkmpptuuoYrP4TD5vQzDq9TZxB69s9z6NxTTz2VvjtgzoF5Dorr06dPMnAZjg6kGzp0aCItXNfv+XzyySeJJDMeaNWqVUNKwwiqtm3bxvTTT58MUwTLoEGD0rVqnykcAgS50th9B/IxTv0VxqF6Dsojl3j1n57x3fONpZP/6neRF/IonHjkNd8ni7QQOfJJB3Qlf77Tge89evRIsrjmI6x4hfVubt26dYojy8jIl4578kpmOvUsvSmXFi1apDh69eo1XN/e7+IUv/yLk46r+sn3pSHdTAKIL+vnlltuScTZaqutlmRweCD5pSF94bKcdCP9qh6diuu3j/g8h8BwUOFSSy2VwmSIWz6QeMJaMSYtz9IdGRFw7qtvDj6k8yxr+/bth+ePHOKiO3VO/uVLOCTigw8+mOoz+ejSPWXoAETXkHm5bgqvjs8+++zpHt0Kn6EuqKsdOnQYXh/JUdW3gxv1s/YfJZd8iwccnEg+aZLP96xfkKZ8Kq9cH9yrLz86l7b7vtOL9NUL36WnDD3jWXmo1ktpi4c+MoTP6SjfXAZ33HFHrLTSSrHEEksM14V0lBXd57YhzqxL+iGX7+JULvJGNr/dB3WaPnP+qyCPdLI8ylwa4sx5zPKI3zUfehE/mar5zbryXZyeEQe9VJGfUXbiR8oaey2//PKpnN33rH4u60m5SDeXDT3QjTzcd9996XBNB3i6luuK8EAW13NcuQ2pG37TjbBk0pYefvjhVB70keEevbqnz3YQqL7AdfIqZ1yCNu6wUX1/Tsd9/WW1LjQFNPuDLcY3YIF1Tjoxn4JRw6gebPFl9y/jmXuejff/90G0atOy1mF+F8usv3TMucgcicwbF0AUfPZhj+g409Tx4kMvxQe1tDfZd5No2fr7l96Y4uN3Pokul3SJ1bddPWZbsFPD1bEDTf/qY6+JuRabK5GObzz9Zqy3yzoxecfJG0L8NHp26xm14WlM0mLSuOviu2L+ZeaPRVZZOJGOzQGIuM8/+Tx6ftozun/YPT5+7+Po+m7XRHQgaxF4+W+bdm3Sp+1kbaNN+zYx1TRTxUxzzpRI5+lnnT46Tt8xpp1l2mg3WbvhA52CRlB7I/Xt3Tde+s9LiQh66YmXEknaqnWraNO2TXr5T1qrb162CGMvd2SpAakBhc+ggYMSmWoAMM2M08RiKy8Wy629XHRetnO0bf9Dw6fge7z6zKtx6TGXJkJuyqmnjGlnmDZmmW2WmG3u2WLWOWaNKaaaItpP3j4NdtRjg/n+ffunjzbQ/ePu8cE7H8SH73wYn35cG4T3/CIN5tbccs3YYu8tYurpRm1v2nKwRcHPQTnYYsLE2D7YQv/Gg0qdOeOMM9I7hwfI1VdfnU7IZniKY7nllovzzz8/edUwiDfZZJOYaqqpkifStNNOm8aujPfsiWKf7t122y0mm2yylI7TlH3WXXfddAgfIxzpsf/++8dCCy003LhHxJxyyinJEDd+O/7442PBBRdM7zPvPx4mxsozzTRT8u5jdCOKtAdxMMh5FP3zn/9MxIBnGO/SEQ8wvOlOG5F38jKuEQI8ERE70vvggw9SHhBDjGrPIwYYzPrnTTfdNPXRb775ZsoPUmz99dePI444Ir3DGdezzTZbHH744Ykw4omYSYa//vWv6fvJJ5+cCA79/u9///v0Pvc+ITdvGzryvleWyAFtvmvXril+9tUBBxwwnKSlh9NPPz3JrWycbk5H0ttoo41SuSIL6EYa//jHPxIRwFsNTBo5KNFvzylDcSEy1BM44YQTUjmrK/JMtj/+8Y9Jh7yH9t133+H7syNF5FP9INsaa6yRdM5jDqGgbm2//fbDHRh4gdGXeqaOiV85LbLIIqls1Z8777wz+OUgz8RhEsM1nnXINiQgeVdfffVYZ511kr7UIXbpddddl+TMRCNPJn/pfOONN075kC7I55RTTpnkUcZ0OP/886d6lPPHU2+//fZLpA9SdLvttksEGP3tueeecf/996d2payUJ114t8N7770Xxx13XCJXZpxxxvjTn/6USK5jjjkmEeHysfPOO6c8yd+ZZ54Zzz33XKr7a621VtKR8Ntuu22K+6qrrkploY5svfXWqT0Ir+7Ll/qaof6r58pW/snapUuXVC+EVV/JTDa6++ijjxLJRUZlIe1///vfqX3Kk7okfbpDQs0555ypDNQhcquv6v9hhx2W6no91H3yqIvGXXTwzDPPpPKim5122imNkZSdOowsU4/pRvzKxV8TW64rB3WUt63+QPlqlzyNM5FHZnXr5ZdfTnVL+ecDQpWxtkvmBRZYIGadddZUvuqSuipeelF/6EGf6R3su3Lda6+94oEHHohdd901PX/hhRemcs/tDvGm71BP5GGaaaaJPfbYI6WjP6A3elKu2plyBnGr+9oi+fSbW2yxRfL8dI9+kH7S0A+TQ11XF/Q1ylN5aRtNichr9stpxzdceumlseWWW6ZZwIKxC153j1z/aHz52Zex8d4bxR+P3jYReI/e8Fi8/dw7DaHGPj7/+PO49dzb0t/pZps2Zv/N7DHpWCKxeMYM6Dswvh36TcOVsQtei0jIaWbumIhO3jKjCi+pJ259Mp6846mYtOWkMfdic8fUM0zdPLydvovkbWQJ4fG7Hh/7b7x/nPznk+OuK+6KT978JDq06ZAGiYsusWisvMbKsek2m8bq660eSy67ZHpJd5yiY/Tr2S8ev/3xOP/g8+OAjQ+II7c7MhEkL/7nxbTcs6Bx9PmqT9x4/o1xwp9OiLeeeyt+s+hvYutdto49D90zjjjziDj9ytPj3GvPjYtvuTiuuOuKuPr+q+Pyuy6Pi26+KM695tw47fLT4rDTDovdD949ttxhy1QeT939VBy/y/Fx++W3pzpf8GPwfLzh3BvijWffiI223ihO+/tp8beb/hbHnH9M7LjvjrHGhmvEkisuGQssvEB0mqtTdJyuY8ww8wwx1/xzxcJLLRzLrbZcbLLtJvGXo/8SZ119Vnr2sNMPi3kWmCfpnZdeQUFBQVMH705kFG8/xBoPEwYn0o6hz+hHAjAmkS+LL7548uRhjDKOGbtIhAwGKcMe0eM7QouxnckhYGwj0xjISEQGeQ4PjH3pIj+QF8LzajFOO/jggxOxY8xCVoYsIgsZM/fccydCIKclPLkZvYggZKVnPcOARgCAv2TmzSiP8rPVVlul/EsD6dCpU6dEhrnP0EdiIJ9+97vfJWKB/AgkcSN8Lr744mSUZ1IP+ckwR3aSSbhMPCA0EJLS53WLEKIfRjuyBgmWZQVLQJFNiAgHHiK9fvvb36ZyQwYgBjbbbLP0IR9yTVjljGjgTccLk7Gv3P/yl78kXZEXAYHkfOGFF5JOPE9niD9yNQZyIu7UGWMU5Uh+5BryFLFCN34jphDF0qMn9+mWt1suf55F8oLkEk79492IrFWGrh100EGJdPac+qI8kFDIL6SmMqEH5S5epMk222yTykO5ZdA/jyfkoPvyjyyq6huUm/qgTt52223DPVHfeeedRArRLfJLXNW6bvJFvURKId3oxTJnMikTxDHyLtcneUPS0T0Zsp7oxHPaErIRKac8EGcIXe0EoUNHIA7tGXGF3EGq8oJEYqlTSFEEHigb+ibPPvvsk55R/uqIa8g/ZSxuOkZ4iwd5e+CBB6a4EdF0qU7X6w7oBOGFJCTPyiuvnHSCdCIH/SGiMuSfZ5qw6ra8qrdILG1FWSHZEO3ISuWiTzL54FqGewg85a+/Ubc333zz1I8h0/UNPDgRmjx2s959lAnPRXVG3db3IODUdTIhdZWnfENu1/6q44h3bdUz+gOTA8pAG6dH10wIKKsM5a1/1Wa1Ve1bnPo/kzTKWNnpd5F02i9ZAIGvryEfcjS3p6aCCYLEyxUkv5jqUb1f7UhUEtdyZQP3XXNPhc3PCVN9PofzEb9KBmZyvDhVINfy/ZxW/l1FNa78jHzkOAuG4fNunyfPNcTdtLNMk8ikuRebK2aZd+Z4479vJGIGyffIdY/GTWfcHHdf0iV6fTKs8/6q51fx8LWPxA2n3Jiu866Ch697JO6/6oG49+/3Rff3ax3boy/HLWffGteddH083eWZGNh3YDx3f60D/KhHvPr4a9G7Z+9EEjCIu3/QPe6+9J648bR/xX/v/G8i5BBm91x2b9x3xf1xw6k3xq3n3h59evVNZdn1jW5x10V3x/U1Gdy31HVE+KqWTpb31nNui49e/yhdf+K2JxNp+a/Tb4rbz789yTV4wOB49t7n4r4r74/bL7gjfT59r3vSRwa5BvWr5bl27YtPv4g7Lrwzyfefmx+Pgf0GNujn4WHpnVtL742utTS7xoevfRjvvfRevP3822kJadqLrJbP919+P64/+YaU93defDd5SvGOfPSGR+PmM2+p6e+GeOLWJ2rPDE75f+iaWty19G4//470+9dGt/e6pf2/rjv7umg1cavYed+d49TLT41TLj0lTrjohDj2/GPjmHOPiaPOPiqOPPvIOOKsI+LIs45Mv48+5+g45rxj4rgLj4uTLj4pTrnslPjrKX+NhTovFI/c9Eicc+A58exDzzakVFAPXo43X3JzzD7n7HHgCQcm3e5z1D6xxU5bxEprrhTzdZ4veYUhkXiD8cqbrMNkMc300yRyaYFFFohV11s1ttltm9j3mH3j8DMPj32P3jcZLbdeemvaq63gx/A+42VqSfinXT+Nd994Nz756JPUrr8e8nXq0wxw8t80aOMB6XfDJ+1ZWHsX9vmyT3R9r2uKAynLI++rzxvfX6egoGDCgD5D36Gf0KfU72/Kg9pfv4fvcVoLJ7znxpf9NRmLvIH8ZYAz5hnnvGQY8HlpKO8bhB9CiWHMAGVMM/aRQVXwbkNOIFEY/AxwHnXIAWDIi+uqq65KHl2M7KoNIA3GNEJojjnmSB5oiD4yMvyRCgiGbPwidoRBvpAfMVAPz5PJuxMBwviupolIkJZ79MHw5jlD5immmCKVN7Lr7LPPTjrxrOvCSZvHizCIAEQQAx65w/jmncbTiPzSqAcvMLpyX3ikinjJIm/ZIywDcYRolAYvMPEjPBAHymPhhRdO8ZFdWSA1kB/KE5nx7rvvpjIUvzwKgxSUlnh4prHV3OOZqIxuvvnmZK/VI+cPqUpOZSZe5U0WxBaSyrPS8eElRR8IPPcRL9WyoFeyIFDoRLwIJIQVQkzdUUbyiADNdi1STT3N9RnRIy9kQt64TidVOxg8g5DhYSWvyrK6tBHkCaEiLrpR55V31qO45QkhVIV4EXvIX/GrgwgYpBzZ1Vl1vTF7HsRLFra0cpSG/PNspBNkTSbD/c4EFn3zHEXMKgv6REaLRxnktgjKjhxIKsszlbsyfeutt5JXGvIaca1/EDbLRKfqvjSq3ADSV7vHDyA7wX3xkZ088k8ecnpe+yRXhjIQt/bqvjaNzFVP6cDz+lFt0W8yqQ/uI04Rnzzt1PtVVlklEZ08C9Ut4SCnp65o/9X0M/Qn9KGMkXAIaeVWr8MqyE5m/ROZkZe8E5GqCGd9l7yRhd7FX4X2j9iWDg8/OvBRv5Gs2rE6QwYf/SkdIBu1p3vuuedH3EtTQLMn8VR4e1msuOKKqWPAxupgNRydiY5Zw8n3Dz300NRo3Fe43DHNBOl0wYwFV3kvRRWdKytXXC8qz3tZabhcov32MbOjY5WezsPLygtYQyKb++Iz2yK8NDHOYCBw3nnnDWewvcDNdklX+gXfw5K7dpO3jcmn/d4l2XK7meaeKe2R17/PgHjr2bcTobfY6oumgeG/b/pPWoL73H3PJ9LtNyt3ToQW8opR+u6L7yUCa6EVFqwNJofGuy+9F/MvM1/MOv+s8b9//y96f947Zltwtphi2ililvlmiT6f9413X3gvkXn//td/onWbVjHf0vPFa0+9Ef97/NU0IPXXQHX5DZdLy1HffPqNtO/dK/9+JabtNG10XnGh6PrmMIKsMZD7g1fej35f9Y9Fa/lA0v3vP8PqNELt1Vr88y01b0zaqkUi9Mj43svvJW/ETgt0Svveybf9xjK+qOlA3oR1r2Xt2eXI17VnfPjqh0kP/XsPSOkN6j84Xq2lZ/nwNLNME9N1qr00pp+qlu93kzcishOZOMdvZo8Z5pgh6bJnt88TYfr8/S/ETPPMlO69/t83a/H3iNefej16fNgjll5v6bQM9/2arHT/a+Kdl99J+6+tscEaccDxB8Qfd/9jrLXxWrH0ykvHvAvNG9PPPH1aLtu+Q/u0zBPo1VLNKTsOW4Y4xzxzxGLLLharrb9abL795rHHoXskjyb17D93/yc9U/BjMNy+7PFlvPPGO3HzP26OB+94MF594dW0VLNXz16JFOrXt18im5LRVzP4LJ3125LO3l/2js97fB6fdP0kXnn2lXjg9gfi9mtuT0s8xZv3KSz4MRjJ9n584ZkX4oyjzog/b/7n+OM6f4wDdzwwzjn2nLjqvKviX1f+K+647o546M6H4v7b749br741rr/s+rj87MvjpINPij222CP+sNYfYv8d9o8rL7gyPny/1o/VxqlVg6OgoGDCgHGviZPPun0WLz/+ctx77b1xzZnXxLkHnZu8o/+6xV9j/w33j91W3y12XH7H+NOqf4r9NtwvDv79wXHsTsemg3T+ceo/4q4r74rnHn0uun/UPcUn3vEFjFWGJZKAwWhZFuIkg5HM6GQ77L777nHaaaelpV1VMG4ZxpaZsQuQHmyQTJ4gLCyXRWiwYxAjVTBKGcLCeYZ+eMXwUGHUegYZlpdEMlgZzAxbZIDnxyaQTIhIK48Y8YzvxoB8ZFchTOhPvugCQSAvZKSLnwIdZ8JM/pEVVTDoeRJZhskTigeSZ9hRlggjYKpElTJVZrwBLTVEvlpCS8cjAp1aRipP7EpLA+m2HvKGFEGKyhuyhY3pWX/VAbJWn6ULBB5CiP1HX1VZlCsiEhlDZ5Z2Ii3VQ3kZEcSR7WHPIc9GBdJDCtEjLz7eU8ibKsRLbvlEnJBD2apr8i29xsoXuaQuKCvliGBBSipfcvorDoQYuEZv9WMMacqfOHyQdbwDyZ2X07P5kb8grPu5/ojTtcaIJ2nzEiQj2dR1OtE+XdMPIAqRb6MCpJlyt5RUfCBtxB8dZnmkMSIirB75ec9mvdGR6/VQT3hN8lq0FJUXqXpvqas95uonHTK0IcSZeDMpSUY69J3MiExlAeq+eqDcyVRPnClXZWCJsPR5j+oPEb3qiY8+q9pWoVo/3PedF6J+yPO8GKsks+e1N7rJS6HJ1tTQrEk8lSSvzVaZVDbsrvXlXm7YXo3GC8Q9H2y4Tgn5Jwz23/cMnYAZN0y5SsK9XOP18ZIyO4R0M3MjfdfMLHE7NSOik8su2RomwpALPBdQMy06O2vaudyrrEg7bDgmWlzYZPfNFjRF1nhcQheROrdqP167qOzT14knihaWfS4+d8y6wKwx58JzxpeffRW9e/WJj9/6ODpM1SGFsT8cz7Ive3yVNmWfZuZpYvrZp4/pZ5suOq/YORGDPPUQdQi/qWecKi1DnWyqyYbvBffFZ1+m+3MuOmctvbkS4cU7zcEIrdq2SoQfcrH95O2SV12bydokYlEcPN+Qev2/atxjiOfRnIvMGXMtOsewgxb6DUj5ALLNttBsMe9S88Y8i88TvT79Is1o0wFiD0GIqETWfdXwTBVffPpldKvpYu4l5omZ55kp1t1l3bRn3jw1nUlTegP7Su/LaNuhbbRt3ybaTt422k8xrHNEvr3/yvuJ8FxguQVikVUXiW9q3z9555NUPh06dkiyzTTXjDHUTHyDPvp80Tc++/CzRO7NPO/M4+QQj9EBUsg+X/ffdn9cc9E18fDdD8eLT78Y77z+Tnza7dP46ouvon+//olAQqoCckibRiwhknp275mIIwTU4w8+HjdcfkOKq1ePXolwLhgx1Fdt4a0334qzjj0rtl9v+9hmjW1i/+32j5MPPjnOPfbcuOjUixKpdO3F18YV51wRfzvlb3HW0WfFCfufEHtvtXdsscoWseMGO8bfTv1bdPu4W7SrtTXx+lcwYsy50Jxx5BVHxoY7bxhzLDxHfDPJN6kc7rr5rrjqb1fF+SedH6cdcVocvufhcdS+R6Xyuej0i+Lay66NRx94ND7t/mm0m6pdLLrKorHLUbvEPqfu02z2yCwoKBh1MKje/d+7cdlxl8U+6+4TB/3fQXHhYRfGbZffFs889Ey8//r7tbHSF+mwKIbfZFNMlibDBvYfmCZcnHL9/KPPx13/uCsuPe7SOHSrQ2Pv9faOvx3xt7Q836To+AAEHhin503wGa4ZDHneNLxFjN15aGVvmwz2AtLFcre8RJBBmw129xmnxv2IJ/ZBNpqB7cHrhT3DOCULQ5WtwVZBUrEvsscdhwLb+vjLwGWIj01Imw6yNxDvKwZzPVwjF3uLfUROJIPlhrywEDh09lNANnjesjveO3mJZAZCDUFFt+47vIEtRZc8vjhOcK5gyLPV6N0ebuw9YSzpo9Os78aQ80Lf8stelH9lV4X82f/QclRlYHmrtkJfnvcc+X2ENa7kcIIcVOZk9VfcWR72Ix14Vr1B9slj3mduRMhee5ZAIwktsazavCMCcoZtLQ1lh5iRbhX0oC0IV/WeQkAKT/8+2Wklg03sOY4u6rm6ydGG7aw+qN/qO08q5aQ8kZd0VwWiFGFHz7zu8AHsfJ6G9Knu83ikXyCTZbPqoPCWACOTkEr1UCfZ57lMyCgtOmDXk0feGqvzjYEXGSKJbjKZlOWhH/KoKyOSpzEgznhCgn0VlS+d8XirB5Lb0lMEnnolb9qtcla3MqHMSalan+mY/ni3ZgIZkalc/OaghBOhI+1Pu+BRhxdRlpbUV+E5edYWlIOyVX5ZLu1Q+Vfbt3yaFNGOxImP8bz65xltXjnxytNe9E3KT9+ozpBJmNzvNiU069NpVSwVyMvSumfr0VVoLL8ZC+ugfexfkPdfUGmxt164KqfK4gW8wQYbpMapo3Nfx5jXait0RFvuILjS6hQdC27zRI0Ga4/p9oL3ojCjo7Hq3DQSJJ84NC6VVlq878zYqWBIPRva6phVUvHJkw54QgAy9adOp52o1vhfe/K1mGaWjjHldFOmho1gee6+5xLxtfAqv4kXH3oxOs7cMWadf5a0bPSjNz6K2ReaPd55/p1hJ9oOGBzfDv02edpZhvvqE6/F1DNOHbPON0siou694r7o06tPDOg9IHkMIbcQZ689+XryuEPc9frki0SAffj6hzHvkvOkjeC7vdUtEVadFuwULz/2SiKrppt12uSV5xCEaWvfH7jqwej29scxsM+ARBJON9t0Mfk0k8frT70R8ywxd0w5/ZQpn4jDZ+99Np697/kYOmRoIv0mmXTi6LxS5+SRN9mUkyXju0+v3sn7bp6aDDz7JpuyfdqvzxJgh1j4jnCTPwNnh3PMOOcM8cGrH8aCyy8YHabukPb2Q8w5LOT5+yvp1a4jBN+sxYP4REq++cybKa7BA4ZE/6/6xW9q+lYGPB87ztSx9j2ix0c9Y8HlFkjEIq9IhCo5eP598vYnKaxycO3XJPLeeeWdeOiWh9JBCO+9VRvA/bP24rj53njy4Sfj+SeejxeeeiF9nn+y9v3pF5LH19P/fjqefOjJeOrhp+LhLg8nL6Xbrrktrrv0urjpqpvi/Xfej07zdYoeH/eI2eafLX678bA9GQp+iJ6f9Izb/357bHvAtrHFXltEp3k7xQyzzRDtpmgX/fr3i64fdY1333w33nj1jXjuyefimSeeiddeei3ee+e9+Ljrx/FV76+iVftWMUfnOWLx3y4ev930t7HZbpul5ZyMwk3/tGm06zB2DZbmACT0HVfckdrsjofsGIusuEissuEqsfr/rR5Lrb5ULLrCoula+iy/SCy49IKx6IqLxrJrLRtLrbFUrLD+CrHaZqvFRjttlD4r/W6lmOs3c6XluHdecWcsv+7yMf/iw4zdn0I5nbbg54CBwJjnfWQsVwUD1WRtOZ123EOfe/q+p8d9192XDnmi85U3XDm9+9bYfI1YZ+t1Yu2t107juvW3Wz822H6DWGvLtWK1TVeLVTddNfUhS6+xdCy8/MKx4BILxsxzzhy9v+idDjx688U3U99jvJMxNk+nzUCu5CVcCBVGuXG338b+DGpjdcQAzznGKluCUc4IzwcFGO8zMhF5ZENK6GuB4WtMLyzDFbkgvNU5ngXGLUOb/cDOYOiyB6TjHhKUrcJwRqroK3n18DKTLtntJcUYRwpIk5ErHXuDZVlAnnnt5XyzYRi+SAo2irCZnOAxxsNFvEgAsvnOs4jRjHhBTrCXpOWe3/KLoGF80yfbiO7svSVdJJ5VU9orgx2hJn1h5ZtMmSygF/qQNuKPMe69wc7K+svvEQa+OJBodE3HCCHhGP7kZODzXiSDfgSpZyskdp+8S5ceyM9zUBn4Tj55s3TXM2xLupFv9UzYfHiAckEKsjk9py56FgHkur27PCPf5FK+iEiOIyBvdJA9FyGXoXjoSBmrm+xJ+pY36SOJPId4QuAqY8t4kaBkFo4N67pn6YaMmchRTuSnD/u6qdPqmufUM1A/PIckUQ94eSkDdUs9l75+mp7Eqz3ktihfykBdp1txe5YsSEP1zAo25UYv2gtPLemz7ekc6cPW52XnPp2qW8pUvtnyZLR8mK4ylCsZeXB5lg1Pr3SGP1DHQB1lm2vz5LYiT568b3iuiYO3Hz3SA9nEIW1603eoh/KAa8i6rof4yKl86IKTkbjlzTO5PolPHSSL6/k70o8+PO8vrzOyS5OOpEn/6ig5QV+m3OhavLgG/YFr+Aq6lld/paFvQMa5Jp5cd7U1oHdh6Ys+lLV6jkRTP8mb65s+TBzqjPqhPDyfl+Dr33zXFsifCU/h1D3lQdf6FWGQ2voR5Y5E1p7IC/oMcgijTyaDMs7tqSmg2Z9Oa106ggwLq+AVukZj+atNFx00YfNJL10VAPFms0idho0OrfXX4SADVXCbYyLWGBcqFtdTFTu/GHQWOheVEDGoMVRhxodMXER1lpbGqthmA1Rgz0tbh4m445JNdmSiRqRik0cD5JWnsk4IMLuojH7qdNr7r3wgPn2/e6y61Sppmecr//5fPNPlmVhxsxVjgWXnj0sPvjzaTtYmNtxjg7RPnCWeK266QvznlscTGbfS/60UXd/omrzUllx7ibjmxOtirkXnjOU3Wi5eeeyVtP/d+ruul/aDs7/b5gf+Xzr11j5xa++4VnR7o1u89dw7sdYOa6Z97RZaccHoNP+saf+6GeeeMRb57cLx98OujFV+v3J0XmGhuPak62PqGaZKst11cZdYZYuVEnl27QnXx9LrL5WWv9581i21NNdNxBxYFnz3xXcnonKZ3y1du39r7SUTsc3hW8c1x1+bCDJyIQs/eu2jlNYjNVmHDh4aa26/Zjo9F4G28V4bxrW1/M2zxDyJSBR+ta1/W5P10STPIqsuPJwAtdQWETcsvVtSJ7f1YVvFfVfel4jPZTdYNu68sFaHl5k/pqrl59//+nes/ofVay+Ab2thHog1/7h6Ik1ffvSV2PQvmySi7s6/3VULs1ryOBxckxnJqkzeevatFPfoHLIxttHl6i5x5LZHxik3nZJON+32brf45INP0gm13bt2j16f9YoBtXIYvpfPgEGJCHU6rUM+7NXGq2C6WaeLGTrNEDPPMXPMOPuMMeU0U8Ze6+yVyKVjrjqmIbWCKl579rXYacWdYt/T9o3/2/3/0rV0wEv/AdHniz7Rv3f/RKAjl9Pf2gDHQE59UVdbtmqZSLrJp548Wrf9fs+Qk3c/OR648YG4+oWrY9qZJozJj9EBr5ZdVt4lDdoueeySVJ/HBl556pUU74HnHRgb77xxw9WRY3RPpyWzSbv64UyqF40MjH8JkIWxY5DZlAaFYwMMCBiZ7hmYjJFshIxN2NjbZKoBfzmd9teDd+a2S24bA/oOiDkWnCOR/7POO2s6pXqq6aaKqaadKo2fTNjZikL/rV+3ukC/biyDCOSt5/PR2x/Fy0+8HG88/0aaSLz88ctj7t98v2x1bJ9O25SA6HKiI6cFxjFDmp2SDfMMBB/fDfaG++Oi/Y0NmKxhxOtDkQ7262K7jQjCOqCDjYScZFux4X6t/r9gxFBH2doIWoQKItiEC5KpoKBg1NGsR5Y6BwaAAZ3ZAuv2nUjELdXgzsuLgYdEM2AwqPTyA7MWGV4i+T4jIg9QMwzQMzufX4jCZLbXy9Vsg5mxxuD5xl6kDBD3DHTzs15Qfhc0DsTXbAt1insuvy/+cczV8dLDL8WqW/02ebJlIJBuPO2m5Pm1+JqLJ++xJdZaIpEyN576r0T6TTHdFNGidYuYfOoOaZBpLahlnr7fdfHdyVuN9xzPtFbtWke7Kdqngy0sI51sqvYx1fRTxtLrLRlv/PfNuP2CO9Ny2cXXWCwRxZN37JA8z8CSQQQa70ByI9AcvGG5r73nDGiFn6TlsH1MoE371jHvkvPGOy+8mw6JmLIm6yS1wS8PQXIi1dKBEs+/k4hIywjBst17L783yenwDzJN3nHytJzVp/0U7RKBuOKmy6d99f557DXR9c1utXzPksi579ObMhGeCJXpZps+eR6++8I7KS/0M9uCnZJX4D21tB7450PJY2/meWaOlrV7wvDcM1j33d+pavp/98V345/HXJPSte8eImx8ACJuwaUWjDV/v2ZsufeWsdtxu8UhfzskTrzuxDjj9jPi3HvOjb899Le47PHL4uJHL47z7j0vzr7r7DjlX6fE0VceHfuevm9sd9B2sf4f148lfrtEdJyhY8p/weiBzhCjCFHeXQssuUDyklx8lcVjqdWWisVWXiw6L9M5eXpZDjr9rNMnQjUTeAXNG4w2k3L2X2IMMNDtS2OCziRbY/CMd/+4ep9679sbywz42J4rNbYwe2xc8nOA+BTP2NaBcZaTDqtLXuph+Y3VB5YIjghkG1H5FTQNqFs8qZFuj935WDos6oLDLkinjx+42YGx7+/2jb3X3Tt2WWWXtCcewt9E177r7xsHbHJAHLfTcXHeX8+Lf57+z3jo5ofSVhe8+squCD8EAoRjgT33ENg8jOoJPOA5yImBs8H4THAh4OQFeZdPuBwZeAHx9vIMRwxEfSHwxk9wblH/lJWDRniCFgKvoGD00aw98bgpc4VFoPF843JtrzqulWbpuLXafBJhZ6kql2V/DRoNQLmYcj1FyDkxhkHoeWvCPZc98RgDXHO9HLlxO4KZyzMvPh51DrLgzi4O4eo98QxULZH1Eqp64plV0sFZciscTzThkJI8/YonXuNAfDnsAZRZ6/bfe+P8/dAr0lJNhBrPHfvfmQXWDMz6fvP1MKMIqYWosgQWgSBsClP7LX7PuC4MIkp67vs9tBYHos3gVXjL1IRv3W6YK7rlqNlrSJpADkt/hc+/GWi8YcTdsk3LFHcGzyRLbqXpniW2nnF6LM++ZTdcNhFhSDXp3XnRXdFxxo6x3EbLpmfpBEE8uJbexPJBloHD0nHdM8KRmy4MmOvTE7ff4rDsFuhZ3uQ9nXZbg/B5hh3p6TfIu+vyJY/uQ9b9r4nsiXfhgxcmomhsoXev3rH1Ylsn0ql44jWOxjzxxgaKJ97I0ZQ98by7Gaa81C17ysabvyMyDmxbwVse+WdsMLZB1rwxs0OpxiahbJ8mXjdOkjMWGBPoo01mIjqRaZbnjC3Y18tYB4lpCUxjuOaaa9JeNzaMr06aZiAYbUBv2ZgxkffSqKJ44o0f4Im3zeLbJD3vcOgO0fXtrvHph5/G559+nj482o0JjHUcVmEMZEzAk9qEp++816eZaZo0AWZyxnYqt1xyS1x58pVx+RPFE6+goKCgYMJEs/bE43qN/DKQx/Svs846aQBnkG8fAGuxDfx5t9nzTlgGjJkfruj2FTAbZLbeKTQGpJDXYDcGRJ5jkRFy4nEqk1N7GB0MjNGBQb+DNxgxlv2Ky0af46v7+/gCBFA6dKH24W1WbzwxBtxDqiGpQBikVH4uk0gIJ6QUpDBth4XxrPAGmeC6a8Ii8EA6ruXwGTzv8nOINx9wLaefCTjyyUM9qYVAdD2FrT0nzuF5achf9RrYN88197JB1Kohf4i8pI+G6zmca/I9ovSSrmvXcz6yrrKOc3gQlp5SfA36zvnKevWpz2tBQUHBqIDniVn+/EHg8Qa75ZZb0j5FvOntaWsvW3unmNAzJkAimGizbYYTIO2TYixgrx8bbFv6Y9P5G264IW127fR54fJJfjz47dl6/vnnJ2LQZF5jkI547NsE9iAyPjBxaP8Zk3QXX3xxiifvfeSdLy1p8nCzHM5eQWS/++67k4z290KK2UhbfkwGkl+exYmw87Fth3hMDNoPyt499v5BdiEGHfxl5YEtPMhFdyYt5RsxZ98qeaU/8YhPeKALE5ZIQXE1BvvpyIv8VTerl540XPdXHpWHvXARfWTN8QvjYICs+4LxH8YKyLjfLPebWHOLNWOrfbeKvU7eK46+4ug47prj4sTrT4xzupwTFzxwQfrrt+tHXXlU7HPaPrH1X7ZOe+XZG2/q6adOY4dfAsb+CGHtzGT9qEBb1k61S/tE2aR/TGEioNrGqtCXiJuzwk9Bf+Cj/6tCn6AfEU9jaYwMTz/9dEpbHGMD+mN9UZZR/0U27V0fMKrQl9A/5wjx2dOuKcK+hcrFZEZTg3dZtSwzTLYpG8tpvbMcLuHQEO+dUfW49m61dHpkHtwFBRMKvrfwmym47Bps2siYB5yBrtN3uGYb5Dt62ADdSSzu24eBSzbiz31EXL5ncOq+gT6vMJthiov3Hq8+sATWrLs0DTg9J2174dmgkveeGXSbKJr5NltsFjxvvmyz0LPPPjvN3ovTMmCD5uWWWy6dYGu5EMMEkdiYq3zByLHy71eO+ZaZb/jmq80JiLHlNlouLV+tkncIMstnnRZbUFBQ0BzBmPR+5wG/5557Ji8bxoQJBWSWbTQQXCbEGOTer94DJsUQVd7tDFnGgTEBIwpZhlTjjW9MYAzA4OC5hxyzJFR4hBeD0yQeg186jcEyWPcYMOTN6douw763xg1kQgDwxEciiBvhJU1Emn2EvP/J4xoyi6ErrOuIOV6GjOBMTGaDn+zynQlAqw3sr+uaZb/ITjIysugLyYhIEwfd0CXZ5V3a4vNhrBnrIPnAc/WkgDDi5KEnPWXCqBMOUYG0dF1+kZy+yyMZlRGS1DP0k0nYgqaHPIlnYtBHnRrZJ4XLz9Q+vxS0A/2HNp69eZHQ+g7tCXxXf6tb7CAZENHIekSX9i2cZ7VJ0BZc82mMBJM2UsNkAhLRs6756+N5bYeNgTAXLznq5cvQH2inCCGfajzk1C71QdLwEV+W2e96WN2ESBGXvOf0hBWn3/n5rBtxVtPN18gtLHInT6iAcPoo/Y++wDOuCU9nWUa/q/Hpe/Sd+goEnu9ZloysS9c9UwV55cu96v38jHs57SxHvuaT9ZchTC6brJus0+qzOYy/wjgQhO2ZZfDX/fysv2TNMuXv+T7kZ3IZ+Ct+n3oZc9gsD9THKVwOIw75ca9a/r7ro7Ozi/A+wmq/7olfnVP3/GbLupfLOOfZJ6flOnnY2N4zbONqXgsKJkQ0exJPg3caCfIrL0nNx1yDwSFvO/d8nGZS9XRDqiEC3eO5575Tbrng22yVdx8POYONDJ2STWNznDz/hAXefZ53upEXEzKPF2Am5BB77jtFihw6L7PQOnRLfC0P9vKWp+qpfQWjBqfCTjtLrfyb6VZZnRaYNaafY9jpYRk84RyQYQ+/goKCguYIfZ6ll9tvv33aD2+nnXZK72GTcfaHMhnmkKv8DnbPKXhOBWRMeK+aLOP5jsRC4DFIjCE8b9kqQolHvck4v3miePeLQ5ziZuhkL7rRAfkdvGWsYqzBo4RHGk88Ro1T98jhlDcn3TvFzTjAeAMRZ8xgg/DqWCSDAYTEsxTZqgKTl8YlnkfGiRthNiI4tMtpwE6AY2yLhx5MhvLqQ3giPMRpixGnz9XHJz88BTfZZJO0P7Ewxj3GOU6JcwIe/THkkJbyqHzoRPomRy2rlS7jDZmZjdOCgrENdRCZz5uOVxdCXLvRPpHayHsHz7lmYt6KHvUScaee8+DlSadtWJ2jf0CmGdMjp/RR9u/0XZ+RIR6kvLaO6MgkhgkE4bUBtoDnENmId6S/7XrIpn0jEatxZiC4jj766BRGO9SWMwGjrznvvPPijDPOSP0fB4MtttgiLWmvekmJFzmmz9F3ZIcFeUc66Q94/XGA0M5tVyAPiBcna7LBOCpou+QWztJm3nZVYglJg7jnqSV9+bQySb8u74hEz5mwMTFDR4jIPLGAfJUnfbHtj/QvZNCX2opI3jxf9RoWB9IvL7W2gkte9J/IWO8W+7ipC5wvTLzQqTyS30SKvOmbQH4Qsd47nlWuiEr1Qb0QjsOG94gylZ74TWrkiQrf1SOOILZqsiKMPuhaWXrGtg3SpR+TWPpadqOw8imcOOjTFlHylt9RZKQXWzepP+o04lT9plf9uW0bkKLyre4oM/XepJL6or4pY17W5OaF553qrzogXgdCqle8vjm2yBt56Fc9lB4vd/VeeG2FjsgqT2xp21l5v3nPe9/kPewLCiZUNHsSr6nDC0oHal8XL0xLhL2QDj300JEOugsKCgoKCiYUIMGQSibYfDp37jx88mzqqadOE3I85ZBB9VtiMN54otlHiyELjFQQb57YY0Dk/duQZwxapBOjnTFmnz7GTDaMRwfSIZ+/OW4kFyOMvMcff3wy9PJS3yqMBZCNI4K45BGhKX6Thfaqa4zwawzi9hEP45mhzshngImH8UwmOiO7CUp/qxCGAY2Qy3oUhv549tEfMiR7c1TB4OcBeMwxx6QVCQw+Yer1UFAwtmCiHSmtv7D9DhJt1VVXTYQCb1KeaAgmhDZCTtvVT5joR8LbQkfbcB35tsoqqySyAhGC4PMMsgIBgggC9Vmb0hcZ4yO1tTskj3aCjEHyuI/klpZ0kEFsA8QSsl1/hMCqwvM8f5H/8oI4R6hob9ol8kV7RKLwqmVvHHvssamtIhNzm7TEHkEkPbKRHWlE9kxaaqsmNpBbdIAQRWDRH0KLJzBd2Otan4Gc0VfrOzMQNRwsfPQV4kSEIR/1P/Ii3yYvEEv6SLqmZ/qXln7Is/oWkwHIPbpRdvqSXK7yD/IgL4hUZNYCCyyQwntOWSPSvFeQV9JyDTGFBJN3fSNiMjtYiAdRZY9zK7aUCf0oT3n10Z8rcx6c9I2kJQMHDxMW8kP/ykP564Nt2SBtBKRDPPTp9IHMQziKD+lotRhyl4xIMbLJq2dMBgEZEGrSIyOvU/VCnsWJpDNhpd7qe9U3hJp78qwuqBO5/BFrWReI1HXXXTfOPffc1IfzGldm2pQJJ8Sqd5w4yEaviF6OM8hUulLX6QGZTC55UffpS1rlHVAwIaOQeOM5vNiQeHnpjtl0L5KxuQl1QUFBQUFBcwWvAN4FjDJLbhkAvOoy0YTkYxAzYhgtjAgG0KiAAcOrgQHF20C8IzIsGFvuM7R8GC8j8yZjYDNueIYwNhn1xgCM58Ym8cTvHpLLswwpxjtyAXnGeHSdUc2bhkHoGWAEywtj3d96EgDEzfjjEcLrgpeE/YN56HmeHhiuDHvpVEHHxi08mxiO8oVYZIiRh4cI/VcJVkY4+chjNQIvHOQGMrKgYFxC34Bg8BdxoE0hE3ittmnTJpER6uocc8yRiKJMiGuX7mvnrqn3+h1ECG9fBI36ziNLv8TLDyED+gJtVLrCI9rE57sJCkvNtVttOvcB2giPWn8RXUgP8WjbVQiPOBFO29VW9UGgLbIvVlpppdRX6DfsV+YaT2AEjrYK8oCQJ2NjIBPCTN7I06lTp5Smdo6842Env/pjH2H1tfrfapx0S4c+wrOFeE/rA+lXmQiTJ2dyPyZ8fpYsCDVlRIf6EXlVdkhE3xFwyqAKBKVn7G0u/5kwZIcpH+SSLZD037zihFMm8uOwQboGehJG2vTAdmus70J00jtvQ3pCxMqvePSjvMLzxJT4yax86Q4piwjVL9OF30g0stAbEtL7zm9xWYkmDN0APa211lopn/YalU/hhKcH7w1ed+o9fWkDPNalN7JJIPfUWbIjaxGr2W6VtvyqFzkOeXJd/Ly0la+65t1Cf/LtvaodekYeyDomE2YFBc0FhcRrAvBy0mlVPwUFBQUFBQXD3pEMALP3eU88H54gjFoeBAxUXuwMFDP+jBlkEk8JXiOMNnvcMrTsycYQZET5m8F4zMRfvs8o4xnAe4V3mjCMD3EzSqvva4YLg5tRRU6eFK6R399s/EnD7+wZwgvPIVyMFqQZo48BlPeyynGQSV7yEjIGp2s+PGx4ffBo4LHDoGXgMs554TAIxcFThjEpfiCT+AFZwTPQ0jH65UGDMKBLewkz2nl5yJewVTA0edJYMkU2BqY0eJjQnyVWvGPoDBEoXoYi7wtGKQPesj1LGYVBMtJxQcG4Rm7ziJN6cmx0oT/QHpEjvP0Q9Dy1MqSV00AM6QO0JwSe5xBWWZ4MxBhyT5vL7bYeyA7eWMIhRqoECkJE/+g+Ty3xa6+Ws/OE07alDf5msk04nlt50kIa+ou8zRBZEYH6HdBX6nPEx1MOgSSvnh/ZZIZ0xC1cvf71WaOD3E/SAWLI0tCfcoqQPn3pd3le6seQTZbPIpuQrYg9y0f1v/XI+lGedJDLKBNQSEz9qvqAKPMey32bMqrm3yfn2d/q94x8nf7VM1s2+Xg3VcOBd5W+18SLflyZgHSzrr0zyewd65oPebJeqvnL8M7gJYmQJId+m75GBHHn/Im7+t5sDGSQfn1+CgomJBQ2qKCgoKCgoKDJglFpyZSlQ/YF4hXnw6OOgYyYswyLAek7g4b3xIknnpi8EBh0lk/xLPPh/c6AZdgilrLnAJLPEiwGBkPUBwll3x/hxIE4tOSNp4b4GX3Z0PAcTxLLpuxviwizhJe3jr2HxMfQsi+fPYp4QlhyJG881XihMR6l6ZplejxYjjrqqERCMqAtVcoyiAMB6DoSjMFKL65bFkUH9lJidHs+6w/JxquQUUkHiD3GJz1Y3kUOeZU/z8pfDid+8ohDvjIYXGRDdJLNX3lgZNrXyVIxeUQM8vygB8sN6YknBrkOPvjg4WGRH5lMKCgYl9BO9AeWGFp6iADPh9HVQxvXHnh3ZZKmCn2N+Dzvrz308p5z2hdvK4QWTz0naSNQskctbyztBfGCxBAemW2/MukipTJRkwmYDM8jiJBztufRHnk1IU1cs4xTOghD5Lm4kevi55WVJxiQNvpCMkhTeogsMvCmMkFhYsTkAs8/95E4vMS0V3Ei8OlQP2fCRPw8tqp771UhX8hF+6Dx8PNsdW/zKjLhZelmJpcy5Mn7wLPeBWQzyVMfrh48KRGknqUrctAHucitTyeTPNNdhvwiSHkfy6MJDl6Y5PNX2StrcSBX6UadoEP5UPZk0+dL0+QJr0j9IdlHBOWDWJS+OmMiiGdlY/WRXtULcsqPPKgr8op0U1YIOF56vAmVl+XkJojUM3IgAHkrykcmY00O8cATF/lBfjIQqXSWr9EhZKJZPc9kZz3Eqc7x9KOngoIJFYXEKygoKCgoKGiyYEwyMBjA1Q+DipHBIOExIhzjmecDI4LRhCgDhh0jhkcajwuwpEkYYLAguhikwBhnaACySnqMPWRXjl/4emOLIclQE54hiShjiFTjYzC6J6x4xJvzA8LLr9/u+549KBhw4szxV+VnSLvuGgOPIUo35PU93ydfjlN+GUvZiK/K79kM16VLh+KRn/xMRk7Ps+JkOAJPGNey/sgtj64jH5Ud3YibAYtQUY7FgCsYl1Dn1FftAGmMpOL96pAKBBSSqp5MQvKox0gXBIx6re0JJy512F57CA4HB1g6qC2AcOJEiFvyinyxjJF3l3bhpFrkGSJdWGQc7y/tGbEhPn0XQqTq2Zb7ARMQiDokv8kFbVw7JaPneM/JowkPsiPUES2I+gx9ovaHxNH+3EM6mSyQLtJIHnkO2iNUH4jEQcyL25J5bVc+7Zem70Tok4Xe9NEZ+may++tADJ6+vA5NIOgXeDXTdxX0LH4Emb4r91H6Gv0l3dGn/UURRiYz8mSAtKXnGXmjE30ar0HlYM9OBBM9qRuZpNRP5b0Tq/29yRYTSbYCMEFCz+oO3V911VWJIKMvdUlZmwgSltc0GbwHyGgyQ3nbr1V5meyhV/nJ/bE6pO/X9yofk0JIWhNPyhKpJ5z+swr64i3nkA4e6soEeaYO0qMJGUt8XTcxg/TUBsRNv67zlDahoz4qK7KQzbuU97RJK+HIJn11yJJcpB+yT17p3WSY7S6csG4ySFz0o+7n+k4nSFHlWd/2CgomNExUa9wjn4IoKBgPYMDjJX5ul3Nj2bWXbbhaUDBu0OXqLnHktkfGhQ9eGIuvsnjD1Z+P3r16x9aLbR2LrbxYHHPVMQ1XC6p47dnXYqcVd4p9T9s3/m/3/2u4+vNx8u4nxwM3PhBXv3B1TDtTOam5Hl8P+Tp2WXmXNOC/5LFLokXLsXNw0itPvZLiPfC8A2PjnTduuDpy3HzxzXHanqclbxQGTgZjgQHE8GIgFhQ0BmQHYsBSXIZfFeoUo/yIvx8R6/1hvYarBeMCn3zwSWy75Lax7FrLxt6n7h1TTTfVD0ia0YW+6cueX8YVJ14Rt1xyS1z+xOUx92+GkdTw8fsfxx8W/0PssuMuycN1ZMgnkCIJRgTp+WSZs3cbQsHH7/y9ivyc6/l5fyGHrY+rihE9n69VUQ0H+X41XPVeNV3Xxe1aNY/V9CDfy+Ch5XAFS/uRaRnVtBvLX2PXqulUr0P1emPhqnJXkcPm53J+oD6u+ucbC1evj5w+VPUF+XoV+dn8XPW3v/XxZ5myvhq7n7/nOEb0vf4Znxx/RjWc5/Lf6vV6mSz/5cXOMzpPpuRnM/yuL/McH/ien8l/68P7Xf3OMxQBivC1zx4Ss6BgQsWPe7+CgoKCgoKCgoKCgoIxRJu2baLzsp3juUefi6O3PzrO/MuZccN5N8SD/3owXnjshfjgjQ+i+0fdo8fHPaJf734xaMCg6N+nf/T8uGe6/tHbH8XLT74cj9z6SNx00U1xzoHnxLE7HhsP3/pwLLjUgtG+Q/uGlMYNEAdVwsN3H9fz7/y9ivxc9Xnfq2Hr46piRM/na9VPNVz1fhXVa9Vw/uZrGfl7vl+9l8EbzGmmPM2q4UaUTkZj1+qfr8LvfK2xcL43hhw2/83X8nP5emPPNxau+t0n34fq/er1KvKz+X71d/V53/NvqP6uv++3z099byyOelTDjex5yL955SHReFfna/nZahzVe1C9X30moz58/XeknXR5dxYCr2BCx49bc0FBQUFBQcEEhzxY/u7b72fLfy6qM+8FBQUTDiafevLY/YTd43fb/S76ftU3Hr390bjunOvigsMuiBN2OyEO+r+DYt/f7Rt7r7t38tbdYfkdYueVd4691t0rXT9gkwPi2J2OjfP+el5cffrV8eBND0b3rt1jlQ1XSZ59085cPKp/LfDAs9yySsAUTDiwHNaS3l+6/C3htbTZktyCggkdhcQrKCgoKBivYGBoE+axRQCJJy3LmHii8K/gx6DzKTpOEQP7DYxXn3k1en/Re/jSljHB0K+HxmfdPos3nnsjWrZuGa3bDtuzraCgYMLAxJNMHHMtNFfseNiOcdYdZ8VxVx8Xux69a2y666axwnorxHyLzRdzLDBHdJq3U0w9w9Qx+VSTx9TTTZ1+uz7fovPF8msvn5bhe+7Yfxwb5997fvz5+D/HvIvMG5NMWvZELCgoKCiYMFFIvIKCgoI6JJf+mgEyaOCgseqVNGTQsJO4yobsI0brNq1j6umnjucffT59+nw57AS9MYHn7KH0RJcn4t3/vZv2wpukRdF9Y1Dn19pqrbRB+vG7HB8XHHpB3Hj+jWkp28tPvBzd3ukWvbr3Gr7sjW6/GfpN9O/bPxF+lsDR8TMPPRP3XHNPXHXqVXHaXqfFZcddFouuuGjMs8g8DSkVFBRMSGjZqmVMMc0U8ZtlfxNrbrFmbLnPlrHXyXvFUVcclYi9E687Mc6565y44P4L4py7z0m/XXd/79P2jq323So9t/DyC6d99dq0a5PezwUFBQUFBRMqysEWBU0C5WCLgl8SyKPjdjkuZpp9plhry7Vi0ZUWjY4zdBxG7jXs0ZGWEaT/hv2NWk/63bD/JYLDhycTEnBAvwHx5gtvxv033B+P3/14/H7P38d2B283LLGCH8CeSP/627/ipgtviraTtY2Z55w5ZppjplQW0886fUwz0zTRbrJ2yburTfs26US2wYMGJ2Ip76nUo1uPtKdSt3e7pc3V7a307Tffxh8P+mOst+16Y+3QhuYG9VTd/89d/4nnHnkuEaDtOrSL9pO3T59WbVol3TGg/VW3hwwekur514O/Ts8j+fp+2TcdlNFpnk6x1OpLxaqbrhpzLDjHKJPX5WCLgp+DcrDFhImxebDFxx9/nE4KHTx4cMOVgoKCgoIJCU6oNoYYX/dfLCReQZNAIfEKfklYUtjlmi5x099uigF9B0Tb9m1j2lmmjVnmmiVmnmPmRCRNNuVkaePuVm1bRdt2bROZgcRAZvBM+urzrxKB1PXtrvHJ+5+ka7rb5dZeLv5wwB9i+lmmb0it4AeovZH69emXlnQ+dvtj8dLjL0W/r/ol4sgnEUF404alscjUTJrmDw8xpB1yyb5MPMFW+t1KscCSCyQvjoIRg86QcOqvDee7vtM1eeGpy+rwoP6DYvDAwckDD6E92RSTRYtWLRKxajnuzHPNnIjXWeacJS2Rm2LqKRIZOzooJF7Bz0Eh8SZMjE0Sb+DAgdG3b9+ftaVAQUFBQUHTRatWrdL+i8lpYzxEIfEKmgQKiVfwS8OeXu+/9n483uXxdELelz2+TMtrBw8YnAi7RBTVBvjIIvu3ITQQTMgle/VM2mLStDQUyddhyg4xV+e5YsX1V0zLCnk1ja8vhfEFdJu9u7JX3cfvfRw9P+mZvO0sTfaXx1cmUnmKtZu8XUwz4zSJcOW9h3xVDpZ0lSVYoweeduq2up72KKz9Hk6WWmZeq8ITT1TTKVKVd2pD3dcO/B3TOl5IvIKfg0LiTZgYmyReQUFBQUHB+IxC4hU0CRQSr+DXgi4SoWc/MJ5J9v6yzJC3HjLPh2fSpC2HkXbIO557yCR7sDlBz18b+w9felsw2vjRq6qxN1edbgtR2jRRSLyCn4NC4k2YKCReQUFBQcGEguKWUFBQUDASIILs/2U/Nhtzr7bZarHZbpulJbFO3dvt2N1in9P2iT1O2CN2OnyntNfd5ntsngzEJVddMu0LZglnIpQKpzTGSJ5e1Y/ltPWfujAFBQUFBQWji+uuuy7+9Kc/xXbbbRd//OMfY+edd45jjjkmTShfcsklMWjQoIaQPx+vv/56Su+LL75ouDL24cCiW2+9Ne6///6GKz9Ejx494qCDDopDDjkkLrroonj55Zcb7oweXnjhhTj//PPTUuR6DBkyJO6+++649tprG678EN27d4/TTz89evbs2XClcQwYMCDOOOOMePLJJ+OGG26I559/Pp544onYf//94+9//3tDqJ8PclxwwQXx0UcfNVyZMPDWW2+lOv755583XBn/cPHFF8dzzz2XVgj8FPr3759Ife1sZH5L9r+8/fbb45Zbbok777wzHnzwwfj6668b7o5dkMOem+ecc06SL+ODDz6Iyy+/PLp169ZwpflCf/fPf/5zjPuaMYF++7LLLovHH398lOrO+I7iiVfQJJA98Q6/7PBEjBQUFBQUNE/ce+29cclRl4zQE2/FFVdMnlYFBY3hmmuuSZ6aI/PE2+OkPdKETMFoYDy3Fj796NPYb6P94k87/elne+IxohFbXbp0SSTRAQccEO3atYtHHnkkkQcHH3xwtG3bNm18bt+kPn36xJdffhmTTjppTD311CkORqptITp06BCtW7dOJBWTa8opp0zXMj777LP0mWeeeVI8jHpxTj/99Gmbjgz9n8kp+/VJe5pppknx9erVKz1DPteqE1iIM2SMeK+//vok25///OckC9JCPOS599574+qrr44//OEPKU+zzz57ejanJ+6OHTuOMD2yCf/f//43ESBnnnnmcD0gEOWvX79+cfPNN6e/xx9/fHzyySfpGXmU5rPPPhuHHnponHvuuTH//POn+wxtuph22mmTbuGrr75K5bfLLruk5yabbLJEBiD3tt5665hjjjmSjOQiX5s2bVI8Dish/1RTTZVksNeVe74L67syQ0Aqn969eydSk0zzzjvv8PLzvDQzpEtHPsrbPfrxXRk6fEtdEk46npcX9UV8dCAfysJzwkL79u2TzpUTQlF8wvjQfdaf9JQhuZEUiCfxyh89CJvLQjzkkD/PqBfk9gzZhFPH1YW//vWvseCCC6br9KeM5YWM5CKHPEjTdfmSXo7fb8/SKV06HGCmmWZKcdGlekF2aSoDz0LWr9/yRFf0Uz1cAGmrnKUrfXoQTvzSzM9qd7b32GmnnWLfffeNBRZYIOmV7NqFv+IgDxmQ6dLZaKON0rNkyToVLzmEV59zvn3oMrdV5URX8qfu5n3Vch7JqT7/+9//TiQxUgno6M0330xk++677576A2VcrUfqfs6v+koecoFw7osHZp111pR313x8F15eyKJtiEd50rc8yYP6Mvnkk6e0hSW738pV/RFmhhlm+NFhD/QpXnWPvJAnJqQjz+KWHj3QuXq2/vrrxxprrJHCSYP8wqtj0hIvXebnc110LdczZS0tefQcHQuT86PM5YfuTjjhhJTe73//+xSuKaOQeAVNAnfccUdsueWW8W3tn03UCwoKCgqaJ+zB17pF62RYLr744g1Xh3lqrLTSSvH++++nQWdBQWNgeDDOeB3VkzS8d9Zdd90YOHhg2kOzYAwwHlsNDt5BuhxxxBENVxrHqCynVY9uuOGGRPzy/GIg8lBieCKZGL177bVXLL/88nHeeefFSy+9lIxGBABD8qSTTkpGswlocSHREDLLLbdcItJyH/bQQw8lrx/bBPAkY8QiEPbbb7/o3LlzipNxyzOQcZtJNZ6Bfp9yyinJiEUkyDsCDhj1ZOftIz4G7CqrrBJrrrlmnHjiiYmAYRjThXTvu+++2GabbVL8v/3tb1Pec3qM4KOPPjoZ4OKTHsNeemQ58MADh5MazMoqiYcERaoiG8SFSOHheOyxx6Z8IRh4O/JMuuKKK9IEjTwgNxjq9E4Xyy67bIpDeDLT6yuvvJLSk08GOXL13XffTUQUvdEp24F+5VF+Vl999eRt5l2CQFAuymLuueeOSy+9NBn7ym2zzTZLJIs433777aQP5ei5XXfdNekE6A2JCHTaqVOnJHfXrl0TcWQiQVn5nctAvaMjZAfvK3mheySnSQjkBJnUoWeeeSbFTw8IDGGRiu4pB2SW+iSP6pJn33nnnVQvX3vttVTGvCyFVXb0h4TxjD7Se5YcCBokLm9KciCulROyhk532223mHPOOZNn4hJLLJH0qt5La6211oqllloqLrzwwlRHZpxxxlRmCKDTTjstXn311aQv7RKBk8ORXTjemfKpfYhLH63NIdOVK09Yes+kyw477JAmY3jX8eTS3yMkxUtvJnHeeOONVAc333zzOPvssxPBywNL3UbiHHfccUlH9MMDVNziWGaZZdJ3cZJR3VIfkEnK05hEnVDWQHcIT2GAPo466qjU/uRHWdO1bR6efvrpROptv/32KQ0ehcpEPVPHlLGP+Px2HehDXRaH6+JQ7z1L16D81In33nsv1ZNMwqpn2qBntDPP3XXXXamdKdfbbrst6Vz7nnnmmWPDDTeM2WabLaUtj/Shbt50002pfskXUpQ82jsgyE8++eREnOkXt9pqq5hllllS36Qtu6atbbvttql+i0f+yaktZxLvnnvuSWVBDmnKk3anLSsr9YB+la/6rH/UL+o36FY/R375Vl/JsPHGG6c6rO9W79UZ5VFIvIKCXwgffvhh6uR1ogVNF0PffyOGvPZMxJDBDVe+x8TTzRytFl0hJmozbGBUUFAw4cIs8hZbbJEG2BkG1GbKDc7L0KVgZGA4GKQjU6rg5cIgZqgXND8gChiLSIaR4eeQeA8//HAiJkwuIxkYwJbhMfAZ2EghRB3DkpGOVEBeIEQYkbzQGNPIBECkiGvhhRdO3qPIK2kiYxZZZJHhJB7DmLzSYcyq34xmkxuuISp4pfzlL39J8SJryKkPRXowahdaaKFELAiHpEIKMO4RTZlAQwwguq666qok0z777JOMdmQIIooRzwsOMYckoXNkAEITIfDUU08NJ/GQVsgBRAfyCclAHwxt8tGB9JAFrtETIgbpw1MIsXb44YcnYx3xkb2RMonH808cyDxkIoKF3MqWkU8n5Ec2kXmuueZKz7AlkFHIOGWsvriuzJEfriEEELbSVaZ0Lk88eXznEQ68NREP8saTynJieXr00UcTYYW4UC+QUDzIxLnaaqslwlBYOlX+5ERkkkXa6ohriA2ElbLYc88903uR16KyRFAgo3htSYseLIcWThzIVQQiXSGZ6Z4e6BRRQ0fSlCckjXJYZ511kg6FQYIA4gQJhjBR38WhDG688cZE8vitzL2j6e+www5LMvEWEz8S0XsbmUMHPOxXWGGFRPzoq9V36SHCkHLIWu3Ah07VIyShugrqPjmUmT5e3VN3xYko1i6ULcKGXuSH/Noa3f/ud79Lci655JJJl0j5DTbYIOlKnpGwZNdWpI9wlleeZvSOFEMEqe88c5Hi2rb6oy7Q/aabbpranzqr/LSvTMoqU22MzvUL7FtxqCc8UeVH3aA3dQ6hqg2rO/SA4OKt55ryAnrO7Uf+lSWSzPtOPUDuGT9pL0huutduXZN3efS8eq3e0RO59Xfi0cepJwhwS37lk+cjKFs6Uc+0FX0A0k0etEHyeEa90JfSnXLTV2mrmcSz3F7bETcSlb60H32YCQP1z3JnMpJNf6nO0SevWe91OtK3kRWZqi9WV02uqKvy5n4h8QoKCgpGFbWuZsA910a/K0+N7/r3abj4PVoutlJ0+PMxMcl0wwYNBQUFBQUFBQVjGz+HxGMs8zDhzWJJHMOQgYoUQSAg3BjKlpXyaOJpxcDklcQjBJmCsGBIAmJBWL8tpeOJx7sG6YYYAHEy2BGUDHiGLc80xjNyx2/GM0+j7L2D3GOU8+LxYdwz7Bm6yEfEGiILgYEQ4SGDCGF0IxjkHdmB/OChxShnqJtUZ7yLg8cMWRFo9Ml4R3YglpAPSHN71TGgyY7I8DwCAlnB04Y+EQYIKXpBLCJeEBvuIz2QGiMj8cTB6OfZJQ7linjwvHCICCQFEo83HrkQNtJEGG6yySaJPKBTxj3TmG6RAGuvvXYiOuSH0c9TTf6QjoDEQxwgYZQtjz8khHpDdmGRucggulcPkBbIFYQE2ekF0YJ0ck3do2t5QQYqX953iDI6V/cA0SnelVdeOclmSSG9IvF4BCo75If01EVkGKKMN7t6w3uTrhGt6p40kbVXXnllqjvSAiQeok69RzIiMXk7IQ2RKXSxxx57pHrmeXVNOasXdCku5C9ZpUUOekBa8QxVLspIGxMXMlY9UIfFIT35z8gknrKYb775UttASmkv6qV8aT/am/yRnS4eeOCBJG8m8RCNygmRpg4iQBGbVRJPe1QO9IdgpBN1SH4RkvQmf9JGKCHckJTa8z/+8Y9ElHmGDulPntVF5JtylK5yF4f6qi+xbYj80DUSH1GI+NK+5Jueya/uq7ug7NVhJJsJAPVJ3eGhhtASt/qsbajz9SSe3+qteoNAFr++TV1UJ8VN1/oi8tIHz0xAbuo39HXIQvnVbrQL5ahMlDvSzjXkpIkEdVXdrZJ4+iFthi5NXKhn6ra4EaMvvvhimlTQHyknOlYP6A85r43wdtXmfEcWqh/SV6/oBXnbHEi8crBFQUFBQUFBQUFBQUHBaALJYIkoYsnSQMYvD7IMZABPEmQSMop3Dq+sKhjqCBlkAwIG4cFgRxaMCAgPXnCIQ+GRD9V9qhio1fsMXNcsg0VkSIdnDO8WMv4UpCcfDGT5QEz6Kz6kDNKMMe97BtKN9xeDHBlguSLwQOJtRWe8aqrGNFkRYYhCxB0vvFEFDyikpOeUBRmRVeJk8NMnEpDMDHrL6+mM7v0lIyCPhAfkoHwjp+QXoYtAGFXwerLcEImE2MhLEOshTWSJZYrZ+4jO6Ylc8qAseaMhwJA/iB1kpKWt6uGIIA5kq2eUuzqKDKavUYX0kVp0qDylp96C+BFnua6pB/JJp/TomrL3HamC0KVLZBbPQuSp38gcpJMykifedMhmRJs4RwXVND1DVkSi6+qi6+qqekpGbSTXT23op0D/9CAeuvA3gz7q7wPCikzSQIKp73QGCLfqPTLQrXwjsZCRCGKEmvowImjDdIYgQ04iLMkirz7ipgd1R/q+k0/aVciD++RxD/FPbwg7ZBhPNn1Y9tIES7lNCLivjo2oLpJROUhX/Mp5RCCDfpQOtGV9VfZ+zbJ5Xpz5N73La66XoI4rY/n3UdbNBYXEKygoKCgoKCgoKCgoGE0gjYC3CU8mSyOrZAAyCoHC68UeZTxYLC+rggHqWV4qyDaGKAO8aozWg2FtuS0vFIe/8QqsHgTkPgLMdUvhxM+YRThawskryvW8l99PgbHMkEc28eSST95qDGskVd4zqxoXwiAvIyUjzzlgSPvwTOMhxLgGxAdvJ/cQMOJF/mRS5KdgGwaeZnTN24hXID3wkkSm8X7jlaSsLOPkuWh5JF1bUiw/CAleO/kES15FufzE2Vj5jQzqgg+9eU6cSId6qAO8xhAT0kLyIBulzUuN1xavPUQOokQZygd5eMR5fkRAiMgfbyb1K5ddY8/QBTJO/SBrhjzY/4/nE/KL3nJZ+41komN1Sp2UHqKUh5i6YRm5uoj8IYf4s/cf7zO/pUFW3ly8AemMLOreqNRR4L0mTfriXSYN+hYvfapf7tGx+omUJjcZLa39KSBwLQsWh/xUSWty8izTzumBBx3wrFPHlRWPWZ6HyDugJ3rmjUu/ylQd9gw90otlu7xHEW+NQdtQB3i9KV9pKUcENmgHPGv1RTzb6FSe1at6Io2O6ATB7Tn7/8mj+OjM5AIPv0zIg/vaq7asXvpbrTsZ2pz46Y7XHY++EQHxyfuS5yIvRvKLUx9EBr+RwEg69Vid9lEGCPAM8fB6dI+OxddcMMlRfCsLCgoKfgF8/c7/YshLT9S+/HhPvElm6BStlvxtTNx+8oYrBQUFBQUFBQVjFwxspEPejH5EYDTzMELUIU8YywzETNwxSC1ps9SSBxGyicedJWm8USzb4snFGEWWWWJo+aC9u7InDsNUPPa6Qmox/C1bs2zOsyBd4RBwee8tMiAseLUw4O39ZIlY9tZBWpCDkY5UICcDXvoIAc9YfsoTCkFCXka/767nfEuPkSxtHlOMdcQLg5x3mTTIxiBH0MgHT6DsccboRk4h/hAWyB9ECCLHdbqQHmKDvj1Hb+6LF6GASJOOPAnjQzYkjOcY6sIgNXkwkY8HkbzJE/0rH+SLpZTIJXohE6835Caij16QF2SiL7LQsfAIFd5GljLmQzaAjAgZuhVeXMhTHkd0SH759CxihtxkJad8Qta9fKgn8ipNOhYGeYJ8EKc8Wv6ILEFI0akyRWaoz8pJedGpPKk70lTf6QQBIi35QMwoX+UF5BUfMk0dkyf1ASmGDEMCIYnoTJzgWflBoCKP6J5HHa9DMpBFmtoNrzLLObUD9cV3HoH0Ru/SVT7yjAhC+nqOdyLdZIhTG+HVp/ylrxzIwMtUPsmhPmqPykQ50g0iFgGlDkpfWasXykfeXROPOH3kmUeYOkcG9UI+EapkRBIjVXNb9ax2jHwTjn7pWlyIYfmxPJ33J/0jwT2j3avflrKrP8oLWYbItoyUXMpCXRaH/JJLmauL2oL0EIv6E1554pV3S1DJyetWmaoT5Ndvyb82qg6qc+qyNkr32gfdq1/CZPJO+aujGcpBfVSu4lMm5CQTncqXMnaPzHSjTtGLcOQAcuWJBnGq/2QXt6XvdEI2z2sTytBSfTpGwNKnpdF0TVfKXH7UUeWu75J/MiHHcxtuqmjWe+LpNHWGOoWCgoJfF7rKaV5/ImZ5+s5o8fX3M1cZvWeZP95fftMY1P77F3VBQUFBQUFBweiAMcqQGxFGZU+8guYLhB7vL0a+/bXGVyAaeW7ZWw9xhbyxpxeC45cEwsRyV0t3ta0JGchGXmD2ykOhIAkR7pk85zXH6yt7/1l+OjpLwgsKRhXNmsQzO5XX4BcUFPy6SPMdj94aE938t/huwI+J9e8WXDpimwMiOg7byLmgoKCgoKCgYHTBA2Rk+30VEm/CBk8t3leIXp4/4yvYr5ZXIox4FiHveB390uBhysuKZ9fo7KPXHMGDzLJoZWPpJo80HmAZeYk4qFu8IUe2l11BwZiinE5bUFDwy6DW1ZTTaQsKCgoKCgp+TRQSr6CgoKCgKWPUdoksKCgoKCgoKCgoKCiYwMH/wZ5eNoYfF7ANkCV7tgUan2DfsHvuuSftsWeZpz24Mqx8sll99kIaFQjrFM3GnrFZvj3E7N01vkN94DF33nnnJf1UDzv4ObAvoKWZ9YcP/BTIYx8xG/mPLVl+afB0sy+b5avqgT0JR7Syzl5q9t0766yz0smp1157bZPeSkt+7JFnGfW4gHrVpUuX4afnjgj6H+3ciczCN3Ygy9iA/Nqj035+jcHefNLX5zp4ptrvgPruoBYHg0xIKCReQUFBQUFBQUHBzwaDMZ88WT79k7FhA/KCpgd12SmOlhL6ZIPXX7+RCog2BqTfytszflfht3jc95fByhjOz6gj+RnXXbNc79JLL02HCGQgMDzvI7zf9c+TzTUfyOkI4yNtyM9meTzvfm6/2VivxieMzeltkO+0SCdhIu7yPUtUnShKdnG6Ls7G6n+OF9HkxE6b92eZfNxHwiChkDjir8oysjhzGci3cDlv/pJLOGGy/rM+q3G4BmQS1vO+V2WownUn8D722GNJP+IWh+vS9LxP1qvvOS5/cxn5XoVTWp0Gizx1X35yfOC7Z6v6cc/vfJhAznO+l3Xnes6L75DD+WR95TqRdVIFnYjTfeFAHl3zcT9DfGQVp+9Z7+SRru85LXG45iAFJC/i5j//+c9wOatwDdF51VVXpWX0DrNA6F1xxRUpPver8kgvy5rzl/Oa8+57lsdzuR1l+eqfd01+/Ca3sNVrIF3XxCdunxwux5fhOXlGCHveJz+byy/H51OtA1UZ/fa9Wg5gea9l0f5KSxh/q/A8Ul77sxcjebT7jKr8PpDzTk7xCQP0l9PI+vBXONflRV31gXxdePcQdNdcc01aUm6Jsr85jPTEb59LdUD4LFc1veaIspy2oMnBbJcGW9DEUOtqJn3irmh5x6W1Hrpfw8XvMXS+JWLw/+0VE00zY8OVgoKCgoLxHQwnpxryFjnooIOS90QZWg6DUwL32GOP2HzzzRuuFIwP+KnltIzRU089NZ0I6nRKxqV6vvPOOyfD2jjUNYfnnX766fH3v/89EThOeHQCpwMT8smHSK0zzzwznaho7ywnO4qf14l9xhicZFl55ZXjlltuSUSYUxl54fzzn/9MpzcyTKWL0EESbb/99mlPN4at8fAuu+ySTn4kx0MPPZTa3yGHHJLCIMkYvvbycjqlEx2lYwN+4Zxo68RT4e25Rk4nZu6www7JiBeWsf/nP/85nfToGpnox0mgTn2UvpNX//rXv6YPAs7BEYi9ddZZJ8XlZFWQd8Y2L0bfxSluuuBBxTh38qkTJE855ZR0suRhhx2W9Otjfzins9JBPhGUwS7v4tTmlC+S1X5k8nv88cenUyydSMmjR1rSUTbKaf/9909pXnfddYk4FO+hhx6awpxzzjmJ8HDaKg8mXmFw5JFHpjx73gma8q1ekAvZQSYn9To1+OKLL06ErNM19QdHHHFEeu6tt95KpJOTSnkcOrnTvawrZUl2J9kiI+RBWfE2O/jgg1M4dcKJpkgMdQphs/vuu6d6gmR2mioyLOdZHE7w5Ol10kknpWvqwIYbbhg33XRTOrkZAbjnnnum02Uvuuii5AGl/p944onD9+RTJ8V7wQUXJNm8A0444YREZv7rX/9K1xz44PRZ8amLiDUnuQrLa86hD/kQSrokL8LGQRAOHLnxxhtT+1BPPbPrrrsOJ3oyEMHeOw6YkAcEj/iQf9oi2S+55JKUjrqgbjtpV50TLznoxHMnn3xyIn6c7Ko9nn322clL1GEe6orTTZWxU2qPPvropAP60WaUhfQQ0upIPvhCPpTBvffem9oEvci3NqQdICeVv/pD3+qFk1b322+/1O60AWQ53fm7ySabJPnUDWlrQ56TH30E4lc4/YL6p77TOdny/o/KyHXxiFc9dEKs8ssndsuv+J0UTFb1RDo5Dm3bRAP56U69pQdy+U1X6rpy5c13//33p+eczKu+KiO61y6cIq1c7Seor3CAijak3vzxj39Mf/UN6pJ6q/2bRKBrexLSif5I3dEfy4/2YM9Cdd0J0bk/bk4oJF5Bk4JO0WDYC1WjLmhaWDm+jA2GdIs28eNZ1Fe+axc3tJw1ek30/QaxBQUFBQXjLwzsGamHH354Mm4YDRMP7BPzzzBFQ4gJF19/82089V6P2GPvfZLRXTD+4KdIPF4oTuNkBDIozz333GSUMlSvvvrqRIgghCwB+93vfpcMdOQN4xjxpz0w9IGxjAhAICDUeFUhlzyjXtx1112J9Np4442TAcoYZyAz3hn9DGjEDEIPyXT++een8IxWRjJDVhqM4wsvvDCOPfbYZMgbLwuHZEFG5KWwBxxwQHqWvO4j6RjHiDKEAyLJ8jlxI1EQf/JuSRsChwwrrbRSWjp61FFHJYOdThB50kJ0MrgRKogfeUAqIQOA8Y4scMoqmRAFmaRbc801E8nhNxINoUYexAuCicwmCXheKRcEGDzyyCOJUEBsyWP37t2T3vxdf/31k8FP/8IjuhAH8iOf0udpJDxiE5mpTJBDjH/EDiJNXshNvwgGdWS99dZL5IPvyJCXX345yShviJqFF1441R15QATRD+IEqYccRp7JBzJ06aWXTuUvrXyaKUKE/smJAKZLzyAWxcUO8gz9IM7IimhE2CKU6WSzzTZL6SGd6IN+kJbqgHvIG2TK1ltvnQha9c+EjLJBZtKXtoBURvAgpAApphwQOw68QBKpg8p3jTXWSGF5byGttQV1iDyIYgQjXUvTybd0KD35EYd6pbyyV+fISDyEGd1rc8gwRI7yRbDNN998iUCnTx/1AAGkXv/lL39JYZCgykQ9YF8igelXOarj2qW6rL8gu/az7777JtnJKy0kmfapPZEBYaWuaON0SQfHHXdcSpPeevTokchJ/QcCklzKS7zKGQFMBkQcEkveyCjviD9tDZmlTpEX4ae90ik9kd1z5PZOlg/1EOEF6oA2q72ps+oY0kufhrwERBh5xUf/ylO9ziQf2dU39QpRqg3oi/LyW/fVGX2LcpdP1xDt6hhiFTGuT0EG6+PohUzqqT5Gf6mvXXbZZVOblB9tHeEurDqH+F1ggQVSn4dQ1NeoD+qsOqV8kLT029xQSLyCJgWdoY7JQCXPBhQ0EdS6mqEP3RRDrzun0dNpJ/nNctFih0NiomlmarhSUFBQUDA+w1IbBAIjEIln1n2LztPFOb9fviHEhIsPv+gbSxx/c2yz05+SfqpgmDJweTHVL3UqGDPwhOEBh1T+Ka+LUSHxGKwICuEYq8afjZF4DEheP0gYBiPyB9GDQABGuzbCwGUwG7u6l71G3ON5w/OMge6jTvAgUW+qJB7SBJnlGUY58gaRjuwSl3vIJmQD7xZkgn2ixMM7B7HEOEb0IKsQCYhEHmI82RAPTmxlHMu/5xEKrvF2QXyRTxz+MrLFgVxBaiBHkGbIBHk04c74FpfnwT3xIunIhMBA3Mij/gTh6Rn5I7sycF+eEaSMdR47iIJMSsgfPcsTrzhkF4MfWcFDETyDgEAQ8LaiN+SIsLzEeAQiGJBUyhCpgXjg7YhYQzwpV6QG/ZIJAQbIFsQl0gIhwosN2aoeImMRmwsttFAiZpS/5Z7S4amGUEN0IGQQemwcBBYg8ehH+kgIf9UHnmRVEo+3IwJDGDIhlpUxAgtRRw+86NRBnp7S9ZuOEEMIQDIiJ5UDgnHTTTdNZKD0ES3qACIJsQ36MPVZ3adPZaqt0B0dC68tqteAMOPlp/wAka2s6T574dHxnHPOmYhahKu6TIcjI/GQjIg4npEIMHUSwaX8kFB0qD7TGzIbyYZsoyvf1SkkHNmRPfoR9ViZIOWVh3aGKOMFqXwRRYglJK/41S26QFbyokU+qt/qEyJPWWujiELp6ifUD3tLIrd5sLmmjbuvTbFz6ZVs2qW+SnlrPwjBTH4h611Tl5UFslI58WjTB+gT6U19oVvIJJ7r/urL6Fv4fPowEo/e5Fs5qtPqBB2BuqQ+qm+5v9H/8Ch1nU70l+r1888/n3RH7/pMbUd/Qx/0pZ6pg9KUD/Vb3aBTdUIbRjBnEg/5p29AHusflIP6J190Q3cIaO2d/tS15oiyJ15Bk4PO3Myfjr18mtCnVmaTLrR0tNyl9qLd8+QffVpstGNMPPnUjT9bPuVTPuVTPuPlpzG4PKF/Jva/EcASKMb9AQfsH0cdeXj5jIUPMoRhPC7QoUOHtLTN+DN7BmW4jphBfDBYebMxikE4hiUyAGHAIB1RmxGPe+JXP6pp1IMxj8zgQcYrRd4ZyZmY5KWCCENGig+QKOJHdOQ85HsZVdkQKMhOJAMij4GOVMjIz+d487jcX3kh21xzzZWIgOyFB2TP6XvWB5GDtHOd4Z2Xk2Yw/JFpvI6QBuKogi7EI04klPQRC8oNSUP3SAVEH88kqOYVxKkckU/k5XGlvDKky7sHSUJepAKyZWTIZZplq+q7mn69LFXkZ7LOkDzym3/7II94Z6kLyA+yIUxGhFx/6Ei95cXFA0oc6rBnlTeSBJmM/EHO5KXEgHRCvCFDxaFe0ZdlrUheeee1KRz4jShSt9XPTIKrZ8hYzyPqhOEthyxy7aegbBHsiHVlJA/KSVxZ/1UdAlIKkapu0Jl6UtUHwgr55fkqquWk7HPbpid1p75eZmgTygnUT+GQZdJV33i/IQczQVoFGTyf25O8KQ/eddqjpdYjSndkII+88xJEhCHM5CVDG1QuuT36jmzLII96s+CCC6a2hVRTtuo6+EtfnlWOSEd9k/JB3LlHBuHkzwf0WyY1lCX9NAYTJ1tttVWqK4hL5D+9AnkRsEhbciGO1dHmiELiFRQU/GKYaPpZY5KlVo9Jll3rR5+J51s8otWPX2AFBQUFBQXNCYwXhMJineeKx24+Jf5z66nl8zM+D1x3fMzZafpEYIwLMO55F/GcQWYgxzJ4nCEiGNiMTh5Rmdxh1PJeY+AzmBnbiIRMJmQwYBnSDPJMDPCwGRGElRYihGzICN5LvKwQUGTh5QY8n3iI8QpiGPPCIr80GMtIFkRIPXja8MJiMCMN6g1heeQFJR5y5ziQIAx8hBsj23JJpFeG+HL6ll7yRrV8GLFj+am4xM27jV4QNLx8pS9v4hW2CoQLEofHD6Ipk6r0IB/yjTTh6aMc6oEoseQV4YBgAHJn0lJ75TnJUwoJSP95z7ORQV7IQU/KQBz2+BsdKD+eZcrKklT6U/bqIuJF2cs7ktM9eaa/TGo0BnIhX5BGmaCzh6Blt67n/PEyo0/EnrpW1bvyULelKT6wfNHybPGKB/mrDWQggtR9epYH+lUXEFlIaMQO/SpvHn31eRAfIqmqd7LylOPZpS6RiScX4ogHFtl4rNE/XdGPMuB1SK+8AIVRL6r60D+PrHzlS37lA7GLjJKf+rYN2gGo72TTrpCMkPWkDKu60lcgU7Vv7QlRqy7Jg3qsXvPuzLrXXkYHdMt7LXsBI9mq/Sf56ALZKQy9khXkUd2zdFZ50TN9Aa9C4S2PJxsvRO2LzuWBbnPZ8JpVNpZPK3NQ3xGq+lX1RBnU61R7Eo+yQ2rTk7Dah3LmtateaMuuqWO8I3+qvTY1TFJT3FEN3wsKxntoiF4QXMU18oKCgoKCgoJfBwbejArLW5AGlscsNF37WHehWRtCTLjoPXBIXPTY6/GbxZZI+qmCAWUZX/vWE8UBu20a0087VUw3zZTlM4afKSZvH1fd+GC06zBVWqpV9ZhpDLwzLCHltdEYlA8SAbnAuGc8W8bFQGToM56zhwrPI8avJXjIKkvOGL8IKIa4sSpij9GJpGL0I7yQUUgpBBYj1xJKxjoygvwMXnulCc+IRaCQy9Ix13wsabVs0JJJRBZix9JCbdHyVvJIGwGJDLPnFg8VeTCW5qliuSAD23dLBHlTyTt5yIYYRDBYemeJGsJB/ozHGfaICR57jHKGMkKFfixrZKCL05K27NWE8ESoSZ9cSABhECCMb6QF3SJb6I7OxYkAQzpIh27klw4BSYdUQirQuaWEZBSnPFiOJy4y8BJDgJBDedCRPPOGol/7acm/OOQXQUBGcvEco1/EAL1l4hI5oA4oc6SWfOXyVHcQqEhWZWdJIL3ROXIHEYQEykQx3eV4yU7PmZziFWfZNlhaLbz06E/6lvQiudRB9QMRl0lL+kI0yY84pHnZZZel+qF86Jgs6pR+3b5lPMwQedoLHWlb6g6o+9JyD6SjzOgAoei9YD856bgGCBfX5Q9ph7RC7CkHukD+8O5DKK277rqpTJWtsqJL9RrZqA7n+uQvnSGx9Kk8wshqOSvSSby2LlCP5JP9SHbhET0OWSAXObI+7OlHJjrlPUZeukEKIXu1BzL4Lj3kMf0B4kr99Dz9a7vasTyQDzls6ak6qb2oT+qp9prLHbQzBBoyC4lKL7ms1CNx87iUV/2UD13Ik7xYTk339KZt8z4UFpQbolc8dGOpL/l4sOXltP4ibt1HmikP+dC+9E/uKwtlLS7PShMxqv2otzyD1QvPqJvIR/tI6vfULfvi6b+0CWWubtEjgl9bo+PcH6hDftOnMPpbEx7qvzLVF1i6LD3tgicpGexzqH0KT49kaS4oe+IVNCkYhHD9NVuk0y0oKCgoKCj4dWAZC0Oifk+8c7coe+J99EW/WOy4mxrdE4/Rxsjv0Hpo8iLLRm7BmKH/gEGxwkYHxLQzzZmM6p8i8X5qTzzI5lGOq95cct21+vuNpV29l5+pf7Y+HqiPqxoOctjGriGkGM70of4hQ0b2bDXu+u9Qfy9fh5E9B/laFfX3q7+hPs4R3a8ih6ney8+PzncY2T3I16rIYavPQP1z9XE29j2j/tmMxq7na/XxVeOt/54xsjgy8rUqqvdBmPo46uF+Nf6RpZXv1/9tDI09DyOKF0YWrppWNfxPXa+/31jYjMauZTT2LLhW/Q3Va/l79dn8PSNfq8ZTHwZGdr96DynqAAuTFfbEQwpWw+ewI7vmt+/V69Vr9X8z/IbqtYzqvfy9uaCQeAVNCiMj8XQgo+tOXFAwKjCD25xmb34JeLWYvTMbxpgAs59m6xj6eRa1Hp4zOytsMWzHHGYrzZBa0lBdolFQMCbggWBvK7P6VRQSb8QoJN4vh3FB4jV1eAfwiOFpxitoVPYXKygoKBgT6G8sheUtyTOyrJYb9ygkXkGTwshIPC7dTqQRpqBgbMHeKpYQqHcFow4vdPvHMPCdTOeFbhkF13xkQN5box7257GkgXHlxLWCMYMJDacBWo5heUdzm4Es+OVgUK49W76FDKiikHgjRiHxfjkUEq+goKCgYEJCIfEKmhRGRuIdffTRaaBsrX3es6Gg4OdA92gfE/uLOJ69YNTB6Hd0vT1xnBjIC8AeH/bMAids8dCzl4j9NOxnYW8LRN8xxxwz/KQ9xq09d+xtYQ8OG/DWexTY48V+OfapyZv82hdD+SGxPGu/EHuFIAl98p4qZg55/dmfw34d9igRv/s29vXb/hritjeJPT94ZeqLqvLYu+b1119PebEfSt6UV/6kUx+ezJYdkM1+H/JOXtfIl/XhmTEBEg8JqhycEFdmRQvGFPbxOemkk9J+M0i6KgqJN2IUEu+XQyHxCgoKCgomJBQSr6BJYWQk3pFHHpmMDaRBPl2qoODnwOavNkG2IawNWAtGHY2ReEg73jw20T3jjDPSxtc26kVY2TT4L3/5SyK3jjvuuLRh8BFHHJEIPF62Nti12e1pp52WvIGy0YsEs2GteGyMi8yzOfA555yTNgKWHjIOqeU4fEuLhD/ssMNSus52srmvDZlPPfXUtG+QOBl3yFvLgZEUlgfYUPjggw9OG0SLkzynn356etZeIMg+xrl+av/990+E4gYbbJA2060Pz0vRKV5ewUg+stksmRciQhGRZ7PeNddcc4wIuCqJZ/PfQuIVjCm8b7WXQuKNHgqJ98uhkHgFBQUFBRMSyqihoFnCAK58ymdsfArGHuiTl2zWK285pJhT0BixvNwss+WthrxyqpuTxQ444IDYfffdE3GP1KvOPTmxDzm20UYbpXAIMPHzoEPiOWHuxBNPTISdU9Z44yH7eN057Q1hx5h27D8POnEg75CC9hPiWcdTzklniDyn1SHHTBpIi+ec9JAXZHSCH4/Dd955J8knv071El5ehHc6GQ9Pp5HxcHLKHZINsScNOnFy2W233ZZIzYKCgoghQ7+NW1/8ILa74pHY8apH0+fgm5+O1z/9KkY2G62/GDhk6A/6jYKCgoKCgoKCpopC4hUUFBQU/CJgRPfq1Ssdc2+ZqKPoecIh2T7++OPkPVZvaCPtDj/88DjkkEPSktV8SEaGQxsQgIg2RJglqH737NkzLYHllWtfQ4Qb75cOHTokTz3LXB1tb/k9go/nG+LOMl9efOTMafEizMtapcFbL39H8knPst399tsvTjjhhES8yUsOgxwE8ZAXyUcO18XLG8SBAUhD3k677LJLIiAHDBiQnisoKIgY+u23ibAb+u13sfdqnWOP3y4Ys08zWZz14CvxYa8Rk92f9xscf7316fjPO93jm9qzExK++ebb6PH5V/HeR92Hfz797Ita3/ZNQ4jvMXDQkOje48uajr5tuDLh4ptvvkme0bZbyJ/6d8/I4F1jIokn9C8FaXlHeu+N7/jkk08afb/RsXe39+qoQn4981O6dt97fUTvVWMPXvQ+jcHzPPm9p004jun72cShyceqvOSy8mN0Jhp4/htLiKtaT32MZxrTx5jo96dgTKOuazNjC+I0JhwbEy/0akyW46IXXuNjUwcjg7S1y8byQgbll8eLI8PI6uaoQH1R90aEn4pfeaj7dDemh6XpF9X1al3xW7pjo6wnNBQSr6CgoKDgF4GX9bPPPpu81myWzzNuiy22SAdf2LMOeLXlk4ANzp2uKgxPNktq61/09p0zKDNoNTDgXecvggx5x1gwUDKA4RXHk65z585pIPLII4/EUkstlUg4y1155FlSa8krmRB/owJed6+++mpanuU5BN3IgLiTt969e6fBm30AydOpU6e0/Pa8885LHnoOAEF4FhQUfI+O7VvHb2aaKhadpWNsuujs0brFJPHEu58lgq7PoK/jsbc/jftf/ziefO+zGPT1N/HhF33j2Q8+jydqv/sN/jq+GjAkhRfmv+/3iCGNEFrNBb2+7BNHnn51bL/vmXHIiVfEwcf/PQ49+cp48vk3av3k90a+PvTfT78a+x59SXzVu3/D1QkX+mOe0nvuuWf89a9/TX2xZbqjSuR5J9xyyy2/GFEA3ql/+9vf0vYT4zvohld6PdGEYDIRZpn+qMJ2ESYCPTsyGCNY1u7U/MaA4PjHP/4xfN/eeiDwDjrooLTdx5lnnpne+Y0RZT8FE5PkRXxl2EZD2Y1qfTF+MCZ6+OGH04SfOurk/9///vfpOy/+xkhGhBH5TWCOLRi/2G5BmxlbeOWVV9L2KmODkLadi1UOWbf0cv311yci9pcgjpSFOmW8Vw/7KCsvdWlkIPs111wTV111VcOV0YO+wfY0xt+NIcev/jcGbcvk8imnnJImuW1bMyYwcS8O4/IMbdKWHWNKik/ImOQobhAFBU0EXrJe/vaK4uFSBYP8hRdeiO233z4Z5AUFPxdmjf7+97+nZZDIlYJRh8HRyy+/nAaZBi+WjxpsI9IYR/4+88wzaeBnYMnoscwVwWeAYIDvu8Gc5afCmAnkBbf00kunfeSAd5sBhoH5a6+9lkg/YTbffPMUxgBKHAjEDTfcMJGFPO8eeOCBmGKKKdI1cbimD0H2kdmMIw85+9aZybWE1iDDPn720EMo2gvMkl/hpG9QaGDumTnnnDPt62eZbjW89JGF0uH5p89iHCLwLC++6667krHBEENQ2v8vk5qjA8aFPQmVg8F91ldBwejCwBvh7pRubbQK7ZcRt/baaydDgbGy0HTtY92FRo0AHx18/c23iXTrP2RorL3gLOlay0knjlc+/iI+7T0gFpmlY9zzate47ul3okffWt/9xFux1GzTxge9+sbNL34Qk7dpGUt0mibufPmjFO69nn3i5hfejwVnmipmnLxtim9sovfAIXHRY6/HbxZbIumnCmSQPXxbTfptbLvZamnyYlzAXnFdHn42fv+7leKo/baOjddZNj7p/kX89/k3YqlF5qn1w8MOCWLK8s4jxmKd54yWLUa/z/k18fXXNX1ed3+06zBVqqc/pU/96zLLLJM8uBsDzxDvKwbmn/70pzT5Y+zpwKXHH388be2gT/W+0U+bPLLXqneaSRpjUF5S7mk7ntHfe8Y7wztL/+x517wfGPLXXnttepfwzJZmly5dkqzin2222dK7KsN7FfmDCNBGxSMOEz/eSf/617/S87yAjGHIY+9W+9Sqf/LuXYsY4EnuvWnyC8FDDn9NMpkMowvy82D3Lrbfq3eM32TKe1QLT3668D7mCe+395DJLWMC71bl411INu1A+uLh/YhIcN/hUN6H8iBNk2r1434Qp7ToSH68y3k/kdl7mK7p2fuZTkzaGVtk73phXffeNw7xvl155ZXTeECZ269Xfu2PSxbbbdCncrQth7iVMd17hytzaRt7yI93u2v0SS/Ky/vfuICs4NR+xIb4eNJJz5iJPjt27JjGFO4rI/LzhDIWsT/vlltumcaniBh1BMkif9W6Iu/KVHnpr9VjKxLEQVZlaTyE5JGuvJPDGEZdyXVJHtVthCZ9eVb+PUNOpJt8ImHVSfJLVxnQGRnFY19k4yryCusZYzLlqJ64b1WCOkCGDHowJveM5+lD+p6nQ+8jW6aAekUGeZJXulIO8kr/0pZHBB/5haEDdU8YbZmuhKM3OlT/cp00HrW/Mf0gUunCONOhaCaScx6MZbVN/Y1xbxXGi/ToOeNUz5FDXVM/leH999+f8qU+aTvyQU5Q36WrfyGvtq8clBOZEMZ0RA/KQTtV9rluSFf/Ij/ql7q/4oorJtntJy1dfZE2qXyQxNqUtig9uvWsNqKt051yUK/oTnsQpzyKjy70W8suu+zwPNARPRjnay95rExGYehFWat36n7B9yjaKCgoKCgY6/AyNxjYZ5990iDIS/+3v/1t7Lvvvsl4YBjYC08YBz+YyV1jjTXSS9sgef3110+DOWEcKCGMWXBhqqSWF72wiP155pkn7SXnZW/Q5Pp6662Xltjaq44HXva623nnndO1bHwweiylFYfBtXsG6WuttVZst912KYywPO2EEY8wq666ahp0kNPAxADJ4RvyZUBVDW8mkw4M3BFr4jZIFb9nyc7jw6CfDgyYsqFRUFDwY0xaa1dtW05a62+G/Z6j42Rx+HqLpaW2k04ycfzvky9i6dmnjc4zThUbLzpbTNehTXSeaar4y+q/ib1XWyg982LXz9PfZo2afvTJk9b6xemnnTKRdr379o/b7/tvHHvWtbHbwefFG+92iz59B8SjT70SF199T7rfb8CguOpfD8W9jzwXn3/RJy644s7Yaf+zY/u/nBnPvvR2zdj9LoZ8PTQuvOqu2HG/s+KQk66Mt9//JC655p5aPP+LoTWj9JXXP4h/3PRQ9Pqyae3viXgycZM/3ltIJ8YwgxNpzVBmzCLC9PGMcAYoUsGp4Eihk08+OZFQnuVxwmA999xzk0GOjEFKIHZ4YHteuogCRArD1/sAUSVOpAggDhjKDFxxXHjhhclgRz4Aw1ocSIt88JPfSAtGOU8kz5pkkp5wrjH+EQh+I1x4hzG8nc7PoJdHpAKjHRGCAKkSayalEIt5kg4ZYPKdPOJBinl/I4UQD2RCLnpXXnnllSkO733jAMQJAlD+EY/yRz+NgdzyQbdkRfLQNd0gBqRLd9IRfx5DeAaJgQhCmsoTSBfJapyCgECg+O4jb3SvPJQ/HbouDXn2rDjphdz0j9BQvsYl6pKJuirkC4FlPCNeab/44ouJoCGjMkGyaMONIV/3N38ykJSIvfx83rqEXPYTphOTL7nO5tPskSvISfVQvoxblIl6gvTi4aaeGP+Qm17EhzwjM31cccUVqc4gj9XhTIAhi+kOeWsSU5kBfQmDyFIeeXwGCCe6VqbukVmc0lB+IE/qCf2RRdoIoCroX71FQIlPGB/y5OWm9JNJXFCflAV9KF9jQ8SYtLIe6Ux87nuWntQL6SuDEUHfYNJA26U7bQhppj4gRZUHglq9VQZVIlCbMt4kN4JTG1KHlbc0tVl6Uu9y/c113zN0jZxDGiMp1UN51IfJj3v6IPely7GBntRNfZ52gDSUrmvaNI8+5UMP2j8Z5SvXfYRuFeqKPEuPnumNXsUl/2TJfU/BD9HsNaKz8tKqfjQGL9NRhQrmZa0D8b2goKCgYOQwWDQzZ4Z4k002SR+Emhd+vo/A4gmH8LI3HbLNoBDpxfNNWDOdG2+8cQpjdplnWnWAql9mVBmwmIFlGCHrwKADkSdtB0aIOwPZlsk1EKdrDshACPISMOgwCyxdEB/SzgDUcw7gyCdhCyMdB3JIy2ysAWg1PCIyh3cNIekZS3oNrAyEEXnyK/95prKgoKBxDBgyNHr1HxRTtG0Vk9S6hWc+6Bn73vhk/PWWZ6LvoK+T914V9tV7+oMesff1T8T+Nz4Vg4d+E0PqwjRH2OvuvQ+7x//e/DD++8Jbichr2bJF/Pu//4v3u34WO265Vgr30OMvRdvWreKJZ16Ljz/tFZ/36h2vv/1Rre9rlZ79pMcXsdcOG8QUHdrFnQ88Hf0HDopbuzwZb7zTLbbZ5Lcx+6zTxe331fQ6+Ot4uBbXoEFD4tmX346etXhatmxa3n2MzbxMEQmhv29sUgWpwEbw/uFxaQKGwZ3BAPYe/L//+7/0fkI4sU1M3JjU4ZnCiGXget/p+72DvDMQad4bvK28Y/I7zHUG+GabbZY82z2XgQxgPDtZnxehCSrGMeIN4bLccsulCSWkJPKA3CbKyOf7VlttlSaYvA+RTeRi+8iDiSVEAA8g9pR0szcZUgAxaJLMe887nYw8kDyDTBCePEBvCA7vRO93h1A52IoMxgaIFO9FnkcOf3LPO7kx8A5STt7fDH+EVRV0KV7pe++TB+gewcnzzvPyDMglRA0dGpcgVLzT6Y8cmUgRb/aGky96ER8dKFvxIcAQI+qOfBgj5HFQhniMW7bffvv0nLIyjkBSIYKRtuQeUf5HBgSIemdbEmVMV3SPMFNGJi3VVwQdEsc1dcqKB3KTS51QRsZFvPDII4/bbrttyg8vO/mXD5O26go9GcM48Iu+eBnSo+viNrGLwAPjOvLRJVmVEyJPm8sgo7ZhzEhG9VK7kxf1VxmQQ71EPq2++uopH/Vjxgz1y7hRWsIaiyGfRgRtQJrGaVle5Yj8VFZk0NaR3PTmGr1ZeVElI+uh/ai34pNHbage2qo2Qbe+V+GaMaNyMLmgXNUTZaMv0obli2xkynVXO1Fflat2ra4qP6Q1ol8bFh6hhkhXHvqiTAKqz8qR57N6gajWj/HWV4f1V8hshKZryke/ot5UoWzoyGS258ikHiBZtQPyartkK/ghmr1G9t9//1QZqh9GktP/zHyNaFanCh3K8ccfn9zqM0tfUFBQUPDrw8DC4IOxYPbRABVZWFBQ0LxhSvX9z/vGuz36xIIzTBkDhnyT9sPbdcX546j1F4/pO7SpGV61gW7NSJhk4mFGnGW3PO92W3mBOHbDJdP+eiM92raZ4Ibb/x2HnHxlHH/O9dGqxaSx8drLRvu2rWsG2SQxV6cZYvHOc0WrlsMIogXmmTUm79AuXn+na7z7YfdkvC40b6dYeIHZY+lF543PPv8qevcdkEjB3n36p/315ptr5lh+qQVjhy3WjF23WSfWWGnR6PpJz+j2aa8Ubs5aGtJrSmDIHnvsscmL5JhjjkkeJgiM6mQQMKp33HHH5K1lnzJGa9W2YIQy/Bm9dIk44kzA+8j+qzzRGMG8sHn18N5GujGYEW4OdbIHGzIme9qJhxGOjGKg82LJ4C3DUQEhwJhHIAiPGOT1w/7hqUQuJGCWm+cMT7ZLLrkkheGFl20ehjb5pUcu3j6IEhNQGYgd8SMwjj766OHbREgHUYEA8a7ORBQCBCEjr8Lz/Mrp0TECDSmDSOVpSPfy0RjIRcd0IX6yNEbc1EN69Og5z2dyjR7kz6FavLxMumXyogppyJ97/ipL5ctrS57oAlmFLFJG8oXEqCeLxENH7lv+iJhSrxCHygcBQ4YxAaJLfSRfLgu/eW7x+FL2JkNdlw/1hS4QcK4jZ+wVTBe8ojLkpzGdqCeuuy8uv5UJXfOK5GmlPYlXGwPhhPEM2XI9r0L94RlnRQZ5qh5d9ClNcitPH3FmfVfbRwaSVv3jFUoexC29Z3imWofEte6666Zy0C+ok+o7IlqeXKNTdR45TibEkzpF7yMCmbPO1WPtd3QIK+mQjZ7pjV6yLsUpLu2hHpnEzPVXHXNN/eUtqf7qE/RNjckjDV6cnpW+8pV2fhaZmHUhrDj0ST71UPeEUVbKH7FPfn0D5HpS8EM0exJPo1cpMeQ77bRT+ngxcAPVEZgNGxk868XC9V2nMKIXSEFBQUHBrwMzhpbw+DA+DIgKCgqaJ57/sGecet9LcfI9L8bfn3gzFphxyrTXXatJJ47JWreIu//XNe11B18NHJz2wkPW3ftqtxgy9Nto27JF3PHyh3Hjc+9Fz76D4ssBv9zhA78W9tpxg7j2/APT59gDt425ZpsRc5DuMa6qfMdEE08Uyyw2bzz8+Mvx7gefxPxzDyP17nn4uTjrktvigX+/mIjPFi2GkTGMLgTgJJNMHJPU4mrfrk10mnnamHLyyeKO+/+bltTONfuMPzCImwoYnAxLniTZnmC0MvYZu9mIR95YNnvAAQckjyPXRwQTT7xnkHOIPHaJNJB0iDNblfNY4oWF9LKcjvcSD51sjCszBBejGdHCPsnw/uNBbnkcMo8jAgPfb0Qhr0Lf85JgyzxtZ2H5mqVv8mNCzJYTjZEfPGyQFZ7PXu+AMGC08zBHBNpIn72FKCA7EpFhL00gMwMfgcJRAlnGwxCQEeQWl/wjN3joqGuNQX6QCPSunDLxgBBB/uU064E8ILPn5VuewF5e0rZMUDk1tp9ZY6Bn3nryajnvoYcemsqQR5my4BWFwK1fTsu25EGmfMmAHEGqmJS0lFZZuzYmkD8kCwKNLvxFmHBq4alJvzyxEIaZiFWfyUkGhKSw6glPqTEF3fB64x1Hrzz0qiTwT4HsPL0cjKCdaTONQV2p1n9/c72qwj11xrJg8SHftW9QdzKhBnShvvqLyEPs06uyUt48LNX5PfbYI3luKm9hPY+s1FeMCLleqKPaM49LbYlsnquvKz8FXmviVJ+VpfZH9/XQTyhf3m7KWxvVtyE3eVKqv8bTvA5HZUytfSCs1X19DPLdJIT6j2uhP20aQV4PdZIM/so70o5nJ69Afe+Y1v3mjgnCN9FL2MtIw/eSxeDrsDRYMy0at4qFRXfdB8GnQ8XM6+A0JuyyU300Mi86+yfl8FjnkTXSgoKCgoJxBwZi/hQUFDQ/OMRio0Vmiz1WXSg6TTVZzNGxQ6w634zJq26qdq1i8rYtY/81Fo7V5p8plp1jujjqd4vHqvPOlPbME2atBWeOTlO3jz+tNH+sucDMseyc08W5Wywf63Ue+4dwjHeodYvf95EN10aClZbpnJbRPvfKO7HCUguGk2w/6PpZOvRi/902iQ6TtY1+/QdF2zatY545ZkrLaT/97IsU/syLb4mv+vSPJReZJ6655ZFwYMbsszR+gMT4Cnoy7keoWebJO85kkeVjlrUx/NkUyBdGpz3C7P/KO8d9XlTZw8X9HCdjmlFq2S3Czl6qNoIXxrI1J3Ja9SMOhqv4ePkhBBB5yBgQHhkiDiQYQxwx47q/loaKj0zsG44MCAVGOdsFycFDiNz2dnVaKsKNBwwCjQHOC4cxjRCoeo7JmzTookrykc3SPAQIm4tdxHjnXWhZnuV+CEz7kQnjg6hELCL8LOuUHmKNp6A8k0v+kXfICUSfpcJVSJd89IBcEQ/yQB6RM9IXhqzICM8jC0AZWWJqPy9ljICVNwQem47+srekOOhXOUqvqm/wXXkjQDxLz8qSjYmQUKb0z/Mrl2MG2ZCP9gxmm0pf+SCIkEWIlZxOBtmr18Qh/XogaiwVVVd4dCKg1UP55uVHv7wm5cvzlgM7aR9B5YAwhKZr2kImQ5FdmRjiOagdXHXVVYkEzHmjj/ydvtji2hCyCHGNJMo6lK705cEz8ksf9ovMQKqpGzwH7T2nHiKB6cGzPrk8LCVlvyNR2fLV+itcJqXsZaf+21dOvcl5EocyQzhp/+qLOKSH4NZuEWTIXbpVZghR+/ORwfJc7U39IYe2jKTXb6hLGdJR59VbbcB37UpbueGGG1LdQ8LlcOLyyaCr3AazLpFuPohxZW71obajPqn72XmJPqVjVSJC1RJ0cakXPG3VX8St+iJuetZm6YgO/XUd3PNB8qr7yhffou5bKouE5slp6xt9QBVkNhGhz0HyW1qsTiF8c9spaBwT1Rpes3Yt4yprXbWOQGUFWVaRveSw5/vtt1+6b78GldILDPOtkZpl8hIx66TzEIeOXiM2O6Ej0FAxzI5Fx8Kr3AXjBjpQnbPOv35mQMeuI9QJ6LAKCn4uzGQZlBoQmmUrKGgqMMi2f4z3mXdVHugVFIwuvG956liVkPeHzLDcxRIrxiojxf0tOg8jxyZ0fPRFv1jsuJtim53+lPRThXEj46ZD66HxwHXHJ+NoXKDXl33i5Av+FcstPn9stPayDVeHoW+/AXHRP7tEu7ZtYtdt1o7H/vtqXHXjA3HaETvVrrWOMy66Jb6r/Ttgt83ScuT/PP1aHHf2ddFxqg7Js+7j7r3i9FpYfcwptTRef7trTD1lh3QC7lqrLB4ffdwztt/3zNh2s1Vj561/eDrv2IZTeFfY6ICYdqY5hxMSIwPiAlExIgOR4cr4z5454uNlgohgcDJyEQ8MVwYnGyAvY0NAKE/hGN6uIxxc4xWElEFKIQbEz6h1n90hXnEwesUtvLoiXfFWSRr3EHXIDt5aCCIeaIxi9goSzD0eS4gcecqeZn5bFmhMzXgnG+9A7wntGNHgPlKGsS9c9m5DGLJ3kG+W1lbBvkJ8yDuCQZy+k0c84mXky7flmsIjGcWbvc08j7jwm47IQBY6sv8YeS0DziAbcskz9OM5thxdSpse6cTzCEnh5CUTNspCnuiKjMIjPKrPC69c6AYJi8BRJp4RNx27Jn3PCict99Qbf/1GoGR5xJPLk5cZwoJuyKCs5RtZhfRCcEgvQ5sjs7rDFqJHsnpG2daDnHSpHktbvfQ31y/6VfbKVRlwTvGX7HRL59JQ15WdsMpS+ea6TCZl6r746UN62duLjuSdDsRJbrYaPQsnL/JPD9KxF6AyyvsIS0fdoMdcd8ShPIVHsmlr0qBD9V+dJ6v8SV864lHnpEcv0lf/yOLZDLrM+qEL99Rjz5LRd3VNfMKJizzat3TIyobIBCZZkKa4h1yWJgqUmzyIh67kxe9MzPu4Tr90p25IG+iRztwXv3ok/VxmnlV3yUAeeSGzsgdlJU79lzjpSjuRR+1KnoUH13yXBv1LV37pVhx0Tk/SVUbaPyJOHVcunvNdOXgmE7zkogf1SXrqnO+2yEEwsu1z2IIfYoIk8YAHnhkGjDMGGjuuYXCBzZXGhugIPCezcKfGxmP1NXgMN+NeB2bPAwQg0s/1aidQMHZRSLyCXxKFxCtoqjA4KyRewdhAIfHGDOMDiQcDBw2pGZURrVv9uA8YNHhIrY/4Ltq2aVUzIr+Nvv0HJi87+wgOGvx1Wgqb97ITzom1DNSWLSatGbnfpLAgDXGhzhCALWr3P+3xRRx56j/jL3/aJOabc+YUblxhbJN44zsQBmeccUY6JIPxb2N79k7V42hcwJgonzhqI3rG/C8FpIplxtoOb6XmDGWKsETOKltj0J+q0z8XSBn7PiJ9LIksGLvAHfCi007HdVk2deBVjDcczDE6S64nNEwQy2l/ClhvnSTG33JZMx5eEvhNrHEmizDBmGp7FHCfxTRnrzysvPDNnBMtKCgoKCgoKChoImjTumWjBB64jsADe9o5dRaBB61btfjBYRQTTzxRTDl5+xTGM5nAA2mke7UPAu+t9z6Oq29+JKbtOEXMO8dMDaEKxhaQdYh1y9NuuOGGdPLjuCbwgAeNJb+WCf6SBB6wx5CuzZ3AAx5UTi+2zBPZ/0uQPuxb3pWFwBs34C1nqWgh8H4all1bjlsIvJFjgiTxuG3aaBJRx/uOy7xTbG2KzjNPxeEWmlFtcGZHrH23z4JjpO1f4GVWvO8KCgoKCgoKCkYf3373XfQfMjTq50GHfvtdDB76TTpANoUZ/PXw32Mb4hz09TfxTS3Ngp8HJJ/TbPfY4XdN1mhlK/D+GhPwlOMFPS7BaSA7EIwuRiYfL25L8+rxc/TxU5CmvFQhPTbXmOCX0D/ZyDgi/dOVPJHD8sDxCeQa3bKUjzGtbz8HWX9jku6vJXM9yD869VHZqFujAm1V+6mivq36jvMgQ66zro1uHSgYvzBBkHg6Wmu07QXhYyNLm3taCmsjV0s0rWe3EaSlczzuVOzc4KxdNwgRDuHnhCQN0iyJj/hz+F+7oygoKCgoKCgoaEp4r2ff2Pu6J+Ltnj88IOyFjz6P/W58Kj7+sn88X/u+xaUPxkn3vBg9+gw7NXBs4sv+g+P4Ls/HA28M2/i7YMwx8wwdY42VFo3pp2n8BMnxHQxjS6Cvv/76hiujB0tOHQYwpiTUqMCeYTaut5/V6MIWQ06jbUw+S9kcqGG1UQYihN3kkIhxAdvg0Hcmu6RH95brjwkcVGjbpHFFUrD1nJRqqyX7l9WDXh3C4TAIS5DPPffcZGeOL7AvvOWKjZG1I4LtEuQn76v4S8Feavauf+6550aLCANLWNV1B5b8mrAdj+XRo9ofCKsOjwr5azsLW15YDp0hzw5QyeSedsTpCIdh30Px40Ls0VdPABY0HUwQJJ4OwIETjsj2sReejt3JKzZltbmozRdtILrWWmull68ltjZi9HL03UalTkuyH5u9hfzOx21rDDz3dNSj0uAKflkYDOj8nQCWP/YlqHZ4I4KXtBO61KHxFWZXnPA1KvkpKCgoGBEYJga9jA9/M8zcOr3P/ku/5oBPH6dP1qcXNC8Mqo3J3v28T3z9zQ+NtNYtJomp2zkRMuLZD3tG55mmir1X7Rwd23+/zHNsYWjNQPywV7/oM3DUDduC5glkgcl/h9rZY88Y0ljL5u7/+9//kjFuXGiPNuN+p7wKZw9uYFvYW8zm+u4Zd1rFk0kTzgBW8xiL8hrTpyH9xOGwCuFseI9Qc026VQLDfUSMfbxtUv/888+ncDk+cNiAdNkoZGTI+4jfstQsn7yRzbOcFdwns83qc5r++p31IT0yk4M+XCOrwwyq+hA3eLfQjTyL33uEDulBOHHIYwY7y8GCNtkXxuEOZJQX5KVn6J6NZh9z6UhfOBAXco18rgnvHcb2o5ccHyJDfL6TmVzCiK8qP+LKOBsxyCZAcJKFPq3sogvXPeOaQ0rEJ0w+xdRSZPK6Jpw4PUd++iS/Z9SzxuD9p474INSU88MPP5ziUjZ0nMMgRekUaSN+9+VLefs4cdaBEa6TW/7pi27E5/ksh7TUI+VHV1UPMfnJZa1cpeHzzDPPpGvyBZ5TjvRHP/IuTXHSOdnzM8qmOs5QhmRW3uSQH3XHb4c/gLGJvCiX3I6k56AFSzLZ8eq39NzLYxn6V65ZfvFqA+JQV4UDZSxtusIN1IPujJuEoUP5kU/1SzlwEtLepCmdanrKKJc/Yt1BD+qdD+LXM7nOGP+A+MntGfVaHav2D/om/UcG+ZSBuJQnneI96C/X8YKmh0mOQqs3Y+hMHDOuEXup+uhMrfu3h4SXnxNqvCw0cpuHOiaaR57TdbwgVXREn73w3M9HbjulxdHNZgik4b7rv8S+FBMqvDxuueWWtGdD/UbtXgg6uO233z6dfpNhIGbvEB26ztnLQ0erM3Pkez4dqh46arNsnnFQhvowPsLLzYyNvDiOvh5eEl4W8m/5uL02Cr6HAacXtgGLvqAK18xoaesbbLBBw9WCgvEfBnQmngz2nIY2Ku3e+9JBTnvuuWfyVF9wwQXTBuYGi7aN0Nesssoqw082GxUYTOqbGTA/590oH4wFs8hrrLHGD7a8yCC/MAbzBswFPwSjj+Hv/diY/kYEg3zGwh/+8Ic0FqqCQcDAWXvttdOJeA75Wmi69rHuQrM2hBg19Og7MLr8r2us23nWmHay77cnGfT10Pjmu1pf/PU3ce3T78ZnfQbGPNNNHjNP2T6uevLtuO+1bvFJ7wG13+0S4dd74JAUzx0vfxjv9OwTU7dvFc980DPatJw02tY+L3XrFW90/ypm6zhZfNirb/zjv2/Ho299mp6drFWLuP/1j2Pe6aaI+WeYIv79Tve4+YUP0jNkmrzN6B0OQ5aLHns9frPYEkk/VairDuJqNem3se1mqzXZJafjC76u1ZPLr7s/2nWYKtXTn9Ln7bffnmwBJFFjUD5ORzRuYgz7zkZgqHfp0iVWXnnl5MnEM80Y8rrrrkvGOMPdWIzXmjGmsDxikAv//Oc/kyMBosVe2uI2FrUdD8PfoQLiQDQYc9x8882p3SEtXEe85a17/Ba3vCLWLr300tQO9X/atv6e9xcPJMSA38bBntMX2z5I386Lx+EJxrn6BnlEKIiL3eQ9QJf04b60sj6MN/W1F1xwQeoHkAzIAQSWffqMtcnDLjIG5TVIHgQRm0k8p556aiISEDJkdBiTsb2xPh3SFQcLZBUd/eMf/0gEHcLHNfLZNw5B4764F1poofTOkYZxPC8octIXWZQZfSE+xI1kIYO47T/nt2fIKg3lKT+uyZu6Y8WW9yK57dEnf8IgXdxXTvToN9tQ3tmf9KHdk0ddYlvwQKQ71+jVNSd0VuF9jshxEKNxqfcbQky9QzT5eF/Lo/e+8nCPc4lryCqknfEsmRA/SJ1cLnRv1Zl6IS4Elt/qknrkHUA+BJNDItlD6oT6edVVVyVdIrjY0nTCySWXNZ2TRf2mZ2MMulOv1T8EF3l4k6l3+Zlsc6kD6ijde4YO6VQayClt6phjjkmEonwrX+VOv+r6lVdemd55tsFSR5Svw77Y89qauiBv2rM6oyyUO1nIZS87etFelan3nDpWtR0djsmrDQFJr3Tt8Bz5ZVdoI/Kj7ioDckpPmXEcIoP2QB/GOspIXDgI3z0jfXlaYIEFUjwnnXRSmmxVXvanxFvk/kH9t5+/Oqds5UXftO666yZi0QFUdCzf4qXDcXm4UsG4QbMvMS84e9xVPwiP6oBKZ2xZrXs6AkaKvfEcWuGoZkw+Dzz3EXY6Tyem+I0D1Rh0rDvttFPy0CsY/6ADV4bKV/kjAXVkeabCwAOZ4+Nl6aNjs9ErUlBH6yXoPkMIMQYGafl6vpbjESfokH33nOtewK5lNBY+x+nTGIQxyKk+l5Gv52fJaBBnQOglV33Wpzp7A1neLAN5xZHlz/kULschTI7Hs43FP6LwVXmk43tGDu+acJDjz/KIJ4fLcE0arskH5PSr+YI8SPSCKygoGHbYk8Ehw067MQBkyOkPwbXcvqptWd/gmo8BPhhsMo4MZsH1HCY/51pul/X9WbUtiz/3A7k9++T+wXcDYwP0HHfuJ/xtDNX+SphqHjJcy/HktHJ6+Vl/MxoLD2RyTX5c199BNfyI+ityCl8fZ1XerHN/hc/Xs04ZYIwNZGx+fnyHE17//sSbyUNvstYtosUkE0eH1i3jH0+9HQ++8XFM1a5VPPneZ3HDc+8l0uzOlz+KLq92jU5Tt4//ffxFIujufOXDeOLdzxIh+Nhb3eOtz3pHz74D49T7XkrPIPeuf/a96Prl92X+1Hs94pwH/xfta2l+3m9QXPqfN9LfggkH+jyGLqIJUWMcpQ3Wtx1kFdLl4IMPTqt+EB/V9slGOPLII9P2O8gnxJ0+1iSxyUGkgfEHkg7RtsMOO6S+FgnC1jj66KNj/fXXT4fvZSATEA6IBO05HzjBRkEgIGEY9CY9XEMgCLveeuvF73//+2Tgk5F8xrdkQUzKIzKAgwKyoNr3MvKRF/Sx5JJLprBsnp133jkOPfTQRO4gHrwvkGsOCfzzn/+cJm8QmeJ3eCD5EFCIBkSR+FZfffUfTcxnHforXRNJ7C92mXE8Ukefpj9k09GdfCKWgNz0jQhRNvJprCc+8YjPNZNSBx10UIo3ezwh85SZ+8g5aSBWTzzxxGQjImGkOc888yR9zTvvvCkOMohH2lZ2KSNxASIX0cURRJmyPfO4U/2iLzpHcI0I8scJRX1DqsoXnSJ66JNdw+51PW8FlfU4IsijesvhQT7JtvXWW6d8k8VEnDrEhqrWQW1B3Uc6kl29BYSb8lSu6rSy935TR8VNdsSW+kpXSCjEm2eUK3JYXtS9DEQUAgpxBcopv+8yvCvJg5BSFhx1qpNVyjmnIW7tSzx0L7yyIjvbT5vVJugBaWcstMsuu6R8Irfz+1U82h8S2XJV+TPm0Q7UeyfROgjTd4Sj+mjyAL/AQQjhC8pdG8JFeD63PySc8YxVf/gGz3BkQfaqc/KiXY0KAVcfhk61A3qTv4Kmh0K7Fkxw0JEZ3BiUeAnohJ3w5QXFC9OLkcGpM/ciMYNiNoshuuuuu8bee++dZpK8wMwY6bQNYnSqZmAs0/YyO/7441NnbEbIrKuXIKLXC9jsFwhvIGHGRngvUTNaZpiQh+LlXVj/EmZge5l5qTDKvCDBswZtriOizSaZadHpGzwYdJmJMnMp7j/+8Y9pMEUXGV7iZoy9rLxU5NnM4eGHH55kQgbSm7wZ5MirgZq46dKMkQGEPFXjbyy8fHkBuk4eLymzZeKh8yOOOCKFJ4sXvetkEc6gwwvWAIFODYyUh7S8QMlOD+KmF2SduA2yXFfWBsJm4njiGdyZZS4omNDBMNGnaDcMD/2SAW72wGPA6Ge0ce2I0aQtMxxNaG233XZp9t5z+kp9mBlm8elf3fesfkY6BtLaqYEtL4Jqf6SP1Gb1Q2bzM8llsG6QrX+Qptl5M+xk0ecYVOtbxKlvkaZZ9WpfalLD7L+09SeMH32l/oGhKw59nbjFo//W/+tTGZAG7Z51XZ+m/yB7Y+GlKz750OczGngmkIF+9HHS9R6gc/F7ZzCE9Lt0wMtNOowfhoY4zcyTWx7N5jM49H/i4VEp32TMHgpk1Ncpi6aE2aZqH3NN2yHmnKZDTDNZm+jy6kexyCxTx0pzzxCdaveefr9H8qx7/N3uscJc08Xmi88ZB6y1cKwx/8yx8MxTx/uf94lP+wyMD2phlug0TbzYtVd07z0wdlx+vth5xfliz1UXjBkm/95T9IHXu8UUbVvFcnNMF4vO0jERhR9/1fikWkHzBJKFkYtcQjxol9X+I8OJkyaE9YW8kvJkBzCUeckgP5AqDHnjN+NF/ZY+EJB0+itx6IMY/do9DyBt25hRXBnGQkg5JA0DX/z6C/2ua8ZPiELfkQGIGuNeMlQhTkQcZwUrNfQTIJ/6GPLw5DY5Iq6sD+QLfRhX8STS1/F4Mn5EWiB+PCt/9Gj8ZwytjzNOI79+0QS7+JB+2YuoMQgnHvL7TqfG8sgUzyO3EDbykreCcM/7Qz+b09XfgnCe805TXkhNf+XJ82TV1yJcM/nBC5nOpaOfr9YF+UXwKSu6agzyLBxZ5dVf/TwguMhCjjzp0hjoQN0gJ69KJI73EDJT3dL/I8HkBVmqfH+K4CGLMMoICUhX3iXKVpzkIRedVT1X1TnErTSVP0805U8WJB09qYNkhaw/H9c9L14EkrTVI+9HtoH3fHUcIB/qp3KnK3ZVfVuUHi999VY8xvXVvNNd1j0Z5E/9yLaddE20sQWRbewKZcm7UBtTvmwSaXuHyrP3tnrFHhR3bl/GNWSutjd5kp52om3Qdbbd6Fb5ywN957zTv3c1u0p/waaTJ22HHuQDuVzfrl2v1lHPCF9fF6RJBoRkQdNDIfEKJgh4eRoEeSFzLddZm2E1GEDkMDCRVAw5m+nq0AyqdN6MIGGQYIwnL2mDLKSSztULA6lk5oT7P9fw008/PXXYwnnBSZv7N+9NgyAdMZm40ZulE14Hq4Mnn5fzKaeckmZhubobkGXomM0U6twRiNL1AgHPmxU7++yz00ypcDp3s69ma8xQ6fy9MJCTZpuEyc+DTt9LyovXyzy7lxtQ0olZIeHpZLnllksvtjxz5mVgFpaMdGGGkkHdWHgvPrph5Hu5IiOBPr3E5NvAEllpOQPj3oBHHqXDSDUQQAp4sdIDAz4vS6EHRIM4vKQNLsxW0r9yMHiwRMAMr5kxA3HPFBRM6LB8BHmFDGLQMHzM+mZoo35rm/o1A13tC0m06qqrpn6Jwacd81bQz/irX2HkIpeQUvo6M/36AUtw9DHI+Gys6iMZBvppfRpDLwMht9pqq6U2ro/j0WCW2ky2gfwiiyyS5DT49qzBvz4nk4BgwC6MPo8xxKiQF3GaAddPkxlhaFJEn0MX0qIf/Yk+w6SI/Br46zfrwyPv5NEEhL4YicfoN1nkHUIn3htkAP0XfYpHWSArkW/6fOQfmHxwn5GPEPUsuRCI0vR3iy22SJMZ+k1eB5tttll67/FE9w5oqhj6zbfRZ+DXcdtLH8Thtz0T/3mne8w4eduYpGagDKm9e6Zu17pWHpGWwE7XoU0sPus08eEX/eLxWrgvBwyOhWaaMp1w26FNzSBuOWm0mnSSmGXK9tFy0u+HxL1r8duD78g7no0rn3wrpmjTKoUd2/iqd7+4/7EX4r5Hny+fn/Ghw379x+5hJ8Yx2qn+AcmgzeiLXPfRroxt9AX6NJO1yBP9zIiAODJu0QaNeYyTTEbqexD+Z5xxRuqj9IvGRfouY9PsEZWRt/4gm/GQto3A0y8boyEDXNfH6Wf0FeSsh3zoL6Spr8/x6s/0FeJEIOjXXcurV8RJZuM++bHUFKGj75aOvJCdHHl5sEld4zrjXWNJk0X6NP28+PwdE0hP/6rPRMwgU4D+vJ+QkEgp7yt94siAIEM2kdWkiUkU3pIjIxjVARNMlgJ7F3h3NAaECV2pN/Tt3TKyeEcG7zNjc2Nfh5D4y0PMeFc50oU6i8yRp1xPM6FWD+SOsbH3JdtA2SGFkXZkVJc8S+YMdUsdQIAJr/wQ0Zmc9Nsz0q8nj6owFkeSm5Cjc/XDeKFeN8g+H/aQNNRVeZJXNpvv2h+5xeGdSZ4RQVs0ZlDW6gfbZOONN07peud6f6uf6q8xjLap3arz6jq9G+uwH9Q1bUNbIo+466H8pcem9N6WHhtvZNB+lIF3PN2oX3TDJpKeckWaSrcKhKfxSW5TJlTVPW24CmM0ZaiMCpoexv6IpKBgPIROFZGm00Pg6eAQcjoveyx46WViTYeIiDJgyy9ALwIzlAZHefDmmheTl4YBCmPMNXEyZpFlXgAGP164BhM64zyLJLyXrBkZpJZBjxclw9ZgDQEoHOM2d8BgkEJmAyAvBC9SRBYwKJGLZj/lgWzk9ZLMefHiZwAbmBnY0U2eramCweylTmYvSzO55JV34f2mMzNS8i0PXgjSoF/Gp+ey12E1PJJS3F48nkVk0hFXd/k1IEPWSYceEHPKyIDACzbLRe9+mxWWnrwLI+/KkpeePJLLy9mL1aw0WaUnrDL0cvXxIi4omNBhoMcQMXjVv+hzzOrrz0C/Y4Con9NOtStGib7ONX2ENqnP0pb1PcIgkvSLyC5tO/dvjCZtUn+hr8rQhvV1CHZx6Sfy8iPtmBea9BmA+jrQ/2rT+gVymkTQH+rX9RfyU4X09Jv6E4YE4yD3L/o78ehrzZqb2Ze3PKmiz9CvkZ3xlPun+vDeO9LXhxnw0yXSjg7oVv9GR+KlV+EQkfLCkCaLwTxDQlqIBPHq2xgqPPnoyfOMfRM4+mD50h+LW9nlgToZM1HaFNG+VYuYcYq2ycNu5xXnj1c/+SI+7T0gpmjbMtq0mDTe7tG7ptuIF7p+npbALjX7tNF30Ndx43Pvxerzz5SW5E43WZu0v17P2v2Ja/X93le7xixTtY9vPVjD7B0nS/GfvcVy0XvAkHjive5p6e7YgjamjO6555VY9w9HNlwt+Dnw/l5upekbfv18MJCR4SZU9V0IIO3GpCZjOrdb/ZBxjjEjMkE/MjLoJxElSABjPv2B/lFfaHxozKY/u+GGG1IfI4z+VB+Qgawz4WBs4znjJOkbUyEY9KnGeIhF4y1LSpEc9dAfmqDWFxnjIhTl2zPyZOkoveqLXTchYRKUPkxU6Hs9z6PZmBbJYpysX9Zne47syAr9sDQ8gxhDOv1/e/cBZmdR9QF8MI0UkgAhCSGElhAIhJIQepeugkgHqR8oSrFQFKUqFlABpYgofhJUMFI+RKqEDgKhN+kdQoBAKAkkFL/7m+zg62U32VR2N+ef5z6b+955p5xp5/znzIyFV8fcmBfIcmYgX3Q9eq2xVhmMvcZ2izlkI2/qi5fgtGAct/hsMd/46j1bIuuh/wprDqPX0ieRO8qhzNqB8Vcc8gLq1pZqu3zMY8ZkMlB/9bC4ZD6x8N6YXmqesohVzlpT74geYz8dW57o1uZxc4g8kD1v9cbap3ZtQZtDgzbD5pC2RTXzD5LOvErWBdqTciCtjWV+Z+eQl7ZnEZA87E7ipd9Y+wOyRELbEWX+U0++s1XKPCVd7Z39Rh7kps8gT/UP7VXZtSfpsgfIW700Bf3JPGxLK9mY7y2y+evjXW1Sekhq3+VDvar7Mp/qqxwU1EUh3egA9SjpsddKGuTbGMzxdAZ9kAOGHVDaBN3AO/QD/QZZqd3Xp0c+2oBxSrr0BOOX8aTAOKOe6RnTklOg5SJIvMA8AQPirrvumr00KBwmC0qIQd8kYTCmaADlyORlMikoRqEw/prsvFsmZxAGTBwIMEqU8PVuzgUmLp8yKSLTTHImDO+Ig9HpvIaSN5COD+UNDMQUMDB58y5DhlEMxQnSAfEzauXbdjEKlwmzOShxSIvBTsnxPjmYWOqN4yrkQ3gGK9manArEWyb3QigW2ag3ZScHcjUxTw/eM7kjBCgUDHKGb5lwSzkKSlozCvnUjkyU5BEIfBpgqCCoGW6zE5RN2z4YKVbny/imj1JCkUYMPMaD/ux3ZwBRbinVFGN9pOo9RyE2fuqT+ihPX0YGg68piNcYKa7qWMkz15hTiK2C0peNi/IvL8Z9YaZnJDY2Dig/Y5qiTlGmeE8LjYUXr3L4a6yTN3/NPZ7JF8Uf6WisM+ZRrKcHcRrXlM346F3e44y/ptBYGVsCEGk87I679K7UtVP7/H2dZfrms+14yqVatv2d3O7DfDbeARuukH58xT3p7udeS+9O+SBts8qS2Vtu5xED0zm3Ppr2Ouf6NGHS5LT/+kNqzzum9QYtmk699sG01tJ9sgyG9FswfWGlJdKxtfSku1jPrvmyC9527T4zX9p65SXSY6+8mQ674Lb00oRJaZ2BfVKHBoNydsA8z4OfF0hg9kB/0udmRxtXP7bTGT+MbwgT53sVHU0/Z/D7Pz1D37NgYWyjH9rVgVSjvxnz9HEEkvDICWMfksV4KYyxDCEiPfGJw5hAnzP2IX/08QLpSNPYiUAoeSqLHWTB48eCpnfFx3vHB3gOyhc9WH6Mw84ckxeLAeJDzJQx03fbSxFU5EHHNNYos3zKI+KFLqgOEClIKoSRBZdCyFh8KJ7S4rQd0VwibXNZ0dP8pm8YR+mYyq5siCqkFTKCtxSCQjnUjXTIDmmFOCIjOqT3kEnmMXOBMPLrOWLDOFrSU2fKI14Enu/ka2w2bhuXzbXagXGXRzk5mS+RLMqApC1kjqNlzIHyKg4EENuAbOTXb8oiHW1BGzE3yp/FGfObvOUxqxZefMLKh/pFKAur/MpF7xcnOXMGEDeyVbrmTW2W/NgPyg30VzKUP8dAqDttRptXHm3VM/mQdiEBxU0W6ki78D77SVrCao/KSn5IIvlk2+y99965rEX+6kievIOEpUcoj+8gTUdCaD/al3YnHe2fHOSRXSF9eZKm/mSBzf+lrY54tOoH6oYc9QXllo/SphG4iC3kGblIh9y1S+SzfEurtNMCR1pYuNMutG1to6QHvAOLPcg2UY6SXuln4iZPY4Bn3iEXcSiDOtWmLARqD7zykZfikJ73C5RNGQtBTFfTlrRh45p2Ij76if5VZB1oXZiv1qk+6YITCLRQII2cV2DVz8BdhUHediWrQiaRAgOvFQsknsnVRGaViNeWM9JMGtzsnW9gYGZ8GpARTrYSWMmwSmMbgDhMALaA+r8B0uqQFRgTDPdrg6FJ05knBlWDp5UtaVNUbKEweFLgbdsygXHDtwJmsgIrejz0EGxWWSiEBm8wOSHrGNLczykOVmmUEUFJ8bBSM3LkyGzMyT+ZIO+UV37l25Yuq2sGcSukRZ4mEOUmJ2dtWOmyFVb5eQlaPSY/q9PybpXIWRbeP/TQQ3M4z8WP5JKuPFi9rYYnRwqD7XKUOGUkR4qLZ7bAWj0y4ftL2VT33N5NupQ0ZTYJ86pUBnVK0VR2k6LVXluoTexkoo6loy4oXybGstWCIuLd6mRGmTVBUkKsxFWhHtTzjTdcnxbr+0k39UBgTsPk/fxLr9YMm31zf6wC4WVc0U55RjAMpgfvINv1d2MTZc/44IxOSrxVfM/0f0q7rSWIMl4Hxl99lqJI8TXO6TcUUOMf7wiKJsXT2EmhRXZZtWcIGtMYdNUFC2nomxRV44AwvF5sKzFGMVYYncYkhoUxwVhoAUZcxgdpMtyEp/TbXloUcOkas80XxlJloGCLRxrKbsxRFivb3idn4ziDlXGjPIxmYyUjiswdk1AfXv6N+QxcBp8VdLLxXPzSZTTxWGCwisc2JYq4/BlbzUsUeFu8KPe2pCmj8cxzW3SKB58xlgyU1VZbW3CEKWewmpeKgT49mG+Nl+YO9VsF4sHcpczmSb/vPLRPOnXnqYe5Nxfvvf9hvsRiygcN5yDVxtMFu3TMW2NffmtS3i474d0pmXDr17Nr9ph78tW30uTae26WRcK5gfaDWnt/8Y1J6e33pqT27T6Tlus71cPArbOX3f9sOvrzwz/2qHtn8vvpmdemepf27t65ll6nfNMt0s/lGePefje9VvtA/4W65eczAuUZdvyF6cv77p/lE2g50AfsfkAWtEYw3ehF+p4jXqoGfHNBxzV20qfE0RphjDaWWsiiW7YV0NGNp8b25o7TVdDjzT2ILTpuIFAFXa/sZEAGs5ECrQ9B4gVaFWaGxLMa5YyhspIKiD1GmkkfSYNwYyCKkxHEOLKCibRi3FFykFkIKYMdo9CKmZUXpJMDRxnJ0nJTFO8UBqbJEznEMLbSycBBvlmFM3BajWEs+27ViHeclRr5tW2BAcb4tSqGJCwwQZOBrVPSQYghrDxnEHpPfAhKxJWVJcqaPCMDEWrySybKaVVWGQF5h0Rj/DPSyZMRLYwD6MmEcSh/ZEJ5tMrKkKdI8UxTZsY5MhIJST714eWVMW8yURcIS+8xwJF/VgnJxnN5RsIhB2xFKPGTk3IoF+PXaisZqgcGrXLz3kM8IOyQEVYiGdGICHlhLKtXRAeSkyFeMC0Sz4oW+UycMDZd+odjUufOMQkG5i7GvfpG2njHI9LmW26dSaoqZpbEo9jp74xc4yJPEP3dtjIGk75m3NF/kEVINIogI1DfRR5ZwbYabZUdKa7vGKN8N14i2T03jtpmZSHC+IAUL4sVBfqycV0aVuCt7iO0bPU1Fhi3kGVUGe8zbIW3CGJcRe4j8nhlCMPbopB4xmljklVv476wZWxRdv1feS3sGPeKV7BymyOMqfLP88MYJh2r67ZvVcNbaDBvIUERmsZ445px3cKB/5OnsgpvvFJf4kcWkgkZMuh4BZhPlBs5SJ7qXnhzjPlCPRkPjZnyymsRqWhOsMhiwcH8UxaNpoe5QeLNKSD7XGZx3h1PppX6L5S2XGHxTO7NDQSJ13LR2km8AmOcsXVmFxHpe+aIMia2NhjTLfYgupozx7UW0C99ZqVMdGztwvwTCNSDvufTWvt+IEi8QCvDzJB4gZYLSgojkJLhzJbiGYi8awkrQ80l8W66+MTUef4g8QJzF+Nem5CGb35w2mzLL8wWEi8w52CRwwKOsYTRjRQrJObMeFrMTbRmEo9n3vWPjk2PvDwh7TRimbRIt+lvU55dCBKv5aKtkHiBQCAQmDfR5kk8KzQUZ55FvANsf7FCzqCxAm4LDq8sBjpvAMq0cxN4DFilt2pupcqWFavnvJYoY1b1bbmx/x1xxEPJ/62MU8qtfljVt73R/nnbk6zKW+Xn5WBVnJeU98TLY8v2FgaXgzttISqrS7yleCzZgsmTyFkGzgyQLm8le99tJxS3PPMg4DkgnBV8Xgu8teSPV4X3kBO24/BW4N3QWhAkXtuCNslzj9ecrbY853jD2Z7WEranBokXaMkIEq/1AIlnfuKZbG4275u3q56/LRWtmcT7NDEtEs/cZ97j+VrOtw3MPOjCvILptM3xLAkSLxAIBAKtGW2exLMtz3kwtqkgCZBvtuEgvmz7scUOsVfINOCCbFugs3KcSWMbka0uyDTn/zjXBqnmoFLXS9vagmxj1NvyaCuM3529Y9uQNP1ui07ZviMvSDeu8IgLxCElTxyUEFuC5AfRZzugM3CQgLYCOT8M8YZg8Lu45cV2R+EQgIhH3k1+t31Q3M4Lo4jzdPIOktD5PLYB2d7YEkiT6SFIvLYHZIMDnhk1vO8cuFoO3P20ESReoCUjSLzWBWdQ2fIPzr1zDl71mISWirlB4r0xaXKaMGlKPpuua8epnom2wr7wxsR85h0Putago1QxLRKP/mUL991jbs/n/QVmDS+/9W5aatDgTIrSr6eHIPECgUAg0JrRpkk8RJbzsdzEieBB/vBSs/rt3BkknrNrKFfOt7GFz0UA5YwaXniM+KOPPjrtsssu2RvP+WLO7kHm8eyjBDibhkJQLkJwBo2zuhzm7ywa8TlTCOmEGHRmGa876Vqdd1g1cs9zK7LyhDhwq44zcRCMbrnxDIlHUUbWIQV55vk/zzxx+x1xR+l27pcLG9y6g4xEKCIcHcCNvOOd6GYjZ7jJf2sw8oLEC8xNBIkXaMkIEi8wNzA3SLxTRj+QzhvzZDp005XSdsOWyrfTPjbuzbTzb0entQf2SSdsu3rq2ql13aA3PRKPx3mPiS+nC/bfLLVrZQRlS8Pe51yf7ntzvrzbJEi8QCAQCLR1tAx3lzkEt3QitEzotrnyumN0Vyf4MWPGZOPmi1/8Yj7cGrnlIGtkkdswkW3C2w7rkH7ebA7Xp6haUefhhzRCLPGE8w4i8Mknn8zx8yxiSFlxL4fP+utAa0STD69AnkeMLVc9+zg4HGFoWyyy0G8FVvBdQ608tuois3gxuSQBkcjzz3O/I/EQjrYNy6tyIbuQkjwCkYfSQkgEWh+0C9uz3GSlLTPkTz755I8/vEgZ8wwGhlb1NyQuT1DgnWlrTwlfgPS2LVy7Er90tLVAIBBoSbAg9te//jWPZRdccEEeu3jVFzDueak7PoNuYKGtOh46xqKMfffdd18+n5OHcJl7xX/uuefmeMt4Kp7A7IGz63rM3yHd+PjYZGn5w4/+ne57YXyaUtNN3nnv/fQfDaitYb60YOeOqWeX+MzKp1P72e/RajzgBOAiMIvl1TFidsM4w85wWdqswtFAjg2i3xcY9+h8/lq8n5Gxi+OCz6yW3XgsbTedBz5d8N/RFtiYHF7mFLQZlyy51KlqxzYGdqhwxd4+6aSTsg3r40Im9qu2bVFSW9I3zdWzCuXn4EJ3aK5fE1to9OjR+ZgruoAFrJmBnXXKpywzc6wCu1+f4nBQD9yBeNmInybUJf1Lv1d3MwJyVj5lmR1wJJr2WNUNWzPaNImHGEOa6ZSFeKhvCLaVGlh0HuF8dGjv+o03nK21OvcZZ5yRb8ZD8iH+ShhecJR7pBjvPtedIwNB+vU3A9k+09R18Lx9bMO1nZZhwduOZ18V3kcE1kN+QHnKYKmhMj4MjiUvPAQZO/IsPQRkfRqB1gHt0q262qHzFylazkFEDmujvEkRy5Q5Nzka8BG6fudBob1qH26V5MXIsPUdhOWBIQ4knnanjesDgUAg0FJg3qaYUajNeeY3x0TwQgfPHK3BGGe4eC6MMc1Y6JZWSvy1116bdQVHbiDxKJ/FcKUI83wXDyDyLr300o/Hy8CsgefdoD4905vvTkkvvzUpk3q3PfVKWm/govk3eH3i5PTTK+9Ne59zQ9r999flyyomTfkgnfPPx9Kxl96VvvGXW9MB592ciUAY30h4eOXtd9OJV92X9v/TTemE2u+/uvbB/MyW3lOveyjtUwv/3YvvSM+On7rIFZj3QGemW1nEdG6l42wsDiAY2AhlXPCX/eCvMcF44Hcf/zeeiMv/y3fjVQlHN2OX+NgK7Azv6qJ6sUmEK+/7TCt+C/N29DiqxzO/0xHLET3GPgsU4pauuOW9QFlKesrm9n6koDSFK/ZFidtzY2z5zd9Srio8ky9EZTXNkv/yrNgwvvsUWRcU+flN2r5DkVN5RhbikzfPpeOvZ35vqvwFJR3v+4jPs5KOZ76X+IC8fKDksXz3t8Tl/94rYarv++6j3PIsj/VxQXlW5CN/vnte4qui1Kv0yVcbcFSUfNT/5n3xlLKK23cfeYL69Erdi8PzUl51bi4t9eE3f+vBttDW3FzvrGyEnX43cODAfJY8Ehppd9FFF2VCT1g2TxVkJc/yJG35qspa3ouMfZdnjjf6ufSEL22iyAJKWT0jKzqCcnnOnuewI2wpuzAlrvLM3yqkr5yIS85C3i/5KvL0ju+ljgtKHtluxin2WqlDn1JG/ZZtWC2XT6nDKspvwoF3Sn2Jr6Da/ksehS1piFuevSssfoF8EHl4B89KGt6vxl3gfR+376t3cZUyFTmW9uS75757p/wuPyWvPvIlLxycSr7Lu763RrQ71gFvbRQIK0q5Cc1Bt7bQ6nRYcx2G951KNrgYEIYMGZI96JBnCBBbU5Fxzq7jzYYR5q1nOy6iRGMpjC7PNnEJh5HnKSdeLLvz8RAnSDTMvfysu+66+XILnc5KCKOCx54O5/299torDR8+PK/6++4WO2eF6awaIi89neKJJ57IDZz33Q477JDTNDAXEofRojyMFPk0AK655pr5AGCyQez43pLOIZsWdEh1yKNS+apQdh1+7733/i9vy7YK7W3UqFG5fTpTkReddq7d2krt3ET1i4jW9rU9W0OR0tq6Nmy7N69NbdlkgBTkfcrb0ySlXZrgvGMiJV+DL6W2NbSXWYUJgpJDfltvvXXD06kgfwb9+++9k/bZedPUoaYkBwJzExMnvZfO+uMVaZlBg7O3eRWUEv1bO3VxUms4e21mwcvc3GjetcDFY97YxWve3GZco6A7JsM8a+40XjrKwty6wgorZAWRQm1eFpaxq//73VyDsDNfe9dYYEwgX2OhS6LM720VlG/6AnmZT6qgn1jd3mKLLdJbb72VydMV+3RLW604oCFE8/DPp8blvwt26ZTe/+Cj1L1zx3TNv15MQxdbKJN6mw7pn25/+pX0woSJaa+1Bqc7n301vTFxShrct2e68O6n09g3J6adRwzMRN+dz7ya1l6mbyYBX2wIP6b2bMK7U9JK/RdKf73rqfTkq2+l7YYtnR4e+0aOd6PB/dIl9z2b3/n2pkPT82+8k26vvbP6koukjjPp5YWQ/M2N/0orDVsty6cKBoeFs/nfn5j2XGvZNt1+5gYuqLWBF9/9dz46pn7hvDHQu+m+9KDGoC3Tn7fffvus/xhL9H8Gt/auP9Cj6FVIMfo1XZs+bvygmxkzjL+8ZCyee4aooJ87podXimNujEX0KQYunX7FFVfMOj1YQNWnOAeIm60iH/ImfqCT8Vqij/gdYWfnBFJQ3swFZRG2LPwyZNkz0hS3sU8ZEX3skBNPPDETihZG5NtiMDvGwq7xzvsuIWMUi1dbZu+wNRwNxOvZuGHXUjn6hp5ZbCBp+Ky99tq5zMpD1/K7MZUd4zxz+bPwQqc19oLx3vFH8mIxWr6Vmfx5bPE+Qv6w2ZxbLj2/2XlicUa60iATcZAd+8GuKMcjlb6oHpWRJxACF7nkd8ccic/xAssvv3xeDDdXkA/Zqidy4GFFLuYj4cqxA8poLlI2hJT6FW+/fv2yDek9ujtvSQSR9JBM5KxM9HgEraOQyNkYLO/i90yd0+G1s1IW7dN8pR2qV+1eu9D2zIn6gwV7f8nZ55BDDsmyIx/tRrm0V3IjP7aYY5ykJ//qwPns5CIce1r6ymznmnpSP3b9IJbMu9qRMOxadanM7LtSh+Yctox2rX1Jh63CTtG+yIcNA+xDZeScguBTZ857Z8soN7nTD/QN3/Uf39k16tD7ZGtBT59gf5vvfPyfHLwjL2SN0Cdnf8kTGaRfi0udlP6lDcgL+W2wwQa5Pygv2Wv3dBW6C0LSsV3q3u49cnExZdE9yFwb1N+1W45FvIPJnU1vV6D6Nw4Yp4w9ZGHM0f7Uk4VIbUxZyV98oI+pb/LzrjEIMWgcEAfZeyZPZTzSZ1yayUuZHUqWymrslI4ya6/6EXloW7zxyE8dGD/pWdoROWoLYMzTjsq4Yzw3TvhOXvqvOtEm7Sx05Jg+YqzSH5STvUouZKRdeybvym1cVFfyrZ0IIw18T2vTk9u0Fa5xFiJOZWkEKqzKuBosdB4rQwYFnm8GeiSZ7yqdso4kMUgLa6AFyr7JXeOk1CPrdARhZ9azzTZbjcz5M+LU2HVEjXV6MODJt47gvA/bcjVsjd3AxINQnnWCjTfeODd2k46OqbEHWhe0E4PXsGHDGh14GAlFedOO62EAZZwaVE0oJkcDvUHTJGHi0/bLTW9lojC5ijsQCARaAniuUyDL3Gzup9hT9o1lFFC/G+Mag7HNPMg4L9vMfDf/UjLLERmMojJXUsSdp0WBr+oUgZnH/B3ap8UX7JZuf+aVdN2jL6UBC3VL3TtPNTLafWa+tOrivdJKiy2cXnpzYnrr3SnpmfFv12Q/1eNkxcUWSiOWXCQt26dHeuXt99KUDz5Mwwb8J/zb701JT7/2dnq19ts9z41Pqy2xSNpo2UXTJssvltrX4n7/w4/SrU+OSz06d0wvTZiU0r/nS9c+8mIa/87kdMuTL6crH3o+3fLEy7V4o67nBdDlGZOIPtDvnZ29zz77ZGMRkURvYrAiVDxDPCF9EFcMV5fcGSMYxi6YczY28oLxLn5ED13f+MJIR6Yw8qvnTrIvECoIBDYGxwGEiPidt03/Q37R6Rm07BdGu3GMUc7GQThKTzrsEx/2DfLCmMdOQBAwkul9SBjnBXImoDvabaTsDHbkE0LImMc7CjFn/GVvkA3DnkHMyCefQjQWCI9wQv6QHeJCPqShjMZoRjaDf5NNNsnxIDQQCgVkyOhHxCgLEpBtZ4xGOiAZESbIEXMAO43tg4ghE3MB8gM5pwzKr2zKT68Gizri4EzBcaPIVdrSQ5asssoqmfBBYCC7yJw8zUN2tVhAYm9pGwgkeREvYlH+6drf/OY3s0MJAsa75hyklwsXlUm68ko+3/3ud7O+jmRBhpmjlBeRRe7yK4x2Il/KX4DwIlfEKJkpq3yB+LQrhNF2222XSRVllD/Em7wgrVzEo060J/WmjrRpTixlO6r8sbWRMEg5bdylkOxP8iFf7dV5oOq0zJ3kol9o+8WeIQ91hOwWF9Kp3nmjCnEpk3zst99+uc4RatJVdwcffPDHJLXfEfTyrR7pC87Ql392lXKROcLLHI9s1XZKn7C4x67W7vVHRL241Ll2TKbyjMQiA3LXj9lPoIzKanGHzDmeIJq0tR133DETcfq+fqv9+pTFCW1NPGTsXWMRUkpbNgY4Q199IxGVQRrkRvbINfwAWWtrBeSMKPe7/qafI+GQk0h5bQnRr42pN5yK9qDvCqtf6+9+M26qA0TagQcemHUwixQ4DW0DL6Ovqhd/tXH9oUDfoV8pHxIWlFm7Uz48CUKbfLQRvI360E6MieStz2jDyq1/a3/6kzFQWeh10t57771zvevXxqPWhjbvSqOiNEiDncbkY5Kg5OtQOpwK1sFMuM610wFd/lAGC6SY1T2Do85lAgCd0NbXn/zkJ/ndAw44IE8qBjQDBc8InR4RUkgUE2eZeIFioAEaUBgI4sHky8d3vvOd3KEOP/zwvBKhHCZJHbCQhPIvXXFIQ0M16SmnW251Aiw0ss6Ao+NRMvxmkPK9rPgFWhcM7gg2JG1pXwZUqwpWCbVpxK6BuTGvOc+KC3f5bpKkbFBKTQoUm7JSA9qoiYISFwgEAi0BlDnzdfWYCsYHZZwyScmk0JqXm4J53RhYxkNzs0UNhg9l0DjLOCwQ1niIILTQFph1dGz3mbTK4gunNyZNSX++44m0Qr8FPz7rzBl5F9xdM7hveDgTfB1qYd1aW4DkMw+WrbcfNBK+cyV8p/ZTj1vp3KF9/g0mTn4/E4M3PPZSeuu9KWmblZes1XNKdzz9au3Z2HTfi588dyjQNmEc0K8LaQ90/uoYU0XRp+hM9HN6P53d4j8CAcmCHKE7IeDES9+io4lTOO8V26RAfPR3BjXdjKEpXyV+8TGefUeOISrYLOKm2zOkhS/klLh9pF8Mad5C9EkEHt1PGmwLZA8vbuSB8bUqiyrErxzGUPqheJEQyl2/3dEYbGw2nnpHudlF0mW8G2sRmkgeRIVyCyc/BRwzxC0N5A9iANGCMFVmxKvf6bDIAQSl52TJljIXsA3VAwJE+c0TvIPKAnXxumQ7+iATyjMknXikY3eT35RZHIgRxB9iU/xIDzI2T8irOlN28vR/deZ97U1eETvIHEQqwgH69u2b61EZ/J+skEOekQW70FimTMgYRz+QB3KkQP6QK8goeVEO8gHks7A8wBBP4kfGIFLMgfIrr0UO8qps0pNP6SGNxIH0kSfvaRfS0H7YKuSuvhGQ+gsZFsKO3OWxeGORte/ITR9yQnI31Qar0Pa1MWSPOMhRH1IG5ZKm+NST/uaZv/JIl1B3SEsyojsgr7yrbMhyJCni1juFWFO3ZM7RQfl9EEzCaH/S14bJrEA+pCmM+tQv5UnbRwySHXmQm3SKnadM2oFPqRNjiAUAZKw2Jx0yFr+2prwcN5CSyiNu9VPgd2XVB+VdXrVt/dkihHatf5ANDoV88SFlkaMeyqa/yb98yLv25C+9SXrsVW1Nfyq6GTlqW8pMbghWckHiKa92VTxRjX10MvEJr/+wd6VrvFMGY8fIkSPzWKL9V0E2xgzyk25rdE5p8ySeRqLyNGgMOzdljLlKMyCCzog8Q8YhPqw4lYEFdDCNxu+Y/epvOpZVCr/5YL01OM9tb8Uaa0il8/HkQ56ZdEBYpB9iTafQqBB/4kLOGRCQh5hrDRg5h6mXJ/AOItHv4LmJ1yqXODDyVe8DE4RnfrPqYmAJtE4YVA2OPgUGQoMWpc5krL01VcfCGNTKwAoGSH2Fwmn1xIpGFdqngY6CFJh7+PDDj/LWySnv//ck817N0Jz07uT/moxnFVnhnzylZjSHx0mg5YOyXw51rs7N5ndGtfmfgUqxmxYYIMbBokyKi0KNxKO8+k5XqIJyTJmcnf1vXkevbvNneb72zntpUO8etflt6txkPHJG3ToD+6SDN14xdevUIb09+b/PCaoC6YeQW3dg3xzezbbC87RbYuFu6d4XXs+/3/bUuPTO5A8y+Td8iUWy998RW66aNly2Xyb3eszfMX1rk6HpJ9uunr6+wZDUsX2bV5sDNSAu6OcMW9AmEVIW1oth7Fkh/ZuCcQM5Rw9DLiDF6OjNBeMVWYVAYAPIUxXGrDL++Es/qw/TFJTBGIkMkif2RZWkFF+VNPF/42NJpx7yIm2EByKAFyBPl2kBmWCrKCKFrVTSZ3NxThAX8pJXWAECgN3E/kG08KwiY3OBvNFtq3pxU5BXhr/yI2eUnz5coO7Ub/koHxmIH8hAOuoVOWWuoDezLz2XdwQDW5AnlXbTFOQbuYZw0PZ8ip1XD/nwKfkCcfsgcxEf7Ez/L1DXysY+YFfytNSeQJm8a44053HyUIZpQd5KeuxK6RWbujGQh3rjxELeFth4g5V2pDzaYoH4eZAVW5adXT//NoVSP4gZ6VbbQrU9kx25S7vA78ho9cY7Dymu79bXeWN1Q8bCidffqj4yPWiL8uJdaUzrXWmLv/RDH6QfhyTcA0JLXgqEQzCOGjUqE2bGkvr4kV/aqfq03dq4Iy4kmfritchJSD5Lm5MHshKuyLL8Ni2QN49ObQBpikgrIFt5L31Z2cRZ0vXMb9OTrbxpXxZO5F9frMqkraDNayM82ni5GeCtFlC4NUTebhpeINBaoU1XJx+wcmHbBgKYm7VVGauAjUF/sJJRFA4wiZqIDfYmeIN9FWVimpYyEpj9eOixZ9P/HPLLdOLpF6S335l6IPD7H3yYfnr6X9Ne3zopPf70S/lZY5g85f300rjXc/jmYPwbb6Wf//qidPnoMQ1PPgnE4bhXJ9TaQxB99aBkvPHmOzU5vp3/H5izKAZIPYyPFFMKKUORUt4UjGuIOgZOMRSMrcZT23NszWCA1OsMlEpKbP04HJhxLNS1Uz4Pr3f3zmmNpXrnM+08W6BTh7TIAp0zobbBsv3SzU+MS0deMiaH69Khffp37d8iC8yfus/fMamFbvN3SH1qvyHbEHE3PfFyDu8ZrztbZ7cbtlR6c9LkdNiFt6d7Xxhfq7+aAVYLv+vqAzOZt/cfrk8nXXN/9gR0Nl9g3gNdCLHl/C7eYc414yFlDOBdYuGAY8D0bse0EMqARE4ZX3jcNKWTMc55wZVtXQzYsm0XYcWQLUZ7ARLKmIUAsnDrTC1pNAX6m/h4J9H9/J+Ra4zk4SMu5aMf8szi+ICYEh4pYqxFqDmCqH77GdkYZ817/iIWCgnaFJBfFlnIyTsWUxjpzvziTcN7yBgvXAG9lueX/HvPO7yuEA/qw3itDNPSU8mBTEv5lUX5lRWkaaskIoAzCG81zxA7yoVYtD1PHujK5grysssKWcZRQ32Km4cemUmrKZhLzDXywbtK3uWFzOuhLZnb1LP8OdpemzIXIV2kz5upul1SWeVfG/SXRxW5gTySB7IKSavu6+u2Hso7rfQKzI3kQGZITotqSEbttrqjR/ryVvVUm1mQNcLdFkntp0oOyjd7x2/yQ75sHnkkQyQWEkyfpUOIB6EqnDLaHm4Ls/4g/8VbEkHEK82WT3XCg01cytUcIEL1G23bB9lGvo1B3as7fRA5x+NPPjhXIJS1fX1HP1JWMiV/fci78lrviGGrue3e5CXP3lVP2qW/+oZ3tBU8CgLOri9jovS0J30Pqd4UjF/GGe1EXetT+r46KdA23RkgPuMZvUy/IR/paz9krM9Nq397x7ZZ5VBmZSKzafXB1og2T+IZlJxdoLFrDDqk8wY0xECgNQPBZqKtd4sGypSVE4OlSadMlgbYonxwm3aOgMmiwERmEDfoW0k1oFZhIjDJN3W2VGDO4N3scfdeuuH2BzJBBC+/8nq658En078efz5NntK0G/hDjz6bvnXMb9LzLzbPe/KDDz9KL44bnya81fStm7fd/Ug69qQ/pedfCo/MevCW/MOoa9Kp/3tp9p4MzFkwEijclLOyZQworzyLjVmMQ4pmFZRy+oCx0Gotw8/Kf9UTgxLN+HHeizjqyTpKP2U0SLxZx66rD0q7rzkode3YPu2zzuB0wpdWT4v26JI2G9I/HbnVqmmBTh3TFissns7f97PplB3XTt/fctX0w21WS4v17JoO2XSltNsaA1Pn2rub18Ifv82I7NHXWPgundpnL72vb7hC+vWu66ZNl++fycKenTumpXotkH623Rrp93tumP6y3yZp4+UWa8hdYF4DQ9cOF95hdq8w3BmSzk/iRWI8sc2MIWlbIEO/bM9DUDB86WH0tL333jsbuIxehr0dPcgehqjwFgjoYcYrhmYhBulf4hG3w+SNc8gqaVbjt72PUe1QeXnkxSZPjGYEBk8XcfhNOsYshJfniAeeTr7bueE7rzTb7hAdzrESn10bPuUCPukprzJISz7kx/luZOOoHuHFWVD0SzIwZvq/PDh6yPhr8Zj3nvfJSDqnnnpqJrUY4gXSRQ5Kw9jMyw1pRjbCKzeZGLPJWV1KUzxkqk6Rb7bxSkf5kbTyqgwgDruyzB/lsH4Ep62O0nfYv7TtaEIQ2IVlOyPZwR577JFJOEcsFWKCTq3MQG7y5jf6NBmKl22qrXlGP6fbKzuZKAeSBnHJow2ppLzKop5222237NU4cuTInA91XqDswmhHtooiqL2nTaiDnXfeOXt8uphDXv3GY0+6yo3Q1O60bXFps2Rc0nPuHbmKr5BmZCsP2pT6IltEkf5knlVfxcZQNu8iEBEv0ucZWBwMCvQBstKWyKqxnUbanXwhRR2NhaSTZ2l4R3txfpo2zOtQncgL8k26ZKNMyDRtU/vXFjyzS0k70Q7Uu/yqE+XkyUYHwTE4L45M/FZ2AUhbOyxQttIWkaHGG9vH5csRXt6ryrMA6WUrq22zxgp6i/Ipg/rV7jhzgOcIfnJTdy6E0Vf1l6pstT393RmOxhZxsSH1U/WF0FRmciBzx3bxotPOtR0LGvIuXmOM9kLu0lBufVFetGd6l7akXYtTXVYh78KzUQFxro6MLc5TRCI6/58c9CF5K+ObOjG+0dv0H23OjkjfpYcAL/WlfWp/5Os3fb61Yb6aQMNVINBqgJQyaFilqxpboKOabJ2fYABo69B1Da4mXBOGVQsrLQauMhghrxF3FCNKUnWVhEJBITOAmWApMQZuxq0Da01eBleKlEnP4OeQWIqLCaZ+4G2LsNpuAjcxUdqqQBqQ68QJY9NNF5+YOs8/5yaA2+95NJ0z6pr04svj07e/um1ab/UV0uXX3pnuqD3/x433pLN+9o00dLmaYv6vp9N1t96fHPa+6fqrpsFLL5ZO/u3/pd+dd1U68hs7p+22WieTftf/84G8wrb+mium4UMH1uqyfbplzMPpn3c9kj744MP04CPPpM03Gp5223ajdNcDT6QbGsJvsObQtMySi6bf/unKdOHlt6QD9vx82uEL66aHHnsuXV9L14S95rDl0tqrLV+bTP+jIDz6xAvp8WdeSs+9+GqaYmVsyNJpwpvvpCdqz1Zafqn02fVWSe1q7158xT/Tk8+OrU2sNaV4g2FpuYH9070PP53zM3Hie2niu5PTRmuvlFZdcSqhUh9+yLID0rvvTU433f5Quvehp3LcPAs323BY6rVg9yyrB2px9Viga9q89myxvgvXwj2dHn/qxfTOpHfTm29PSuuvsWIO8+r4msGycU15GGQrxUfpqhvuSg/Xytlr4R5p683WrMW3QBp9833pzbcmpqeeezn3xy9ttXZWIr51zFm1uCamE4/8nzRsRbfgzZn1snGvTUjDNz84bbblF7IyXwVFWP9WbxRWCmxbBSWV0k6xo6ga6yiMxrbiHUEJ9H8GhfHR4gYDrcA4qq/7jZeHlW393qq+VWHjIY8K3g+8+fV/W4go9MbftkzkmW8dwO/8I4pyFeYdRiHDhVLv952H9kmn7rxOQ4iWhcm18e3c2x7Pl1j069klPTruzfSFlQakPdZctiHE7MNzr7+Thh1/Yfryvvtn+VRhrmbA9Jg4Lo3+1udqY2cQwbOCnX87Ot0x/qPcd+uN3sbgbGlbCqtbuQKBAuM77yRjv4VyHpHaC/IqFm3mDOjbbAzkobFxRsFZgR5kcc3RWNPy1Ap8ejD3nXvuudmrznbpKrEZmDG0eU+8QKCtgiJhZc2qjUGxkHnV1QRGqLMkrDpYVeF2Xz5W0Yqya+WCkeq7VRpb0LmUl9Uh3ncmWG7bVhvnBQKvpUF9r7v6CumOex7Lnnd33f9EGrTUYqlrl6mX3Dz21IvpZ7++MJNwCKWzz7s6Pf38uNSje9fUvVuXtFDPBdLLr76RzvnrNan7Al3yltgzzrkse9w9+uQL6dwLr02dOrZPXTp3Sg888mxK/07ppXHjc/geDeFPP+fv+W+P7l3SAt06p969eqRXxr+ZLrzsltSta+d8btWZ516exk/4z4HKgOQ78YwLMrk44c2J6cgTRub8du3SuRb+ivTC2NfSnfc9nm6+46FanD3Tcy++kvMjHs9G/nV0rV13SG+/MynHz9ttTCPhEWp3PfBk+uNF16WFF+yebr3zX+lXZ/8tvfLam+mG2x5Mvz//H6lnTR6vvDYh/a4mH1uCxcFzrkP79umhR59Lvzjr4kwEvvb6Wzk8Yu+6W+9L5/3fDbV3u6WnnxuXzvrj5entie+my665I/3vqH+kxfv1yrL+88U3ZNlLQ9huXecP43wuwGq2sQrBZnHHWGa12MKD2+QY6lZcedEY63hBGOOq4yHvmjJ2WpX2vXi8eE9ciMCyOs24My4ircKoaz1wUYbttDz33Hb7lfWWS9ut2vYX/eCdye9//OGNOLNw868PF4B3a3PRR/4TCLQhmMfpwrx9zB+OZuIxFWP9nAOvP95s1d1BMwLzN28tnq9VOyjQsmChm9ex8wandY5iYPoIEm8GYXXeXvdykPbcglUhK0HO5uAq68MrwMq33wCR43DY8j3Q9sGoNAhafZ7T4GrNDZkiE5j7oDwOWnqxdNf9j6c773ssk0j9+/X62CW+eNGtvdqQtPoqy2YPNeTcqisukxZZuEcavMxiqX/fXulLW62Tvc14ofEsc4kFQtC7O3x+vbTd59ZJKwweUEswpV4L9cjee+tVwiOlll26fxrQb5G03MDFU99FFsxxbrjW0Bzm2Rdeyd5v9ejXZ+H0+U1GpC02Gp46dmyfvdx4rk146500dtwbaYn+vdOOW6+X875gj27pmeddm/9e9iQbUPttty9tlDZce6X0zAvjMvHYWHjn0PFOXLT3QmmP7TdOX9h09Y9Jzquuvyst1LNbWn3Vwdlj794Hn0zPj30tx9+vlu8S10cffpR23XZqWsry2utvpmtuujf1X7RX9lxcZchS6c57H8/ptWvfLg0dvGTa/nPrpnVGDMnh5+/UMQ2pyW/Q0v2yPELpn/OwncI2D+OgrTRzGrbM2GqD6LNNJdC64Oy9zy63WCbzbKft2mn6Nx62ZiDZnnz1rfTNv9ynEIpoAABuvUlEQVSavnz2tWmns0anM298OE2YNNlazQzj7w88l068+v70wIuvp4POvzU98vKENH7i5HwZCfIjEGjtsOjDI4zXtfOl6b5l62dgzoAuyyvLotzMADlk2yQvfP8PtEzYFWLXg22yoR/PGoLEm0E4M8AWOttL5iZsI3UZh3MOHGRp+5BbrmxrRO753RkWtlf6Hpg34Mwm7cAWsTkN5xTwQmEwB+Y+zHWLL9orLd5vkbyV1eSHnCtwZp6tsr/4zUXZw65Th/bZG6w6RSKtfnraqHTsL/6Yz7WbMuX9fOEFUqxz507Z283WT9578MLYVxvC/+nj8FUw15BZPz/zwnRMLcztdz9ai++D1NiFFzz8eLt1aN8uE122H7evKVpsPh58zvf78a/+kn70y/PTg488W2tnU2//g4619zrWypMVs9ojhGN9ePGJZ8qUDzJZZ4twn94Lps80bGVFet5617/S8aecn/7ytxuzp17nWhrQsUO7HL9tuZ06dkhdanGRgwURZeGZN/rme9MPTzkvXXTFrWnpJRZNnTt1yofg82oE24HjRt9PD45QcLP73Div0zkrbrR3pkog0NJhW++PLr8nrb5U7/Tb3TdIJ263Rrr/hdfTyNseT5Pfn/FF3zcmTUlj35yUycGeXTpm78Zzb3ssnXb9Q+ndmYivNcDivU9ji+QW1e2IQOw7G8ph7TMD565ZiLAY74iT6gUWgUAgEAhUESTeDMI5Q1b6nQs2t2H1H1lnYrd1iNsx12FEjm1EDnm1xSdWQuctWNWYG67jttCGi/qnCyTbUgP6pstH35m9vHot1L3hl5S9yZxXd+KR+6RTjvtq+uIWa+XvHTt2yGSVYcElF8i/P5z87bTZBsMyKYZY49X28rjX0xsT3klvvz0pPf7US3kcsb00hz/lW2nT9aeGB4SXeHmx8Yzz95c//GraaB3bFmduBXTMvY/ns/JOOu4r+Uy999+ftgEz5t7H/iu8LbaItJ49utby9Eom7XjlIeBgicV6p9VXGZzOPOHA9KPv7pm23Gj4f8mvKSAf+yyyYNpkvVXTWScelI49ZLe05vDl0oI9G785rH27z8zR8xEDjUM7rT8ndU7CYkZ4ZrR+PDP+7XTBXU+lN9/95C2QbQEuKrriwefTgl07pW1XXSrf5OvW3b3XGZyueuj59OKEienRcRPS5Q88l95+7/3sTXfp/c+m519/J2+5vfPZV9NPr7w3nXDVvemmx19O71cWaLrV5qMRSy6SXq29M+aZV9MtT7ycLn/wuZwezzxhb3/6lfTPp1r/wrJbGB36zwaoh1sWTzvttEzi2S3T1O2z04I51JnFznZG4DnjU7yhzwcCgUCgMbR5Es9Bl7/73e/SLrvskr2InAPmdhlEmAP7nffFq86hw34X7u9//3s+3N/kaRI98MAD82+83GxhbQpW6FwO4NYg4d145HBN3nK2IlphO+CAA3Ja5RY9B6f6/fzzz8/fbdP95je/md/3EZcJvR7elxe/+Zx++unZA89tRd53Y5KyuXEKlMVlBZ7525giEggEWiZ4rPEQQ57ZHtuvz0L50gdebUgmW1xddjF8pYHpuJP+lL52xGn5MgxeeM6z8+5lo8fks9vYBF/73unpngefyttQX3719bTGqoPTyissnY762bnphDMuSF278ERrl7edGju+dsTp6d6Hn0o9a+HHvvJGPofug9p497erb8tn7Ql72A/Ozh5xC3bvll5/47/PxOMVJw8gLE+84kbftZb/drX/yzuS8agTR+bz5bzDu7Bjh1q5O04lS3jH8Rj07vCVBv1XeN508rTpeqtmMu8rh5+arrj2ztpY92EtfEo7fmG9LL9Df/C7nFfvkKu4EZLg9/lrhimQra24PAJtM3Yr8P8c+sv0g5P/nMaOez3nz2/+gneRpcq39IC+OW+33/NY9nQMBAKzDp5fk6Z8kM9hc67blA8/Su/V+rf/u7CiwP/rz36b8sF/wvogmPzy+Ctvpt/e/Eh65e13c7i2Bp5xT9TKuGj3zmmBhrENluvTI8vPNtsHX3ojXXTP05nIRL795c4n0xO15+MnvpdG/vPx1L1zx5q8/p1+de2DmegreL32++nXP5wm1N7p3rlD6lELN3/79pnIu/f517Kcr3r4hey11xrx6quv5oPXed3eeeed+Rmbwo4cZ20608muGIe0uyXSIoJFfovtv/zlL9Pxxx+fz95kOzj6xuI/Xd+73/3ud/Mz8bmF0UUbbndke7jN0QUK11133ce2QiAQCAQCVbQ71onObRiuLP/pT3+a3eCtjpmIEV22pbpVDfnl75NPPpnDlN9tk2GMHX744XmCde2737nM+3+5hr0KbvSHHXZYJgHdZsQ77uqrr84rc27a4XIvPQaoLbk8m9zqZhusc81cQvCDH/wg385DEXAVt/yYxF3XfO211+a8uUacYU1JcNWyveVWCZF6yDmHcTuQ1fX3DvF28Dalwq09VgpdB+2w1mJEtyaQxcUXX5zlV3/bInL2nnvuyYeaNud2skBgenDOpCvNndPhEpEq9EHK/PvvvZP22XnT7NE2p4BsGzYUebdwJvA2XmeVNGTQ4vkyCWe8LbV4n7RA7f8rLrdkJuM2WmultNXGIzLZ5gIKJN1Kyy+ZlqiFW3f1IWmNVQbX4lg5bbXJiNq7ffP22RWXWyKtttLAtPaIIfkcvBWXHZA90NYesfzU8GuvnD6Xw/fJHmxItJWXXzoNWqpfWnP48tk7bf01Vsi34vIALKQdyPMawwan3ov0zO86tw+h2Llm9LnN1ll/Sw3oUwuzXM7rJuuuks+kc+bf4KX75zK6UXbhngukdWr5cT7dgMUW+UR43oiIPnlyRp8ts7YYI/D6L7pIvil2ldrns7XwvAbJdZkl+uW8iT/HWYtv4QUXyFuV1xmxQs6778OGDkxr1n5zO66z8Rbo2iUNWXbxHB8Z84wkA5d9yMc6tTIuW8tHOZNvTmDipPfSWX+8Ii0zaHC+zKEKnh3mAO3UlnvzWSAwM7AASf/Yfffd8yVJVSAiXHi0xRZb5O2Av/nNb9KKfbqlrVYc0BBi9qDWjNPDY99Ih15wW7rvhdfTGdc/nP5V+37Xc6+lU655IN3z3Pi06oBemcAfedtj6YeX3Z3+8fALecv7wEV6pCseej799qZ/pXP++Vj64+1PZI8zt9Oeeu1D6dYnX059e9T686IL5q2hswtIsd/c+K+00rDVsnyqsJDsNv3535+Y9lxr2Tmmj9kue+2jL6WeXTrl7bTta/IBpByybo0le6cPPvp3Jvo2HNwvk5s3Pj42DavJclDvHmmB+Ttkzz3k3ehHXkhbDV08PTv+7TT2zXfTKv0XTlf/68V8tuAbEyen+Tu0z7f8Pv3a2+n12vc+3Tunqx5+vvb70mmhrnPWO/mCu59OL77777wobrv79GAxmx5PV24M6gfhpm3vs88+2U5w87VxlQ5KD7ftlZ6+8sorZ13cuZwW8o25Fu6dob3jjjumG264IV+CI7xbseWRfWABns5OfxeOfstxwBls0pLO+uuv36zyBAKBQGDeQpv3xHM2BQLt7LPPTkcccUQ+NwfZZXIFk61DNBk7CDdEmncQb7fccku+AnmttdbKXnsXXXTRx+RePXjhXXnllenWW2/Nxr4JnAfgsss2XzkzwVMQ9t1330zkURxM/EUpaApLLrlkPi/PbaLDhg3LiqEbSZF3SEJlRVJSQiiSQ4cObZUEXiAwr4KHl8sa8jbW2gfhhRxCWA2sEGZIqSGDBqQVBi+RSSj9nLeZ7bKIJeEGLtkv/96394KZkOPJBzzqXFSx3DL9M3GF2Jsa/yfD8z4T52KLLpz/v2Tt/ys0kH62+yIUqygkF+82eZB/5ZA3hJs4bUH1f3lYtJY+oo7H3kILLpD/D8osP95rLDyMvvm+9LvzrsqXTFx1w91plRWWbpBFyuHkc/lBi2fSjnwQdPIG5KdcgCBF6gnjwGXxk8PgmnyUT3wu9ejdcC4heZWLLLrV8rns0otlz8VAIDB7wJPOJQrrDuybvrHxiumaR15Mfbt3ScdtvVp+zqvs5ideTlc//EI65vPD04EbrZjOG/NEJv/Gv/NeeuilN9LRtefetU3UVtMdhi+dVlm8V9psSP/UrQ1ecDF/h3Zp0R5d0qtvv5e98pBxT732VpZVu8/Ml/r1rI2DDWHr4Sy9k695IB11yZ3p1qdezp571e20jUGcw5folbcp3/DY2NS9NnctsXDrGweReBbmHb7utmoL6eYBR9bYRs9jzoI5gs4xI27WdOt1gTDeY1O4bRPZTZe3eG/HDd3eu545EsdiPMKuLE47MgepNzNbcwOBQCDQ9tHmSbxNN90031SDpOPWbsKEQoqZMDfaaKNM7rl1E6Fn8kXKIfu4v2+22WYf/y5sY+fumGxffPHF/J4LANxYh/ybkVtyeM0hCSkGRx55ZN6Ka3UPsTc9LLDAAlnBkBblgKed9O+99958zkY5bNdtepSNQCAQaGtAEG62/qp5y/EtYx7O5+Ad/D9bZ8IwEAi0fvTs3DEt26dHJqa61vr7Gkv3zkRepw7t0stvTcrbY58d/0668qHn02UPPJfGvfVuemzchPSZ+VJasle3tHSvBVKfWniE4OQPPsqeZognZFdbXNzs2L5dvoEXIXfT42PzFtk/3/FEPuNuxBK903J9e2bvwwnvTklTavrrW7W/zsmzdfmJV97KW5PP/PJ6meTs2K5pk6FLrS4ciwDLL7pgeuGNiXmL7mpLLJK9I1sb2Ag88dkI2oUzMP21/ZX3nQV7O27sCmnqsi+EHdDL6fF28bArLPKLmz5ebpcXpupxJy15sIMnEAgEAoF6tGkSz3kWLnv48Y9/nHr16pW3xfFCqyJ7TXTr1qjyVibXcj6eSbips+RM4sgzQOiBsLax1t9mVb6Lz4pc+W7rrPM3eNK5tOK4447L3nXNRbUMiMANNtgg39THq2/06NHZ5X+llVb6WLEIBAKBtgYecXvvtGm+vOKIg3bMHoyBQKDtY77aP9tnu3Zqn5ZZpHveEnrwxiumtZZufMsk0JraHnX33xi62EJp//WXz+TdkZfcmf7v3mfSlQ8+nx586fV0/wvjM9HmkorDLrg9nXnjw2mxnl0zsbl0TYa2337jL7emB198I3WphXnt7fdSx3btUqd2n8k6Z5cO7bLMbb197JU30+hHXky9us6fVu6/cD5ncM2le7dK+SLV7GxxhA5vOOdL886zu8aCux0zFvXp783Z7io+59zR6Z2lt+6662bbw/l3CD1n67EB2BtgBw2Hgqp3XyAQCAQCBW2axBs/fnw+X4KXmtUyHmgmYYRcPbHWGEyuPXr0SJdcckm67bbb8se2Wue+1MMEPWTIkBze4bQ8/vx12G3xpCs3e/KKGzNmTI6PO3256dbZG0g/3ni2ACMRrdzJ8/RAiVBOBKJVQiuE3P95Fjqjz1l43PUHDJi959QEAoFAIBAIfNro0O4zaaX+C6VFus2ft3H27dE5k0oua2gKnTu2z+TUhElTsvdZWwS5rDOwb/rh1iPSEVusks7Za6N08+Hb5C3Hjkzo3b1zOn6bEekHW6+WvrP5Kuln262ZRizZOw1cpHs6ded10ve3XDV9bYMh6Xe7r5/PHfz8SgPSYZuvnMnBU3dZJ3vz2eL8021Xz4Sp9WRej1uvtETqvUDrPM/NYrdzRtkKCDt/kXf0aLtyDjrooHxMD8cA+jeyzTvOsrOgj6xjD9DjORE4pxlxJw5n4llcX3755TMRaMuu48nvvvvufOYke4INMXjw4KzXBwKBQCBQjzZN4pk0bWe1JXWbbbbJt0EBEm/s2LH5/9OCsyycb+cyCX932mmnTJCZYBuDydikj5jjBceTzgpb8ejjBYdYc96e+Bw2Lh8lPmfbueDCOXaf/exn83X2lAIehci8aYHSYPKnBLj5CmnnTA2Xb1gtdXivvFn5CwQCgUAgEGhN6Na1SxqxVJ/Udf5OqWtNl0FMde/cKXXq3DkNX7JPJqPWGNQ/fWnEsunc2x9P/3v702ndwQPyhRWLLdwzrbxkv9Shpm917zJ/Wm2Z/rV4OqZ+PbulAb0XSve9NCG9O+XDlNq1zZ0K+YKP3t3zJRXls8riC6eVFlsoe8r1X7BrfvafrcrtszfeUr0WyM9dUsG7kcfegl065TC2IPPA85f348Da/213dj6h8wc3Gtxvtl4UMjdBb0a42c3j9lkXybl8gi596KGH5gvvXOKC1GNnOHPbQj6CjtOAc6q33377TMLxvLO7BrHn8jvx/fa3v832gMX9/fffP8d34okn5nQs3DuTW9xNbdUNBAKBwLyNNn07LcLKpGrStZXUzWrbbrttnpiLW7sDZ5F1PNZM2rzmnCfnmXAOpkUGIuCQYN4Xp1uthKvCZO0yCVtYhd9jjz2yR5wzMJyr5x3efdIUTlw+Vtv8hvjjKeezxhpr5InfJO8dq32IOq78JnZ5Mvlz9/dB4CHtkIA8+cRnZdA2gGuuuSanR1Fo7QoBT8O4nTYwt9BSbqcNBBpD3E4bmBtoCbfTzveZ+VKvAUPSpsv1TQssvGhacLHBaeNle6Ue3RdMXRZdPq2/bN+02ELd03y9lk1Dl+iXdhw2IG290cZppUHLpHb/npyWGbhCWmOllVOH2v8X7t0/rb/6Wqlnp5re1qNn2mzdjdIqiy9U0yk61B7UyvfuhIZUZw0t4Xba6QFRNzvh8osxz76aSUC33fJ0nBuY3bfTFlhIpzfTN21vBWOpZz7qzUc4f4Xx8b0avv5d+nv1PDzPSlocD9gRq6yyyif03EAgEAgEYL6agt829w+0EPzP//xPuuqqq9LPf/7ztPPOOzc8nfNwg9avfvWrfJ6HW2+tEn79619v+LX1wnZj5OhZZ531iQtGjjnmmKwU84R0EUkgMKtwZiXSHKlv5bwK22uQyRMnjE03XXxivi01EJibGPfahDR884PTZlt+IZ166qkNT6fCmaxbbrllJvPcnB7GYGBmYb512RZdxoJgFW69t3vglFNOyYSe33ce2idvw5ytcCrJU5NTGr6ahp/SvQ+ltN4aVlNSuvn2lFZewfXTKV1/a0p9Fpn6/abbsH+1cKtPDf/yKyltuNYn37+p9v6qK9be6117fmdKS7bnijU13VmAyySGHX9h+vK++2f5VGGByLEpPSaOS6O/9bn0mdlMps1r2Pm3o9Md4z/KhHNzFnHp5t/4xjfygnsgEAgEAq0NbXo7bUuAVWuE0tzexopgoFC7SWu33XbLrvyBQCAQCAQCrQ7z/TulThNTuviSlO6/PaV+H6U0+uqUbhhd+3/tt/vvSOmii1Ja4J2UXnk8pT/+ufbSqyl9MDalkbX/v1Z71n3S1PcfqHu/f+39+2rPLq693/6t2ULgBQKBQCAQCMwpBIk3h2H1+tJLL83baecmHJjrjA3X4DubY5FFFmn4JRAIBAKBQKAVAbG22IIpDe+b0op9Ulp84ZRWrf1/pd5T/z+09mz4oiktVfu+XO2zRr+UlqnpPYNrYfx/2dqzpXpNfX+Fuvf7V97vH7dZBwKBQCAQaNmI7bSBVoXpbad1Ho+bxOJMvMDsgDMtbaO1LbGp7bRPPPZQ+toen0tu+QsE5ibeentSOv0Pf0/b77BTk9tpnclq61iciReYWbhN35l4n+p22laI2E479zC7t9O6UO7JJ5/M42ggEAgE5j04m9S9BS1Vfw4SL9CqMC0SzwUEJ5xwQj5cOxCYXejSpUv6yle+kg4//PCGJ1PhrDE3Xv/1r39NkydPbngaCMxdGAcPOOCA9M1vfrPhyVQ4ON8tim45nzJlSsPTQGDmMGjQoLyQ4XKtKoLEaxpB4s09zG4S780330zjxo3Li3WBQCAQmPfgKDSXoJZLiFoagsQLtCpMi8SjdLmNN5SuwOyEwbtXr15poYU+uc1Ke3vjjTfyDaCBwKcB7dNxCfWGqzZZ2mcgMKtw46eb9d2gWUWQeE0jSLy5h7jYIhAIBALzEoLEC7QqTIvECwQCgUAgMPcQJF7TCBJv7iFIvEAgEAjMS4hDnAKBQCAQCAQCgUCgAS+++GI6+eST049+9KN02mmnpddff73hl5mDo17+9re/5W269bCDxNEH9957b7ryyivTU0891fBL8zFp0qR8duVjjz3W8CSlZ555Jv39739Pb7/9dsOT/8CRC7fffnsu3z333DPDu1h4eV9wwQV5F8yMwnEkd955Z7rlllsannx6eOihh9Ivf/nL9Mc//jGNGjUqvffeew2/zDoeffTRLH/nK19yySUzVa8zA/45Je1ZgcUGcdx///3/1T5uvPHGXH8PPvhguuyyy5otM31AeGf1zgqUT9vWZ2ZHfV1//fW5TDNyBqbxwMWVr732WsOT/0DfUt/yOD1cd911WZbeKSAjsp1en3z44YezDCZOnNjwZMbw7LPP5rNuZ6YPN4axY8fm8Wt6Y6WyXnTRReknP/lJHmONteD9s88+O5144onp8ccfz+OEMfGkk07Kx2X94x//yOGcV6rPGrvkf1490ihIvEAgEAgEAoHAbMHkDz5Mb7/3/jz/eWfy9A3CD2pGytu1cI29H5/mf2b3piLkBUMSUbX88sunl156Kf385z/P3xmMCDPETPW8UUSZT3kmTwgGz7zjcHRnLHXq1CmTBSW833wuvPDC9PTTT6cePXqk+eef/+PffYqRXn2vlNkzeXF8Aq9Yhn2BbfCOAwFxyLd3kQN2towePTq/5+xfeRXGbyXfPoXYKM/EIW1EzJlnnpkvASlxk5tPeYcsijwY7uV9YZAmV1xxRf5d/oHRLh3xi9OnGOj+7/3yvR7l9/r0xC0+cUu7Gk4+yexf//pX6t27d/bidESFPHhPeOl513v++pQ4i8z8Lc/FXcIiYs4777xMXqlXci7hfKplK/It5a9Cnfit+jsZyp9n/kJ5jpRBvP3pT3/KzwvEU8rvbymDd0qeS3347oNsufXWW3Ocwnmne/fueTeUtvaXv/wlh/duibvUf8lPyff48eMz8fvAAw/kMKUs6ko4z5RFfJ75+L/3/b8K/Ug+5ptvvo/DlPxVQcZ+E6aQYqVtSEu+EWlXX311LqNnJQ6yEM6noMRnTPjzn/+ciSdxQ+k74iAXpG21vkvbhJI+0uvmm2/+rz6DHESwi69aH+KqgvzPP//8nJfq7yXfpXz1ICdxPvHEE3lhAekmfe94rvzeE67Uacl7U+WBjh075j5krPO79L1bylagbBYOll566Zz3P/zhD5nIkxfknfHv9NNPz2SdetHWxEumZOV8XmObPjty5Mh03333NcQ8byG20wZaFSgdX/7yl9P3vve9PBkGAoFAIBD4dGCVnLFopZwSvuaaa6ZJb7ya+naP+RlB9+Rr76RDDjkkexFUwTjadNNN091jbk9LLbxAw9PAzOKFCRPT4ksPygZez549G542jeltp2XcHnjggem4445Lw4YNy8YkEu+LX/xiuu222zJxhZjxvngQYT/4wQ+yl93w4cPTt771rWzM//73v89eNm443HHHHbPB7UgY3l/II148K6ywQvr617+ejjrqqLTZZptl7xjhb7rppkyUMaIXWGCBTCoy2hm3zqZ04ZbwCAhEEYOZEb3DDjvkfMIdd9yRDePVV189kycMX2WRF4bxz372s9S/f/+0ySabZGKFUb7TTjvlMIgbOvdnP/vZtN9++2XCznZl5Mnee++drrnmmuw1c8QRR2SyAsG55JJLZt2cEb7PPvtkDydE1sEHH5yNcReByfvaa6+dSUvpuZhJXC4K8x6DXprKhFRBom6xxRZZljybyIt8+/Tpk8sI5PSLX/wi58MY9LWvfS177SBZmLn7779/GjJkSPrhD3+YSTr1tPLKK6cNN9wwp48MYlsgENQDYkC9yeuAAQNy+vKlHIgD7WLPPffMBAwC0DEC0iUP5AXyRbsgM7d7qzt/t91223zjpe31yB/t5zvf+U5OUz3Ll/g9W2aZZRpKN9Vby+V9yBZnk4obueYIA/EgCLU/8uM1Kk8IY21CvQPyBXEiT9odOZCHuNXToosumtuUd3l3+V07ufjii3PekGXaofpWl8gZbVS7kebiiy+ezjjjjJyntdZaK8vcOIdw0QaWWGKJXCZtTrvdYIMNsozJ0u+Iq4022ijXszYkbfJXbuX43Oc+l3bdddfchpWFPJE68qxM6l5daRtFdtoXIpM3oTi33nrr/NH3eMqJR70rhz4Jyu0iuxVXXDG3QXJW9mOPPTY/O+ecczL5rc3o99o5eR1zzDE5nN+N7WTit759+2a5IKuMJS4ce/nll9ORRx6Zy4K4l6evfvWr+TtvWvW71FJLpZ/+9Kfp7rvvzp554jZ2kJ08grrV7pFh2rnfyZVc9CnYbbfd8jvlhlWy1P7Um/IbLw877LA8VngPDjrooNyXecpJ13g3YsSIfIGa/CqPdmesM78Ve5wMyUv//s1vfpP7qD618cYb5z6p/YB+rW6c56wPGaP0J/1ul112yRdokYF3lltuudy+jUXmUcdQyIsLJ7RB9a1tGPPat2+f459XECReoFVBh/3+97+fJ6BouoFAIBAIfHqgNDNYGA+UbMYqUi/m56lgfDBONt9884YnU8GA+fWvf50NtnoPk8CMg4HKuGNkIpmmh+mReEgLpAjSiIHIm23gwIGZmGO0MhgZqoxhpBdSA7nk2amnnprJIV5HjHxGJmICiYEUYJgiw8QrHca+/sP4Z+wiNrbaaqu0/vrrZ6KQoY4YQnAwnhFJyBykkridEf2FL3whG/3IH+RJIfF4uwknLuEY5ch2z4WTH+8hJBBQtqgx7BF4+rUtmUiQ7bbbLpNu3ke4aLMMcMSGd/wVT8mPfCNCkA+8bpAviBYEEJKSbJAuPHS23377LNNf/epXmcQoZKmyIh+VV7rIL3Kx/Q5RgeQx/siL9JEOyolgQWrIByJWWkgbxCP5qHsEHltC/Z177rm5zSAkEE4IVcQVcghhiwzxf2MbEgEpQ3aID2kMHTo0/44Ikx91L45CtmgbCB4fBAV5GBcQp94X3jZepMS+++6by0omZFDIGm1E+5K2eBC1SC9EnXKQO3lonzfccEOWJ0IGqSJu0NYQJvJIrscff3wmlRCg6oIMkYi2FSOftDGk3yOPPJLreuedd06/+93vMkGHyEH+SF968qQsSDTtRlxf+tKXctzstt133z2nLf/asz4jr9JC0iHkEDjKrU5+/OMf57DqmhyRQcgqDhzqThuVrr6mz+gf3tWvtBOyBQSSdo0kQ1qrS22EPJFp2oayeE+/kIb0tR/ErDIh2xBc2gISFjGM1GaHIqr0XW1b2zHviUP5yEqeLCxoI2RtzDcXiEs+5cs4oz4Kiac9GyM8U1Zl1GbVBzIS8aqtAFnKn3zID2JSO0CWa+tIf+1PGHUDvmsb2ox+rr9ov/qb8VOdeWbe0ocRekhRdarNqDOyWWWVVXJ5ttxyy7TNNtvkuBGOyq3ObHWVBlLaGGHxoeShQBsQnu6g3Sir9owQljZZVeNWH2SBxANHBwhvLF933XXzs3kJQeIFAoFAIBAIBAKBeQLTI/GAFxFjlsHNi8Z2LkY3Q5LBzYhFPCFkbedioCIeGO2rrbZaJvCQTQgsphYPJ4YwIgKxUTz6kN6MXcZxIfE+//nPZ9LOdlPfkSoIReQMAseWPsQU49vlMgxtJCECAhnVGImHJOElg5hDbBSyyntIPF6CyEb/RwIwkHnbIHaQVgg5ZCbyhmFNPkgyBAaSgBFNrmXbcZXE46WmHAgqZAqjHWnpr/LIfz2JJ4/SQQYhgeQLuYJQUW9ImOKhI10edQgxsiE35BVixe9IEeVFdnhP3UkXgYLUQGwhJhAZCAj1/e1vfzt7JJKJ/DRG4iFDkFryh/wgN8QEL0DkjjbDy4i3GQJTnWofvL+QztJDeKoT3ocIGIQYjy8kSrkNHBknTqSTsimDuhVOuRCdPJbUFeJPfSgXghLpVICs4zUmTcQZUlQbRKYifRCRiCDecmSL2NJm5ZUMkDZF5toBWTiTjCehOpAHHn3KiLQSLyKKNxjvRB6u6lc55UH+6kk87RABJDwZars8DBFOyDMEWZXE0wblWX54cCG0tRVAfKk/fZEHo7qVB+8qL4JJO0aMaQMIIWQTwtNvCGxEEhlJX70hNpGM3vMXYdgUiadOyVSbJyt9fo011sh9HqmMyFdWhJ4+rv2Dtqxd8XBD3AmjXUuPnMUBSDx9Wpo87LRn8teetA3lQOR537gAyqd9a7/C6Sdkg8iUZ7LSvo2P+ot2WzyJjXvGDB51iFVjjzLq61Al8RB3SFjtRXzajv5boG1ooxYSlFf9qYejjz46ewfzzBU34vS5557LbdJYpb61B6SlNPQRzxZaaKGGmOcdxJl4gUAgEAgEAoFAIFADY5SxinThfYIUsf2M8YtcQCIw2P1lUCJOGJ62fiJ0GJ4McL8DA1s4W9NsN0RY8GLiPcbArwcD1zZHhBXDmZcbkoGhiyhBYjFyeWdJu+QHoTirsEUeYcRI5/Fji67/IwxtSWXkI24QBI1BeYo3JFmBPJb/y6PvZXsf4kL4Is8iswLhlB05oewIEmRPkRuZFhkUOZCtv9Lk2eT35kJ6xTvW++JBRMhDibMe6gsZYZskwgOJJF/1EIf4hS/lbSxcFbzMEC/IQe1AXhqDeMRf8l7fFhDHCCFtWDsVT6mDgmpe5M3v8tkcqA99QBvRBxCECJbyvvyUdiEddVTSK3muwm/yyAsMwar98XSth/SQhPoCL9Fy+QF4X1tBjmtniGHkW6lD9SCdQpZWod3rb2SFxES+8xADZZJnH/1c2FKfVXmRn9/0c30WMcur1TNpCy8OfxtDNV8lz9U6giI7f6VtnCFbhCYiEMFV3Zpd0hbWX+95x3dpeFbfLgrqy7PXXnt97Ck3I9AWLEIgpOXPooe2IR/GFXnQXpUD0WhxQv0icYVB4CEu1S+Cfl4k8CBIvEAgEAgEAoFAIBCoAQnDW6fc9sqbhrcMjxUGJI8aniu84xj4jFAGsN9t4bNFD+HEk8v7PNBsJ2Sc8mLiIcQQ5u1TiMEqeF4hHHjcIG94D4mbt18hQHgv+Wuro7zKj8+sgveVfPKaQcwwpnkR8nZCIvEoYoQXwoJ3WJWE4H1GRrwTy4HzyoqMYpDzXuO5JF5nY0mLMc47iZcT+VWByEBGIOJ44pC5LZ6FvCAD3l5kxjOI1xsiwHvIRlsoyaicxzU9IIV4EpIlMhcxh2CQR+mSO4+3KpRBnSM9yUcdIYuQHv7yOiMrZKj41Zdz2MgVOTEtKAviFEGGyPSdV5b4qkBS2WaIJFZmsqgSedqRrczypy0hluuJWM/VuXKrJ0SJ95qC8onHx/ZPeVIehLc8k7s+oG55UulPZMPDU361G8QbL03toQp9UFzSUO/Ko13Vg7en/GqbSDd5KVBenofSEof2hohTX2RvSzIPS3VchTSRsQg69a5/yqM0tENekDzzlFHcpf3KB2/HAuSSNqHM+rp+rL/zMPO+Mmm39SQeokq/Uh/e1V585NuzKsSJ7HfTs7xYeJBH6YpHnrS/AmMVr1HtmJessiNJgWecj3cLSV5FGQPFrzz6qv44o1Bunrg89tSZ/JAhslE5jLegvWuD0kLg8ogkc21JW1tvvfVyX1Wv9f1hXkC7Y/nJBgKBQCAQCAQCgUAbhy2OtngiVRoDwxLZwWMO8YDY4vmGMELuIGwY6y48cJYTEolnibDOzrMdFomHxLLF0v9t9URkeQeJx1hmvDOgGc0MY8QBox2JgLBAcDDeGdwMfySC7YeIQd5+SBuGLqMXiYD0Q3wgfAAxgtRgHEurbDf1DJmEYBJWeREVCEmGunSRDIxn5eF1gxDhnchYtsWV7OQDyYM8EJ+w5KbciIVylqAth8KQp3J5XzjEiN+VC8mJHJOWrYDyyQsKAUgujHthyIp85ZmsyE2ZkYxkhaSwTVH+bBVEGPHiQuIgLPzuXVv0EE9kIJ+FILNtVD3xEkIuIDPkX36RPsrr/0gF78p/2SaINES+aA8IrEGDBmVZaDc8mNQ1QhJ5Qr7yYrs14o3nFDloa/IqTmWTvvqytZtMyAdRiqBRr9LwvnflSRnlXd0hrBAdgIhEfCK9pOG5OORTnZM5kpgMbNPURm051m6kIU/qTtkRouKXR8SrZ7aO20bL209c6kj9+d0z7/OKIx/EFbKJ/NQb+fvde4gqchGnNLyL9BG/PBePSMSUeuLxx2uV7IV37qC2BuoZWYeQJBfbc9W5OErbUN9kTA7S1waRb/oCmdnyS1620tqGjRwmX/KxZVieEFD6v2fi8FE25bDNXLtUf8poWyp5KhPZKLt+rC71e9BvbYP1nBzUGbnZcmss0e5Betojctnvtq3aNqtejTvGKPWgf2hLoF/o6+TuXfnzjvZPJuqYdxuyDmGmDNqvvmBrM/mRt/Lom9oIeYK2I+/aori1R3WBfDPeigcQ2Ah9H4QoIpK8tT8EtPahrORvHFEOCyc+2of2bjwyfpCtuvNukd+8gjgTLxAIBAKBQCAQCMwTaM6ZeI0BIWB7rS2uDNpA2wPPMSQNj0kePkhDJGC5gTMQCARaAto0iYeVxnLXu+gGAoFAIBAIBAKBtgeeJTwzmsLMkng8fxB5PJB4LwXaHnhs8Z7j/cbjjLfVvHrmViAQaLlo0yQel0sEXv1ZE4FAIBAIBAKBQKDtwXlatmI1hZkl8QKBQCAQaAmI7bSBQCAQCAQCgUBgnkCQeIFAIBBozYjbaQOBQCAQCAQCgUAgEAgEAoEWjiDxAoFAIBAIBAKBQCAQCAQCgRaO2E4baDVwUYlPIBAIBAKBQCBQj/nmmy/fKDqt20Snt532gw8+SC+++GJadNFFU8eOHfMzFx44Z2/BBRfM36eHcePG5Ty4HGF2Q15K3MrbFJh4r732Ws739MIWfPTRR7nsvXr1Sp07d254On14j47unW7dujU8nfOQ7gsvvJB69+6d5p9//oan/8GUKVPSK6+8kvr27Zvat2/f8PQ/eOutt/Lv5V113q5du/z/GQE5i79nz54NT+YutNlXX301X8IxrfMgZxdc8uLceXInf+2la9euDb9OH+TVoUOH1KNHj4Ynsw55mjhxYlpkkUXSZz7zST+lyZMn51uHyUjaVWhHb7zxRq77malD7+pvzbkE5bnnnssX48yIvGYFym086t+/f6NyaUnQho25xhHjCTmVMTjw3wgSL9Bq8JOf/CTdeOON+cDiQCAQCAQCgUCgCsbqoYcemj7/+c83PPkkpkfiPfvss+lb3/pW+ulPf5qWXXbZ9N5776Wjjz46LbPMMumrX/1qQ6imIfwPfvCDfLPp9ttv3/B09uF73/teGjJkSNpxxx2naeC+++676Uc/+lHO95e//OVPEBeNAQly9tlnp89+9rM5jeYQf4DEuPzyy9MKK6yQVllllYancx5ImQMPPDDXyzrrrPMJksJtwj/72c/SkUcemW8Vrsc555yTLrroorTqqqtm8vFrX/vaDJMr6vuXv/xlJrT23nvvhqdzFy+99FK6+OKL0xe/+MVMYs9JuDDy73//e7riiiuybUZmu+++e9piiy2aRYBql+SFMN1zzz0bns46LrnkknTdddelY489tlEizq3DI0eOTPvtt19abrnlGp5OxZtvvpl+/etf5zrcZ599Gp42D0gyfQZh/M1vfrPhadM4/fTT09prr51WXnnluUKq3XHHHennP/95+v3vfz9XCfaZgX66xBJLpA033DBdc801uT1rJ4FPIki8QKvBEUcckVZfffW0ySabNDwJBAKBQCAQCASm4le/+lUaOHBg2mmnnRqefBLTI/GeeeaZ9JWvfCXHxdhH0hx22GE53hEjRqSnn346jR07NpM9W221VRowYEB68skn0//93/9lLyhkBkJgtdVWS1/60pcySeT3QYMGpZ133jmTIOeff35OBwknDE+gf/zjHzn9jTfe+GOSgVccwoRXytChQzMhd8ghh2RvI+V44oknsgfSuuuum73zLrzwwky8DR48OIc9+OCDszfLmWeemb3O/vKXv2SPsV122SUby0iuq666KhN8/fr1SyuuuGK6++6705prrpm9ihjSwgwfPjznS355fYlngw02yN49yBzve44o8/nd736XvWrIgNweeOCBtOWWW6annnoqE630eXlH/m200Ua5rO+//3664YYb0j//+c/sGbf++utnD69HHnkk54HcpLnGGmtk7y95EI58Gf8Mf6QI0xZhc/XVV+d3br/99kxiCIvoQdioI9/Jh5ciIop8yB2JW9ITp/Ref/319L//+79p0qRJ6Qtf+EKuC95kl112Wfas8vvyyy+f4wGEzs0335xuueWWLJt99903l+XBBx/M+VIH2223Xa6bv/71r7ktSHuHHXbIMiC7xx9/PDsubLvttjmcuHwQZWSp/d10003ZI05bRmiut956Od+jRo3KZBnZqoMiD/lS9+qkQPjRo0enu+66K7dlbVodiZs8eSpqo9qv78pK3urphBNOyP0EYU2e2t3mm2+e49Uu1J22Ix/Fs1P7QorzjkS4PfbYY2nMmDE5b+RNtvKvT2jD4tS3lFv/0g6RbdX4EWInnnhilg+STJkLoaj+OYGoX/1IHZH/pZdemgk4edfWf/jDH+Z+9eMf/zj3cfWnTSqPMMWT07Pf/va3OS6ktX5EDtod4l8/VKfkz2aVN9+lL35tXp69r97VNQ9fhKY4tGttSxkRstp8SVu9kIU60fe0xfvvvz/HpT/xbNSulEe5kZr6rD7+t7/97WMSTxn8fv3116fFF1881y9ZkOnzzz+f2zwZel859Dfjg/SMN6U8iPO11lorE/hIf33gvPPOy3/lSX6Nldq+/Goz+rWw99xzT/7dGCe8ukaCkp/2hZgWv3YhPfnbdNNN8xiFsPZdX/Wu/uC9eQlt/ky84u5b/9EgZgTCz+g7gUAgEAgEAoFAoG2AYf+b3/wmG4zICMYlI/WUU07JJAVPNoQI+4NBjijwDuMdiXLllVdmkgZhwmhleDPaxYUkQviUHSeMVKSc7bOIAkY3YxrpxMBHppx11lk5HYQFQgnJghzhdVOIAMYz4grxIBx7BtGBqJA2YsoH8Yi8UiZ/GfSMfCQKEgDhAAgApBAjnE2FkERSCvPwww/nPHkfMSGue++9N/35z3/OBjuvIIQiw12ZEQYFyBwkm/zLD+8maSDgEITlmXfPOOOMTGSoB3mogvGPWCILhCY5IbjkwW+IjtNOOy3XES8f3xEp5557bi4Xzz3pFa9EMj/11FM/Tk/aCDZEwm233ZaJHOUnlwJtQnxLLrlkfl7IULJCRKlbZAwCUr0iObQN4a699tpcF3369MnxI0iQf2SJIJVvbQWBpU4RPMo6atSoXD5lk2dl52konPgQOPIvHURSwZ133pnbi/S0VeVSZ9q5vGt/iBl5Bm1IWHnWrpGA5IdUlEekEuJZObRxclcO4YC8kZI+8qt84kHa/elPf8qEbyGBtQVlkAd5Oemkk/Lv+hWCiTy8I7/i5YGnf5AHaOPqzjNyRyIjpdQruXmHbMhUe5WnUnfILX1l5MiRuQ0V6Bfqf6mllspEp7onC++SAS9DbRT+8Ic/ZPmLj1z0Y228jB3qWxnJS99QJmODulIP+lThH8jfO/KnT+ubwotDOxAPstI7+pL6Q+bV8x7GC/IiN2XQZ5Gf8qU8yk0+2uUFF1yQ49dulNszZULglfQeeuih3D7EA97Rb7VHCxPqVh3Il7ZjfDCWaMOl/N4hJzJUNgsnxib1fvLJJ+d2on1IW9m0D2l7V17Vh3LNS2jzJN53v/vdzCZXP1h+LLvBoTkVjknW4AwcOn4gEAgEAoFAIBCYN4AQKZ49PEF4u/BWQwrwLmFg77bbbunrX/969pxBxjF0GeQ8mHirMI4RKLygbIXl3cO7BYGAoEAEbL311vkZsFEQV8hBnla8tHjciYf3CbKPEVu8U3iX8aLiycQIRlIgUXi9MIYZ2X7nFYWsYgR7Lk3bfsVVwPBn6Nv2x0uH52LZoiheeUciMMblW/4QJ8osXvZW8b5iYPMoQljyChIPEgkZwUupAMGx1157ZbkiFxjuyAeGvfzxtiETZJi87brrrjnv9dtHGfnyLy4yQTgh8dSF8vCmVF/KjqDkAacMBUgHsq6mh4QSl23GyEjfPSd7W7eVX50XFNJRmcSjTfAaUiZtx5ZOW3gRaPIgX+SP9FBm9clr09Zk6WkTtkSTO+LKM3nzXB540AEZk7ewPLvkAemlPWg38s+bqno0ESIIEUmebGSkDNJXfmxn3GyzzXI7LyQcgkkbIyckpfagXfJ+RZQpI0JKG1VGeeRpV0hO34vHpnLqC+rc1nVlR54iw+RV3ZOR+iAP4YUp8Zc+JM/auTjlu2wD1+aVVTnUA4KIx6C4lEu5pYfAUw/6pmd77LFHbifyVPpngfDasDq3jZjMhFPX2jVZed9Hu1Mf+oExgAceGYH+op9oD/KunpBa+oS6EL4K7YtXoDZPDohJ5KJxqbQXeSoEufriAaqc5FlAfvqC+vMOz15kHxmSUfG6ROyBPOp/2pg2jEwjL8/Vi3bVGNSB+tHekOXyqKwWF/Ap6sEYIW6yN5aQof6obPDoo49mIlZfJk/vauPKw+vUM2OKsUS+5iW0eRLPCg+GXGMoA4aOZJXl+9//fibypgWdlvvpcccd9/GAGQgEAoFAIBAIBNoeGNkM0KrhjqgoJBavFIazcAxlRAmDVBiEAWKDYYko4gjAw8VWPwYpYx/J5LsthbzzED4gTXEUiBMRgxhz9tgf//jHnFYVDHvvMIp5dh111FHZK5DNUsC4RWrxdGH/8NBhLBcyQV6lxT4q8A7ixzNkgzIVokuajHMkGCIP8cHjD+SDoc37qjhMeBcxgXhRRgQQYsNvyLoC5AMPOucJ8lhDNoC8SZPMlbV4FjHkeVKpjyrIS56Vr/yuLpEknDJ4SpXfGoPfSno+0rNllgce+bEpEVnIHXkTBlFYiCMgXwQJLy/bNNU9ebIjxa0tkQsShseV9lC2XMu7NPxVN95hz/JgPP7447M3ljxByWcB8k1Z5c9v8iSPtpDy6mT7ImdKmwNtVHjpkanf1L94yUIeCoHXGKThPe/7eB+Rpd3Lr3rVdqr5LECIkau+wFutlEuc0laWUtfKoz3KWzV+BA5CqrH4tQXP5Us7UOfqjZeXrbzFa7EK7VI7OeaYY7K3GvlUgegiU1tneTDy0CxA2im//JKbciiD9JWnCs/Eo037K5z+U+q0EFkF4tXfeKb6IDdBGqW9eFc4+Sj1h3CrjisgnTKO6bs+ZCXfnmmf6gbI3DPlIXsEtLEEN8KTVDj5r0cpX8lHqcPCpXguD57JY9U7tEA5tD3tU/qgfN4tbdz/p9U+2yraPIkHBg4DKFdV7rfcN7G3BjMu7TqNDqqjCuejU+rEGHyrIhoWF1ITqEZuMOWKXsJzIzU4BwKBQCAQCAQCgdYJhj7PFNvfACmFsKp6+FQhrDAMSd5Z7A1EAUKP5w9vFQQMIoXHCduD5xUCgRcPY7cxMLTF56D9QjzxlmkM0ucdhtRwsQcPpgLx84ThpYNYs7OIHYRoUh6Gsk+V+CvEApKJ0cxmKtvlgJFPTgglBAADvTwXLw8gBBYSUpl5lPH+Q8jwzuK9iMArHmHIASQbkAtvoHrioaCQDjx3eAYpexU8edhkyCNh/I6I4O3F68j2zI033rjZF0BIC/nqQhFl4pGHbCNTZJJ6sn2QPQlICt5o8s8+5C106623ZhLCM+GRerabqidkn/bhHEbx1pM95M+zSvxsVd6U9WEKyB6xwXtJfRYvMnKShjKoR/VdULYDI4iVRz7FMbNAqiBteebJL68ynmaN9R2klDagfWsr9XWujZGRumSLs81L/Dz4xE9+vPIaA+cdbZidj+xTPm1CfSFOncFW7StQZG3LprjrZc0LlPcleWq3PMMKtGn5k4YxA8FVJcenBTLXJuUVmen9KpQDJ6E96cPK1hik7zeLCORmDNHmCgrpV8hJ7ZA8EGnajfeQdE2R3Dw3v/Od7+RtroUTUYf6XClzc6BtqhPvaX+NefQph/GryFM5GiMM50XMEyReFRquBmFyMZGY8DDoVnwOP/zwvMLicEqDPBZeR7Y/3MSsgZvENHArRVYNhDchcjMfNWpUQyqBQCAQCAQCgUCgtYHRzk5AUDGY6fhIKNvHGJCF4EB2+PAsQ0y5/IL3DgOcUctTxNY3Rr9LKJxb5TkyjW3Ba47nFNKHncHYrxIdCA2GNs80dgnYksaDiyHN0JYf7yDReINJX76RAWU7pzPHGOa2Xdru68MgRkw5vJ4xzquIXYQAkG8GPI8j2+723nvvbOhXjWflQP5IV/nl1e++77///tnTCSnFy4yMbHlElogfUYVYI4cq5Bkp4GZgthaigSwLCeJddSMe2+sQGeWooyoRSj62YvI6c4aW33hqfe5zn8vEi/Kw6cTrI+/i9n95LZ59nilTSY/nEUIVCYa4RaapW+Wt90ZSp84Q036c94W0tT2SzLQTNqQ6t5WQk4j2Ia/kWvIByutDZkg58bFbxV88QNW/j/cQi0hjNqzLARCotnAiSN3iy0uT3BE2BS5fEJ92jmy0ZZMDjPjESz5FJkCetlbyKGUXqyey8lw4+UVy8byUX2GKjMv72ioyW/0ql+OvELvaHVkWz0CkMLKO96iblvUH8duiWeLnDaZPihNZaTu39g7apjbuXaScekPKCqt9IMWkIV71jIAnCzJWr+oXUVfiA/niGet38kEgik/+kVHkX7wLpY9wJBcyAPIq/aU8839hXGKirnASOAhpSQPIRvsp3p1khNgTprQX8ZCPNH0sHPD2rZKy0rS9G8iP4xK5qDNlcNMzGegv8qTe5EHc/q/dGbuMSWSn/No2T0rjiPqThvZT6ryUX16VH+RJH5Eeoho5XsY2fayMG/qIM/XI0zhLpiVfUNrKvIY2fzvtNttsk91Ned/ZE15gz7lBQUc74IAD8sqViceAjBXWsf1fI+WejqgT1iCjcX7729/Og4IzABCBVo1MijqVRhuY/YjbaQOBQCAQCAQCTcEiu+2ds3I7LTAqeX/wyGEgMiaL9wryhcHPmOVNwoBHRvC+YpgiUgr5xMD0XDhGMPKD54lnIM5iIDPI/V6MU2BzINzkA/EiLR5JwjKgEVhICQYy4sFviCCQNgICYYYgk44ylfIw9hExxcsFqYKoYjwz6v1lE8mDtKpn5jEflQkJKU/i5CUlTQY2Eg4piHjwO8if35TZ9lRykocC4ckFYVLkyzbzXRnJXfnkTVl4QJGbvIir2F++yzMPoUI8+J0sbJ0kSySVD9mIy7vyR8bebSo98Jtn2gj5yCeZS8tzkFapD3JEpqoj3z0nL3XtGW8pacoDbyRhvC8d9ez/4kdQSVO+yd5fpCeCUnxkR9bKr+wlDnUnHumShbZArgXC+00Yz9WzuiAb+dFe/Vb1lCJD8lBeYclN/hFyhYgkG/1AfZN/adfS027Er579Xx1rO8J4V3raKPnYei0t5UPcIaaQ6qVfSU+e5Yks5cVHnYH4tW9xS0Ob1I/lTTj5Vw71Lf/yKjxZ+128nskLCF/qwu/krw0or3wYA8hfOclfetqdepBXeSQTfVfb8DtZeI8cym2zyF3lRLSpX/BcWN9LnkFZ5cPvIF/ahjypU3mteu5pG+IRXp/kMewZmcqXuNUNeXhfftUJGZQ2W9pX6atkou48lxdtWp9QZuWXJ9/lCXAmyodwl564eIjKl7atfrRnZSzy9L0an3yV/1fb9LyAIPF22CGvcGHONRAsMhZaQ8X82nOOwTbZY4ox+TqKiU5Dt6rmxiCDCJdcv+sMgdmPIPECgUAgEAgEAk1hdpF48wLYPewYWwwRCbyb2EqFMAgEPm2wr221tSUUZWGbNdu+EGptDbYH804DXre8WRFcbQ2IOlvNeYnyUg3MOObJURqjjlm2soA9tgLFbZV3nVUR+98xyY0Bu8zzjkvyL37xi3y+Anfz6kpSIBAIBAKBQCAQCLRU8KziyOC8b+d8284WBF6gJYHnnN1x2iiCy+2mbZXAAzdcK6uP3X9tkcADnnYHHXRQEHizgHlipMbcc+nklunDLdfeag1I4+FCbM/7Ouusk89hsEW2vAdcNXnfIf24eTpHgcu4veP2g9sLLmwbd2oMBAKBQCAQCAQC04FtcbbdNQa/+TQHtpLxRqqHZxwL6sFRwXa4lgblsOWuObaSsglvCyDbq7n2lXDNTaMxkF1z62VaUC/K0FLtQu1DWWcFyqZuynbO6UF4slWncxv6obzWQz3Jk7ypr8IT+BT5eK8pWZX2Ih48Q1P1LUz9WCDeanpN9efGML30mgvv6y/VfFTL6v/leWPplfIHPh3MEyQeks5WVwfS+nzxi1/Me+u//OUvZxIPy43QGz16dCbmXGxhj7ozCQx0XMztsx41alTel67j2TI7cuTIvLXTgZr22dt73hInzkAgEJhRmJx5KVv0KB9j4qwqDfWwjcfZOD4Uhabi95sjDKal5FAyHI3gvI3mKkOtEZQuRz40VkYKMk9zYeYUtI1yrtDsAkNAe5vWHKptaAPNLVs1fDn7ZXa333rQD6RJNtp0U0Z8IBBouzAOsw0cpN/YmHPppZfmbazNGcucM3XwwQfn20wLvMcZwXl29XBmmMstjNEtBWTAWcKOp3Ie1rTAO9CxR84E441EBs0BO8zB+uy5mYHjl5yRbg6dFTgvTFmbm++5DRedOCpqVuZwc6qt67fcckvDk2kD2ePIKu1+bkN7sCW3Xr+wnZzHm626+pgjttj5++23X+5f9CxyuuSSSxrtqy6gcFxXadviawwu9nB5RCG86AVuSHaJhfR87Ah0jmRzQLeQ3qz2cY5Jxx577Mfl3mWXXfKFnXQlbePKK6/8OH/OIeTEVNU7XYLihl9tITD30a5Wecc2/L9NgkFna6yDEJF1PtzHXWahQfKyc/iigygN/g52dPOQG124lCP5lllmmTwBcd/1f43ZOxq4g0p57zlQURrDhg3Lrr+B2Q+DsMNYm7pSOxAIzD5QPp0DevPNN+fb6fQ/is5yyy33sXdyc2DCp3BQ3I2T1a06DBBjsd/cZOc3fVw6FkocgFvgjBBbKSzENHbcgXTEQan0f2eJzMyWC4pauRWrqWMVmgMHKTMIzBXVW8FmFeYdt6lRHp37JJ9VUCKd5WoeWmqppRqezl5I43vf+15O32HPswMW2w499NA8p5qHG2tfFEvpWnRzg9n0UA3PaCYzhyg3tz60IzqEeBy90RzoK4xIOoT2CI7paG5/CQQCswbED13fHNAU/va3v+XjcOjtjYHO/9BDD2VC3jhuActCkv9bLDKuI+rMj87F1r8dWs9IZ9ALZx5jV2y00UY5Ls8clu/dMWPG5HnPzh/jEbJAGGOVnT7GWIe3I5OERWixXczL5ijjLiKAPsyJQBjjm/nBeOXmW3MoI19Z6scv8ZBTuQTAkUC+33fffbmcwouTA4N5UBmVRVrGOAfvg9/dkOuDgPDde8KThXjM6/Lgd2Oi8dC4ao7yMVdKm7yE5ZGE6CFTMnAGuXjVhd/rtxfSL5AJFoHEh6CShvlJeeQXeaN+yNVHvsjfuw7TVx4EhTxYsFx//fVz2kCmyqRevUuuZKw83rEQKW5yIk83owpHZ+EYUvJrPpFHpJd0i90pbQQtfUj51EeBuvabtMhU2/Oe/EhXesoi39qXtqMNea6OtSlpWiRz06ky+1063qMjkb1w2pNn0nRsFD3Ie8JXIQ2/y7f3zNnapnL7rpzi8X/5IH91zCFG2ZWZfOVZOchSmZVPftS1PAunzpVTXvzfIpm0pUHm2oo45EV78a6wyi4+/Yce6cZZdeX8tVIe9Xr99dfnNu3GU0SdszI5/ciftio970hLPZY8I7/k2/ih3j13C7ObY+ldpS9pB/JE9sLb8aeMxg7n76tLjkPIPE5B2qI6UkZxkoHLPfQfeSVTIFM3UEvPrcXapmflQgj9Xp/UdsiSnkhv97s6UR5tQHsqN3AjBZX7sssuy2OAdm4Rwg28buqW5z//+c953NQ3yEZYYw3uQ5zKrKz6PnmRsbx5ps3LgzqRB8/lUzz+73e6n3yBPqsO1Y+8qL8yVpZbgMlSutqXsVh5hdHWOGupB+2HTKr2RFtBmyfxNMhdd931vz4Y56LI6/T+UrjLbw66NbEafA1EOqBJ2O+uWzYBI/d8d/mFK9qdI7HhhhsGgTcHESReIDD3YKK86qqr8iqdg3VdR++Kf5Ms5bi5pATFEPlGyTb5l/NDKSWUcwojrwETMWKGUmZljwFGwSmgtFEKBg8e3Cg553crqg7l5mVdT241FxQe551SShkCMwsGFdmZGyguswuUQgad27yMh/WgzFD2KHbqaU6AQctQMg82loeZgXq3Wi3OpkgvbcVt8eZvC2rTQzW8tkUZ9rcoidOD9ymxlOH11luv4em0QTklf+1QW3Vws5vsKaGBQGDOg+FmrpgVEo8R6ubE6667Li8wnH/++XluYEgysBmtjEZzIqNbOM8Yq7/+9a+zcWwOYEMg3Jw3h1gQjs3BcGWgFxKPMWseZEcY33npiM8cyUhG/hWDmAHrGB/hhwwZkg1nJIW5Qf7YIdJBwJAFggN5UOZeY9RZZ531sZErXuPvySefnIkS7xoreU0hV/zfmWTiYzjzMGSIy6dx+Iwzzsj/Z2ybfy644IJMAogHOcKgNt/LHxIAGOfy5fdRo0Zljx/5QvKYLy26IAro++YaYzbZeo9dR2ZAbsZoxI3fARlg7kO0KJO/5GNOtwDGljCeSxNxw4bjfaQeGfzqHqFSSDy6i/ogG+VUNmSBejYXIuuUj5w8I1NkCfk6v62QeGRGt/GuekX+CMcDy1yDhFMO5Ss6jjZDj1A2+TO3IG7cICxf6lq9nH322Tnstddem21WhI68qA9zIO9M+SdLcyDdTlkRcn5XJnGbsxAzyok41MbZx+oQtFnxIrL0C3GY36QrbkSk9kimFhM9lwf9TT+QB7qafqd/iUN9KG+Ro7ZtIUx7QjCpM/LhGSd9aSu7eb14yZU+qL2cdNJJWb7iFifdUrvRf12OiHQE7/h98803z3WtjVgktlBNhiBvwimXOdwiMd3YeIBkE47egnAic+/6P11UWeVde6IH+xQST52pb7LQ1vRNH3Frz/qGNOXPGEG26kn/Uw7tRp1KT91oV/qXOvSdfMiLHkwu8qRO1Ic2RnbkS676AaJSu9JWkXXyRoeUPgJMG9Cn1I/2Q17GDDJDLBpLtfeRI0fmNqX/akvS+sMf/pAJTOkor7iNP6XvGLOUh8xGjBjx8Zisb/OK1W7kwYKssikD+Wh7dDPtRZtUZvWMhNcXTznllI8JZ/JW/sZsh9aMNk/iBdoOgsQLBOYeygRrcqbIm4QpdBY3TLIURpMkgs6kWW75o2zYtkDR955JGylmgjeJUqQpDyZfyr8JnIJOIfCXEqKvWzWjVBRvOMoLpclKJaXNqieCRJ4oFyZw2xoobiZqEzflisFDmRCeIaVMjBbPKA6UYUYEhYly4nfxU1YoNBQhSoffxUkxkx5FnWIqHsoZJZ9BJz0Kh3gocOKh6FHAKI+UJsoKkkqZ5Ul5KRvkxQNBXOTCQCqGBFBEKG5kv/XWW2dDkfJCSWL8ULrAirg6UReeDx06NOdBGX7yk5/k8jIGKYDyY8VZ/rynPPKjzuTfolXx+pAvxoKyM5Q23XTT/yLxxEXpVq/kre4QchRqeZQfdUIRlyeKpbwIz+Bl3CAnqyReIffUA5lId6211spksueUQYq8upKXpsJrv+Rl/qAAarvK7Jl2Sf7KrD1rU5RASqTyMmbIhRKvvshBHOqHwSmcutcei2HkwivtgJy19+aQjoFAYNZhfJpVEo8hi+gw39jOyQBl4Dt03nxggck4vuOOO2ZPFaSH8ZkRaZznVWwsAHOSedAh7gx14yHjWhqFxDNWGtuNO0gP8x3DmYFsvhGvdCwKCWceLWSeORMRsffee+fxWnrGrO985zt5nDU3MtILmWRuQpjJI1JB2uZOBIdn3jWmGWPNuTyLEBTyqpxbbbVV9hySvnkBOYWM22uvvfLYibi008n78mkuNw8iGbzDGOcQYa4jR/MOpwg3jiIcpGe8FsacSN6ILvlDEBaCjbzNVeaOo48+Oi8AmYPk2RwiLXEhIM2H0vcOwso8Y74hB/qAuUgaZGGe3HjjjT+ee5Ew9BtjuvmFLoM8oyMhqtQtYkU5zXEIFXWmnt32S+7SVU/mJHMPGSGCzCvyr67UkbkLwUiHkS9twfzmGKjdd989zzvmT+mZ17QJ78i3CxdBuUE5f/SjH+U5UFxl+yUCWXnlG8GpjizUmj/pYMqgjsm/kLzaImjTCBqeWeZ/+oU6VLY999wz6yX+b/4W1nxra7Q2JR/aAagL8yL9qxDe+qu6JmvlVJ/aHb3Gjg39EWFIDsXrjY6i3cirtkfO4kYGKZN+pF7EoRw8zvQ3+dBOEELi0xcRUojzsoMBcY5A1waVR5sUP5nSHbUF5ZOGPOijduapC/1BX0XKkbln0qiSePJLB5GG8ajoItqd/kwe+rr2Qy/hIWj8kR+6KrJUemRBDzniiCNynaozaUkDGap+6K50EG1eGdU5FBKvkHRg/CB3+ZcfcqenideYqX7Ig1ylId/sAjo/cpA3I9lqW8J6pjzarXZAF9Wn5BdBagzRNrUX7a+0Ne+rH+9rm+rH2Cpu6RmDjHfaMuJZXzBGkaXxFdmrX5G58pKj+NsS5okz8QKBQCAw4zDpcvW3rdZkSOFkZHiOPDEZMxxM+sgbCrHJniJHCURgID4oYyZmXgNlBd2kSiGgJPDyE5YxQPmiTPitSmCJm2JHcaK4ice5JRQAE733kFIUFAoOxdfEz7vau+KmwFEIKKG+I68oIiZ/Ci9ljNIhHgoyJZMBRPmhhFBCGQPV/EifAkE5chSDvFNsKZvKSNGljFC4KEwUDmUlMx+KnLKSQfH2YOxJm5GovAXS8rt6UH7Gj+8MJsamNIRhXCg75bSsNlPqyE35KdsUIQaF+MmKUeE5JUtd8jJn6FgVRlxSNClx4mRsyHsVlGLGDaOTMUEBJWcKHrmRozZBHvLjmfgYhYw/Mqdk14OMKZGUV3mn/AEDibLmDBfGHQKN8t5UeKSx/CFAeYMoQ5GDZwwPZKU69I7v2rp2q02ROSJSGt/4xjdyecVDsadEq1uyYdwVAlLb0nbkKRAItC4YYxnAjG4fYyTj0HPGuTEQUcWANleZU8pijHD6PiNXOHOEcZExXgiaKjwzXvG4MvabK43txhtzCuPTokBJ33gOxippSN9cWzxZynfhEYfCFJiPkAp+M0eZg5ES5hBjlnIieuTHfIcUMj57bu6ySGeOYnQLB3QBcjC+Iy3oDGURqwp5Ug4GtfDiNyeSmbTlAXFVBU8q8SsTkqKU3f/N22QjXsSdsRqEITv1Q16MffE2ZsSrM/InJ7KTlyrMYRbL6BsjR47Mz8QjnHeM+copHnlSLnL1WwH5y48y+F05tSHviadaPjoB+frQJeSfzKRDbtqTOUZ4873vFh4RXfQv7Uf5S7zeL22XnErbEx+PcXoPHQIhSh9Qr7zZEET0mqrMyFtZtB8fJJY5UJ1bBEPGILNAuuZQf9WNNqZ8QBZkTe5kIU/mWHlUFmSN8ikL7yvPi9yUQTzaDR0GkWpOplOU+V6bIX9hyage5O45OclfY5An+ZMH6Wk/5C88/cpvjUF7Oe2003J7KZ6njUGZELZIbQsF+o780pXUB1JZmegWPtJWZ9q4/4Pykr3yqg/ykb6yeaadGBPo7Poa/a6QdU3Bu/Kmni0C8JhExCLInOunvdSDHOl++odyIwGNDXRRsjAe0G9LXeiP5Ccd9SzvpT0XyHu9jI3HiHH6nrZGrzOe0e0QwkceeWQuo37PCxZR6EOHbazvt3YEiRcIBAKBRmFSRd6deeaZefWYkcIYoViYyE2wFBsTuEm7KERW/ShQJn2KhAmbQkkJK6CsUCwpmcgToCxR7DzzW1NKEqXOSqeVWEoLQk148VN2/U4BQ8AwUCgtSDXKpg9lm7IqLUqACZ6XRYmvxKMs8snbgfIgf/VQfiQN0kociCEfShbFpGzdaArkJJ/CU96UHalEaURyUVQLyFcdKCuQKcWYYaWMZCLP4mKAUcAo2ZQ8skQU+s13BkRRqtUROSmjuChS5EdGDEmKvLxZoUZyqtd6zzIKF0OPDLQPhgVlSp7Bb/IjHWlSvKyUUrYQajwfyLwKSqCVefVE2bXVrJTdcwqgdMiI8StdcSpHffgC4a2wy2fxPEH6IlLlBempjZCN+MmLnNUlg4oSTSalfspWG7IXHxkXZZHMhRemyCEQCLR+mCOMM8YT46TxzDjqmbHD2GWONBYY1yxs8ThGjlggMaZUYaxA3PG8YZgbS/xffPVjWBXGe2Ovd4zbFnLkaVowlglrTDIXGN9LWZAF8o9Q80yZGMzyIM/GOYQJb2Qkg7mggNFvPnNBgG2HxklzQBXyac40xiIWzCPGSMa+PJmbzYHNgXIrC0LGfEUPUH4gd8SRMvnNmC8duoFyy2sh3egfZYFNeHkpEM5ikXwiL3njNQZ5oeeYM5TNXFQITpAfxB6CRbnNCXSLxogFnkM8yaVnXpJ/MpNHf+koBeStffHUQzQi0r70pS99on01hkLGIevod9qrujdHmxd5StqsZ64s0B7kW3uXH7qKOVLZDjvssOyR/uMf/zjnG8QH2oE2VHQoegn5q3NhtGPtjZyReHQN9TUtaKMIrUMOOSSTR9K3+NoclH4pXfKthzai/9FZ5EP9ajvkL7x20ticTqY8I+mM6g9J2hTkgUzoRghM9YoIQ7bxLEXuaVPqyPiAQDXW0NHIH8hA+6XPlb5LxspVIIz6sBBb+nRTKDqXeqAba0/SNzYpk/5S1UkLlIUObBHU2IBMo4Mhhr2nLdHHmtLpG4MykD15K7vyyR8C1Y4SnokWGOSJ/qut6gPan/ZFn+dsoD+oS3G0NQSJFwgEAoEmQaFG5pk4TcY8l0yalHEKnJVQigjXewqCrSuUBl5izqOxqlu/Gj+roFBRVPz1aSr+oiCbwBGRlB9KVnmPS77VOivHthPxqKoq3gWNkXdVkEcxpoRtrhFSUPJJSWFUkal4rDhWFdmyeiy8D0PPthYGgW1GFCVKXslH+es9CowVUVsSGDver8qt5IFiyghBTDJEyAgRKd0iB2HrlTFxIW+lQQkkk2qYkmeQL+EpZxTEan6rEIf6INuSZonDuxRWsmKglfNqmwpfhbSLkquutAkeMra2UFyLzOrBAONBIE3vS5NB4/1S/4y4KqRPpsoSCATaBsxxttIyWHl6GDMQWhYjjJ2McH+NI7Z/WnwxHyLyzDf144FxAnHhr/EEkcKgL1vXmgIiwgIVr2dn5CFREA3TApJI+s6B42lvfjQPmrN5szjHitGPVOBJhdRCZkiLVw9Sy7vGzEImgDHZYo/thsqJ3KknIJENztpjcCNcnDcubiSMbagIAvOatGyttcDWFIzv4jAGiw9xIH0wDvNs4lGtLnjqqB9yNW/Io3KTA3JButK3JbDMDeB3ZTCn8UIydxrP6/UE9YaIsXimHnizm4sL5FW51KX2wqvbFkzzXz2ERRLTu5RDe7BrQP7UrYWiKhCL5iVEHBKDjuad6UF9IXaQHupLOel4PuTAw029VEkbZB1yhCyQVOpHO9HuhdUu1K82Q0dE4mhTdEXtrsiWlz9iDxnDY7N4kKp3ZRbntNo9aF9IZXob2fB6Q5A2BmGRlGWrMZAvnVXewLvyLr8+2slOO+2U61a+1R9iWnuygEd+BfQ07cLWVHWnbaljugndiSyaA/FoN94VlzgRtbaO2hWB2DPmqF/p20Wh/uWLt5xdCNozwrEKY4Q8WzBtTK7qTpnp79o43ab0Le3ZByFmwbm6MC2/dFbboY0ZdsUY5+SRHolMtviprSBttd/mykL9ICjFZVwTn35H19VukL3aI4JRvujwtg8bn+SJzo8ML1uJjdltDW3+TDydoRgfOuL0YMBm7GhkOkhRzGcndErxG6hnd9wF0pB/abQVmAwQCRj2QCAwZ0EJs+3RKqyJ2ARq8qRwUwQYKJQ921WRGwgoygZjguJjUi3KmTGVsmdlrkykjBsTPwWKsm3y5wllUkaSUIb19wKKKSVMfLz+KMw8qCgmFBqHQTvLxTue26ZpG684haFMOSNFOXgeSJPCQ+HiGaG8FAyrovJlZY+CQkmylZaCy/hCSlJulI3iZAWcgcYby7sML8oF5cO2GOkYjxkkZEdOo0aNynkjLwoOsg6ZJD5/eTIYvxlIZFxkJh559135yYzCZeuoZ34jd/KRF8oWBYasPWcI7Lzzzvn/xlPKOG8Fho90lNmcKR6y8jtZ+M0cKj2KrJViRop8lzoyd4qH4suYIg/yIlvhyZ9ySVFWZgaVspKLFVzh1QeDV57MjeZsBoS6lAf1rz68S0lVF7ZUCE92lDkybSw8pU58yo7MLR6ftnjIkzZC0bXlVzm0C0qpvJOJtisN6aofyqT3yIgxgvDU7hjC0tVmxKE9KANjNRAIzHnoy4x240pTYOjp38aBxmD8MReJw+KAsdH47f/INmSQj/eNPwgZ524hBeioyAgLW+ZKY4S4zKPGH8+NzcZo4YsdwN4Qh3Q8Z3gak4w58mHMN6aIXzgEn4/4xe0d4445Unj59K6wxqaywEA25kVxeV9+lM8z5AlSgIeTOUVaxj7jKcJJnpSZHIRTPmUpsiELaSL/xCsPpXzmU+U3TkuveIyJU97JCJnoHXH6Lry8yIf3yVx5ChkkLWky+OXFfCM+MpGGsNIwrvtdvsQvPXMN/YZcvSMc2ZmzzWvsJ/Oe+OXFB7mBOCJff8nMe+RDxsrG08lviC3PS17Jj7zl1ZxEPtpJqSv1Ib/yXd5BeppTzLvypn61G+HFpS7Vh7xJl6zkX178rhx+p08pu+9kIw6/e06GylHaARmrSzJCtqmDAvkSRpzqSH2JSxhyEI+FP2EQqP7Ku7jJX/raivr0njolJ/IAnpTanTj8JXvhxe0dsqKLkbOPOORVfrRHcicb75CN9IQjD/mVPzIH8ZvbEbzk4Hfv0t2ER5z5XuqotEk6Bt3Mb+rDb9qPvPhdWUpY7U7cwvgUctLH/7WPKtGtbYiX7JVFmeTF/xFq4qV3eU9bUT6yL/nUV5G8ykkG6pwuSb+i+9L/lLtAG/eueEu5jWXqTXrair/yIx0ykccCbc476kYexeN37YaOSy7yqB69K9/kIaw8lvyrP/8nw+IpSM7yoVzqkFejtiQtYfzVruRbm9WW5IV8lF259DnxI5Dpe20N89WU+9nrItHC4IwASrQbTsogMS1Q7rnkUvgNABhljWZ2wYDBUDEo22de7QyzCzosY9bKEUPMQNIWYPVKXZh4A4HAnAVSwqocAoLyj6QxGXKXpzRRtqyOUWZM8J4ba2y9QV4Jb8y1tRThZ6XX/5EZFEG/I/yMU7ZD2H5DyWFYuTzAhGz8KgoOMsYqKu8HJBhCyHjg3DiLIs61s6JssvfctiVn4FFqzQFW5BBo0rAiWG6wtaKHHKNAO4eEEmIFD/FIQeBtYEsxhQE5Y36gBFFAvOPcGgtFPNB4cckvYpPxZUsK2fhrJRI5SXEjP4o25cjFCVZQPUNoyjcizNT89a9/PSsfxQiSDpkhlsSJwFMunnhIJeQSpYdHnnFS2a0sk7XDhpWLDIUhM8YLOQojvPpCyMoTBZzS4xlZIUqtvpsjKdSMCwSaNlGAVFOXFCdKmu/k5R0krPkY4Sl/6pYsrLIizeQFGWarFmW/lFl+rEDzGCBzckESq0f51A6RrxREz9VlfXiKq3DiRHiaf5GQwlIatR2kJvJVPVAaGW/atLxr58qhLtWPsoPyIHTlmweEslEokYV+Iyd50S8YrIFAYM7DXGKMMx40BeOhsQaREQi0VNDD2KHISbpAawFdiycfosm5tdODudjiG294Z8vOrbLyYKRb0n/ofk2h5I+HHN0J6UT/QR61dFjUoIcgt5CjzXFoCrQOtHkSj8s0w4txg/2dHhBFlHHKv0HEWQGU/NkF3hsMMwwxrwhK/uwGV3gGovIy8BifbQFB4gUCcw+mBgRedVuGVbuy/aP6O3LEc8QHZcdzQJJZTUMieYa8K94AICyFCFnkr3j8jpDyDrKsKBzSQWJ5Jqy0xOeZ36TvvWocfpdnefVden4Td/mtnJNRLYM4LYbIu3wj2zyHEt5378iPv/LkPRCPuL0rTWSf34QBeVAucSCpEJbigPIOVNMtQBQiFhmhVh2r4Uu6yuq9evmUPEhLOJD/angQn3iBDEqdVd+Xf89LPAVFPp6Ts3TJ37tFVsVrU5rkXNIXTpj6Mpf8SNP78lnKVpWpOKGx8OIubcpfefBMWuTsHfnwTDxkVuJTR0UO3vMblPrxjnwoi7TELzxSFrnr7BYr0YFAYM4jSLxAW0GZW8wzZX5uLTAHm3/Nuc1BmbeLHjM3QL7mbfKt1zvqIX/mf6Bb0FuVr6WDvkKudJLW1oYC00abJ/HskbeNh3soQ8reeQ2atwePBh0Q+26V3Bafo446KnsM2JpldZ6nHO8J3hVW+22f4T5sUPJ+WZGnMJTnnvFG4U2ho3NHxX7Lh1V83gxW+nl9cM3G7jMODAi26yAQGScGFFu1hLUaw0sA++8dYXkWWEEwqPAa5HYrn9KwL7y4xfJG4e2iqn0XH+NCfDwLeMbYcsU4JAteBcI4iFd5hWOYidtqkHc+DQSJFwgE5nUgmozJiCLeZ81VkANzF/QMc7H5HJlAFwgEAnMeQeIFAoFAoK2jzZ+J52weN8Ug5SjRSDpbsWzvQug544erKY8422Yc5olAs52Wd4RtV25ncW7PDTfc8PHhqMhBh4gi/mzN8bu957YEOQDSO7YI+R1BhgDDgPPyQ6BZ2Ufq2S9uC5jzOYT1DgINQei2PfvKbTmyHcyWLgQhLzt5dWWzQ8q9J2+2ViH5bNsSN+LNdiYeedJ1TpKzB0p8rrQWnzMhuAgrj61WZGJlgpuwLb+2WpVy2ldv+9Cc2AY8PcSZeIFAYF6HFWrjvDnFuSDTWz0OfDqwaIZgdUZN8WQMBAJzHrPjTLwCevTIkSM/PmfU8RGOcNC36dLO/bRoTv8XlzNE7bLxf7qzIwxs3bfYjlhsbCywIM+7mm7L7mgK7AY2ivNl2Q6zE3R+Rxso77S2FQK7yFZJi0lkzB5wW6dLDeTLGWszCuftsq/sUppbc5pyqCP1ODN5ntuwMOSoEjaaY0Om563GlmW7OX6DXFuD11ggEGg+5smlYQOfwyhN9LbZ8jYzKNo6y7PB5G+vO8LP5MTjwWq6wd7E79mYMWPSXnvtlW9DOfDAA/NZdyZv5J/D4IW3Cm8rDeJJeBO4bTUmDMSZdx2+CAhGnnnO8dlvv/2m6fKKeHMYN885JKW8Ox/JNloTsC3EvA6lQfmoni80LRjwnQHlRhxxOJsAOUkuSD6eec5J8syEHwgEAoG5D+e2NWUQBloGGKLORbTlNhAItE44M8vith0zzh415rr4x0I4nRlBQi+2sI5k89xi92WXXZaP8mEfOELH+2yDxnRnBJgdP+JFZNn1Y+ueXTG2wfm/xX9nbiJl2BrlGAFwYL2Fe3mxmwc5JR7/Z7/42M3DZmCjgPeF8Uy88tBY3N71m3DC8wTnYCBuDg3sGWADcUKQXzaVvJT0Sv45GigjOSKkfORLWEQmpwPv+1vyVbY7So9clQ389V04u56KvBCcnrmoyrvKIm3PyKm6+YydxMnB9k31LC/yV9KtopRJnSqr9OTTeyUPZFWFOlFWvyu7d9hv3hOX9uO738nW78heZShhlLPkn7yQceYVKPUnHWn7XTrlmTlI/ZCtfAcCgbaFNu+Jh+wyINqWasBGTBnYHGbO08ygibSyarbvvvvm7akGTltTbdt0TbQJ3P8dVM1LDsmHpLMS58w5k7WBF2lmayrCrkz6PPxspfWbbbUGVl52iD1knUHcqp7zcg4//PB8c4tJh/egQdn2V4OwiYLnoEOzCzknH0hBh5evvfba+fBx7yPsHGJpRawc3i4+kxIirj4+eZZfK4q8CB10Lg+8DSkWyE7kpcndBCvvPATn1pkFBeGJFwgEAoFAIBBoCrPLEw8pwgYAdgOyhx6PWKHL00URWuwCvyNY6NF0bKQPPZq+7pIfur746OjCVoGwceEdAtAiOdKMl7XFeeEt8tP1xYEIZG/YEVNuceTt5/Idu36USx7YH3YdIdqQUkw9tg6iTX54dHEycE43goeHIduEjs+eKLttlNNuITaEsMoqj/6v/I64YQsgzewMYj/Io4V/OjsnA7aWi4HUizC8Gl2IxNZic7CZEE8uAFI2Xn7kzv6w3ZntwdYSH1mRs8uveAL6IPgc84Ms5czAtkHwcZJg29gZxUFCPNJ1HBGwg+xAYiOdeOKJmcQUnyOVOD+UcIhLF3Ox1ex6QuL5zW4ou7p4R3qnumijHC5UZHPKN5mxG5Wf5ybCkPem45V4bqp/35XFRVdkIi9koK7OOuusbNORHdKYfchRhHylbRcY2SiHulFubcfFEt7X9tRDHOsQCLQdzLOeeDwZwGQ6PS814SkEwho4TZRW1wygLr9wRl05ABtRyIvt6KOPzhOwSQs5aAItK2CNwfvT2qJq8jaRFBiQDcZFGZBH75d8TA/iM1lXIe8mpiIPpB+PQGeH8ExEMrqt0tbkOBwzEAgEAoFAINAWwSMOsTZixIi02WabZd0fMWdbLf0Zmcf7a6uttsoeVz48shB3Fu/p546tOe6447Lt4FlT3tP0bjuDnP2MGEJq8eyj69PF6ezINw4GdhJVt7zyVGMD0M95aMu3o3CQfMgcJJHFfkQU4o0TAGLJbZUW/B2zg9C09V8ekU3AyQH5pcyO5LFTCSllx84GG2yQb2GvtznkExmHqGIjQfFa9A6SiS2DbOMAoUwIOflGjik7JwGkJFsDAWk7Mhkj8pBwyDdEo/fsRvKdBxriDKno9nPxOwIIOeZ2cmSdumGTVUHG5Mcjbtddd832G0KS91uB/PtISx2RCeJTmchCWXnwiaMKxKhtughNjhqIVe1GHYhLe1E+RJ60bWdWBu2K3egmfuVA4Kp3ZBzZiQPh6GglN7T7qxwIQp6FdnlJVx0rW3EgESYQCLQdBCU/gzCpWRkxGSDvyu21JlkfA65VJAPxV77ylXTCCSfkswuEtzKEKDOxG1hNWN6ph8lcGKtUVlYM8pQHAzvwALQSxZWaC7/nVt94G/I8NLEYwKVhNVAaJvj6+OSpKcin1UQTtNUsXoOITytZvAsby3cgEAgEAoFAINCaQcdF0DmrDQFUvNbo0C6NQ5TRqREjCDLh/UYf5/1UdtcgY/zOO01cCLHGwCPQThOebs7FqyeEpgfEGS8wH7o6PZ0Oz6tPvvzuHFXkn91JLqlDcBXvNWHrIa/K6D35Qz4hy+odAKpgO7BBEIrIp0KGsWlKHtkw4uCNRpa+s6Okw8MQYcbLTVpsF7aM/CkT4pE8eZ8ddNBBmaxUF8BTkr2l/HYZsZF4tCG6XGLiuzQbg/ypM44M4lGGAt5xRa6lfqTJPiJP9haSlhxdiLj77rtnwk7eecOJz1+2F1KWwwUyV/uy1ZVTCGKVrMXDI09ZvUeeJV1yKLCrilee+iMvjiY8MC+//PJse/Jk5DiiXYrLVuKqI0ggEGj9CBJvBoFgM5kY6A26ttly3TYBGNQNuM6ls7Ji1ckkYwIwsXCF9rsB3wDrRtziql+F362ImeRs4bVKZiWnwERn1cZfq3zCmgRMagZ7aZhwrTiZTLj7mxgRiyU+Kz7TgknGihxlhFehLbdWEykEJhiTUyAQCAQCgUAg0JZgwd7WU3q8xXhbSi3c8+5CqLADkCjIGfYAEgqJQn8H3lkW7nmQ0aVtd0SeIWkaA4IFcUTvlzY9244XpA8yzbOZAaJJnpCN4mAHiFf+bXFFOiHLEEH1YNfw5pMvBBLbhu7veVNAlPEA22677fLiP2KyMbCl2CvypYycCvzlkcdOQQCyXRBd4DcfRJgtpJ4jSN1AzOYBhBX5kZe8yrstpLvssku2Y3zU4YyCPaTeyEHc/tZvS1UehJ58IzB5b3pWvN+Qu/JZ3vObdmTbLrJX3my/LWWZHhBz7Eu2H2KSgwUSUvmkb5vybrvtlutf3Yk37LZAoG2hzZN4XKu5niO1rJ6YkBFvxaXdIMpNnvs7cEXmHl1ufuLx5ncTNZj8TMqHHHJIfseKkPP1TIRWlAysXMh9946J3UDq1iYDrAnKBRbyZHKxeiI/zq2w6gImjD333DNPgOLn5o6s22OPPXJ5rAhxrXbOg/MnKAf+cpXnfs4Vnocgl3RngvjuEo6yIljiQ/CJj1y4qIsTMQgmGOXkWo70Uw6u9K7uR+wFAoFAIBAIBAJtDbZCIuzo5vRfWxLp2QgqXnJ0a6SdI3XA77ZY2h5KR3eWm62nPs6m85t3LPbbQYOQqkJ6wjqXzvtsEJ5rzmDzDHmFAGK78NhqrqceAs8ivO2XnAv89Z3zQfEsRH5J00c+yy4dHnIcAKRli6ptreTBRmkKymWXEZLNFlP/b2wbJ1uK7JSPfGyjJQOeZHYWeVf6SEA2DKcElwuyt3i82WWEMOQkgbhDrCHueDzaIuxdW27VC4KSx5v8IyxnFOoSAeZcQHWkDsqW4yqKR6FPIU5tgS1nirMvy1FEiFA2IPIWGSxeXoPK0RxoE2RFBghGdeJMPnJDHsurv+pDeynOJ4FAoO1gvtrgHfsiA60CzgpBOiI9A4FAIBAIBAKBKiw2WzDnpdUUnPVsiyWCpjE4rwzJxYvOYjsgs5wvZ8GbhxOPMOfCIXWco4ZU8ZvwvJ+c+YacYmYhwyyyI6C8ZzG/kCqIM0STc/CQRRbQLZYjfpxzxmPNwjovKySUc+5cesdxABBzCCML9LzXeNxJy2UKPPrE5fIFZA7HBA4ByDsXJyDDkGkISkQZglGZy5l7yuEiBV6JysVBAaGIFPNeuVyDbJSf8wBSyrFD8ufCCbLihcjxgeMEchSBJW9kZBcR0pJDgrIi9aRrlxHS0FZQebUTiA3gg4QkC2UrBOT3vve9bB8UGXJakC/vOhMOyeX8uOJJqM5cZojoUx4OG0g28nSMEMeLAoSti0G8qx44PKgb8alHv3F4kH/g8egscSQawk9eOJGof+mSkzolK9uaEYDapHq0Q0t9KPedd96ZvRq9hwBGDpIDolC5PCNX8fESJE/tyO/y6ZmLTxC3SM1AINB2ECReoNUgSLxAIBAIBAKBQFOYHSTenAIyBmHk0oJpbUsNzBh4/tnKetRRR2Wy7tMGEs8WWWSlM+o+DfDqQxCSjfYenniBQNtCkHiBVgPnPNgWXbYvBAKBQCAQCAQCBX/605+yVxqirCk4T8zlCba4zk0gVhA8xYMtMHvAc49nngsteP592rDFlceivBRPzrkN5j1PPX8d9RQIBNoWgsQLtBrYxuAciEAgEAgEAoFAoB62U9r2ichrCrbKOqOsbH8MBAKBQKA1IUi8QCAQCAQCgUAgEAgEAoFAoIWjzd9OGwgEAoFAIBAIBAKBQCAQCLR2BIkXCAQCgUAgEAgEAoFAIBAItHAEiRcIBAKBQCAQCAQCgUAgEAi0cASJFwgEAoFAIBAIBAKBQCAQCLRwBIkXCAQCgUAgEAgEAoFAIBAItHAEiRcIBAKBQCAQCAQCgUAgEAi0cASJFwgEAoFAIBAIBAKBQCAQCLRopPT/U8OtwDtANNAAAAAASUVORK5CYII="/>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F58D1103-55F9-428B-9D37-24B88CC84129}"/>
              </a:ext>
            </a:extLst>
          </p:cNvPr>
          <p:cNvSpPr>
            <a:spLocks/>
          </p:cNvSpPr>
          <p:nvPr/>
        </p:nvSpPr>
        <p:spPr>
          <a:xfrm>
            <a:off x="125835" y="1229594"/>
            <a:ext cx="11820088" cy="5506765"/>
          </a:xfrm>
          <a:prstGeom prst="rect">
            <a:avLst/>
          </a:prstGeom>
          <a:solidFill>
            <a:srgbClr val="FFFFFF"/>
          </a:solidFill>
          <a:ln w="19050" cap="sq" cmpd="sng" algn="ctr">
            <a:solidFill>
              <a:srgbClr val="000000"/>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endParaRPr kumimoji="0" lang="en-US" sz="1200" i="0" u="none" strike="noStrike" kern="0" cap="none" spc="0" normalizeH="0" baseline="0" noProof="0">
              <a:ln>
                <a:noFill/>
              </a:ln>
              <a:solidFill>
                <a:srgbClr val="E84C22"/>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56ADBE29-EF46-4576-82E5-A36113467292}"/>
              </a:ext>
            </a:extLst>
          </p:cNvPr>
          <p:cNvSpPr>
            <a:spLocks/>
          </p:cNvSpPr>
          <p:nvPr/>
        </p:nvSpPr>
        <p:spPr>
          <a:xfrm>
            <a:off x="10596215" y="1269413"/>
            <a:ext cx="1291462" cy="5391442"/>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algn="ctr">
              <a:spcBef>
                <a:spcPts val="300"/>
              </a:spcBef>
              <a:spcAft>
                <a:spcPts val="300"/>
              </a:spcAft>
            </a:pPr>
            <a:r>
              <a:rPr lang="en-US" sz="1000" b="1" kern="0">
                <a:solidFill>
                  <a:srgbClr val="000000"/>
                </a:solidFill>
                <a:latin typeface="Arial"/>
              </a:rPr>
              <a:t>6. Data Distribution &amp; Consumption</a:t>
            </a:r>
          </a:p>
        </p:txBody>
      </p:sp>
      <p:sp>
        <p:nvSpPr>
          <p:cNvPr id="89" name="Rectangle 88">
            <a:extLst>
              <a:ext uri="{FF2B5EF4-FFF2-40B4-BE49-F238E27FC236}">
                <a16:creationId xmlns:a16="http://schemas.microsoft.com/office/drawing/2014/main" id="{FFAE1436-C597-4467-9199-215D813D0340}"/>
              </a:ext>
            </a:extLst>
          </p:cNvPr>
          <p:cNvSpPr>
            <a:spLocks/>
          </p:cNvSpPr>
          <p:nvPr/>
        </p:nvSpPr>
        <p:spPr>
          <a:xfrm>
            <a:off x="6511669" y="1270625"/>
            <a:ext cx="1291462" cy="5390233"/>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r>
              <a:rPr kumimoji="0" lang="en-US" sz="1000" b="1" i="0" u="none" strike="noStrike" kern="0" cap="none" spc="0" normalizeH="0" baseline="0" noProof="0">
                <a:ln>
                  <a:noFill/>
                </a:ln>
                <a:solidFill>
                  <a:srgbClr val="000000"/>
                </a:solidFill>
                <a:effectLst/>
                <a:uLnTx/>
                <a:uFillTx/>
                <a:latin typeface="Arial"/>
                <a:ea typeface="+mn-ea"/>
                <a:cs typeface="+mn-cs"/>
              </a:rPr>
              <a:t>3. Data Production &amp; Sourcing</a:t>
            </a:r>
          </a:p>
        </p:txBody>
      </p:sp>
      <p:sp>
        <p:nvSpPr>
          <p:cNvPr id="90" name="Rectangle 89">
            <a:extLst>
              <a:ext uri="{FF2B5EF4-FFF2-40B4-BE49-F238E27FC236}">
                <a16:creationId xmlns:a16="http://schemas.microsoft.com/office/drawing/2014/main" id="{2B4D81B1-7F30-48AE-A268-120B4080008C}"/>
              </a:ext>
            </a:extLst>
          </p:cNvPr>
          <p:cNvSpPr>
            <a:spLocks/>
          </p:cNvSpPr>
          <p:nvPr/>
        </p:nvSpPr>
        <p:spPr>
          <a:xfrm>
            <a:off x="9234701" y="1269413"/>
            <a:ext cx="1291462" cy="5391443"/>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algn="ctr">
              <a:spcBef>
                <a:spcPts val="300"/>
              </a:spcBef>
              <a:spcAft>
                <a:spcPts val="300"/>
              </a:spcAft>
            </a:pPr>
            <a:r>
              <a:rPr lang="en-US" sz="1000" b="1" kern="0">
                <a:solidFill>
                  <a:srgbClr val="000000"/>
                </a:solidFill>
                <a:latin typeface="Arial"/>
              </a:rPr>
              <a:t>5. Data Storage &amp; Warehousing</a:t>
            </a:r>
          </a:p>
        </p:txBody>
      </p:sp>
      <p:sp>
        <p:nvSpPr>
          <p:cNvPr id="93" name="Rectangle 92">
            <a:extLst>
              <a:ext uri="{FF2B5EF4-FFF2-40B4-BE49-F238E27FC236}">
                <a16:creationId xmlns:a16="http://schemas.microsoft.com/office/drawing/2014/main" id="{A3C4A692-8E7D-4A76-8233-F7C2D3CB3F84}"/>
              </a:ext>
            </a:extLst>
          </p:cNvPr>
          <p:cNvSpPr>
            <a:spLocks/>
          </p:cNvSpPr>
          <p:nvPr/>
        </p:nvSpPr>
        <p:spPr>
          <a:xfrm>
            <a:off x="3718584" y="1269413"/>
            <a:ext cx="1415337" cy="5390233"/>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algn="ctr">
              <a:spcBef>
                <a:spcPts val="300"/>
              </a:spcBef>
              <a:spcAft>
                <a:spcPts val="300"/>
              </a:spcAft>
            </a:pPr>
            <a:r>
              <a:rPr lang="en-US" sz="1000" b="1" kern="0">
                <a:solidFill>
                  <a:srgbClr val="000000"/>
                </a:solidFill>
                <a:latin typeface="Arial"/>
              </a:rPr>
              <a:t>1. Data Governance</a:t>
            </a:r>
          </a:p>
        </p:txBody>
      </p:sp>
      <p:sp>
        <p:nvSpPr>
          <p:cNvPr id="96" name="Rectangle 95">
            <a:extLst>
              <a:ext uri="{FF2B5EF4-FFF2-40B4-BE49-F238E27FC236}">
                <a16:creationId xmlns:a16="http://schemas.microsoft.com/office/drawing/2014/main" id="{94B30501-E36C-4092-9161-CD8A94685780}"/>
              </a:ext>
            </a:extLst>
          </p:cNvPr>
          <p:cNvSpPr>
            <a:spLocks/>
          </p:cNvSpPr>
          <p:nvPr/>
        </p:nvSpPr>
        <p:spPr>
          <a:xfrm>
            <a:off x="7869614" y="1270625"/>
            <a:ext cx="1291462" cy="5390232"/>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000" b="1" i="0" u="none" strike="noStrike" kern="0" cap="none" spc="0" normalizeH="0" baseline="0" noProof="0">
                <a:ln>
                  <a:noFill/>
                </a:ln>
                <a:solidFill>
                  <a:srgbClr val="000000"/>
                </a:solidFill>
                <a:effectLst/>
                <a:uLnTx/>
                <a:uFillTx/>
                <a:latin typeface="Arial"/>
                <a:ea typeface="+mn-ea"/>
                <a:cs typeface="+mn-cs"/>
              </a:rPr>
              <a:t>4. Data Extraction &amp; Transformation</a:t>
            </a:r>
          </a:p>
        </p:txBody>
      </p:sp>
      <p:sp>
        <p:nvSpPr>
          <p:cNvPr id="99" name="Rectangle 98">
            <a:extLst>
              <a:ext uri="{FF2B5EF4-FFF2-40B4-BE49-F238E27FC236}">
                <a16:creationId xmlns:a16="http://schemas.microsoft.com/office/drawing/2014/main" id="{6A3C3D11-D5DB-4252-9223-D02D39F3CBA7}"/>
              </a:ext>
            </a:extLst>
          </p:cNvPr>
          <p:cNvSpPr>
            <a:spLocks/>
          </p:cNvSpPr>
          <p:nvPr/>
        </p:nvSpPr>
        <p:spPr>
          <a:xfrm>
            <a:off x="10678229" y="4603596"/>
            <a:ext cx="1144212" cy="461607"/>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Operational Reporting &amp; Analytics</a:t>
            </a:r>
          </a:p>
        </p:txBody>
      </p:sp>
      <p:sp>
        <p:nvSpPr>
          <p:cNvPr id="103" name="Rectangle 102">
            <a:extLst>
              <a:ext uri="{FF2B5EF4-FFF2-40B4-BE49-F238E27FC236}">
                <a16:creationId xmlns:a16="http://schemas.microsoft.com/office/drawing/2014/main" id="{ABA0256A-31C6-481A-92D6-817F71AF8E1C}"/>
              </a:ext>
            </a:extLst>
          </p:cNvPr>
          <p:cNvSpPr>
            <a:spLocks/>
          </p:cNvSpPr>
          <p:nvPr/>
        </p:nvSpPr>
        <p:spPr>
          <a:xfrm>
            <a:off x="10685901" y="5181211"/>
            <a:ext cx="1144212" cy="41257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Visualization</a:t>
            </a:r>
          </a:p>
        </p:txBody>
      </p:sp>
      <p:sp>
        <p:nvSpPr>
          <p:cNvPr id="104" name="Rectangle 103">
            <a:extLst>
              <a:ext uri="{FF2B5EF4-FFF2-40B4-BE49-F238E27FC236}">
                <a16:creationId xmlns:a16="http://schemas.microsoft.com/office/drawing/2014/main" id="{7927D53E-A5E1-472E-9C15-80CC16AC0CB7}"/>
              </a:ext>
            </a:extLst>
          </p:cNvPr>
          <p:cNvSpPr>
            <a:spLocks/>
          </p:cNvSpPr>
          <p:nvPr/>
        </p:nvSpPr>
        <p:spPr>
          <a:xfrm>
            <a:off x="10678229" y="5691908"/>
            <a:ext cx="1144212" cy="39100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Advanced analytics</a:t>
            </a:r>
          </a:p>
        </p:txBody>
      </p:sp>
      <p:sp>
        <p:nvSpPr>
          <p:cNvPr id="106" name="Rectangle 105">
            <a:extLst>
              <a:ext uri="{FF2B5EF4-FFF2-40B4-BE49-F238E27FC236}">
                <a16:creationId xmlns:a16="http://schemas.microsoft.com/office/drawing/2014/main" id="{5317B38F-5377-4A10-8798-221F60FA5207}"/>
              </a:ext>
            </a:extLst>
          </p:cNvPr>
          <p:cNvSpPr>
            <a:spLocks/>
          </p:cNvSpPr>
          <p:nvPr/>
        </p:nvSpPr>
        <p:spPr>
          <a:xfrm>
            <a:off x="10678229" y="3652958"/>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Self-service Analytics</a:t>
            </a:r>
          </a:p>
        </p:txBody>
      </p:sp>
      <p:sp>
        <p:nvSpPr>
          <p:cNvPr id="107" name="Rectangle 106">
            <a:extLst>
              <a:ext uri="{FF2B5EF4-FFF2-40B4-BE49-F238E27FC236}">
                <a16:creationId xmlns:a16="http://schemas.microsoft.com/office/drawing/2014/main" id="{F338C417-F414-4FE1-AAE5-5188D0333178}"/>
              </a:ext>
            </a:extLst>
          </p:cNvPr>
          <p:cNvSpPr>
            <a:spLocks/>
          </p:cNvSpPr>
          <p:nvPr/>
        </p:nvSpPr>
        <p:spPr>
          <a:xfrm>
            <a:off x="9308326" y="4880159"/>
            <a:ext cx="1144212" cy="593785"/>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Shared Operational Data</a:t>
            </a:r>
          </a:p>
        </p:txBody>
      </p:sp>
      <p:sp>
        <p:nvSpPr>
          <p:cNvPr id="111" name="Rectangle 110">
            <a:extLst>
              <a:ext uri="{FF2B5EF4-FFF2-40B4-BE49-F238E27FC236}">
                <a16:creationId xmlns:a16="http://schemas.microsoft.com/office/drawing/2014/main" id="{CAC9B9CF-450E-4FDA-8455-596F94837725}"/>
              </a:ext>
            </a:extLst>
          </p:cNvPr>
          <p:cNvSpPr>
            <a:spLocks/>
          </p:cNvSpPr>
          <p:nvPr/>
        </p:nvSpPr>
        <p:spPr>
          <a:xfrm>
            <a:off x="9308326" y="5548981"/>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Deposited data (by users)</a:t>
            </a:r>
          </a:p>
        </p:txBody>
      </p:sp>
      <p:sp>
        <p:nvSpPr>
          <p:cNvPr id="121" name="Rectangle 120">
            <a:extLst>
              <a:ext uri="{FF2B5EF4-FFF2-40B4-BE49-F238E27FC236}">
                <a16:creationId xmlns:a16="http://schemas.microsoft.com/office/drawing/2014/main" id="{94CAA9CA-0B50-4F9B-908A-D38361F7612F}"/>
              </a:ext>
            </a:extLst>
          </p:cNvPr>
          <p:cNvSpPr>
            <a:spLocks/>
          </p:cNvSpPr>
          <p:nvPr/>
        </p:nvSpPr>
        <p:spPr>
          <a:xfrm>
            <a:off x="9308326" y="6029092"/>
            <a:ext cx="1144212" cy="53759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Harvested data (warehouse)</a:t>
            </a:r>
          </a:p>
        </p:txBody>
      </p:sp>
      <p:sp>
        <p:nvSpPr>
          <p:cNvPr id="122" name="Rectangle 121">
            <a:extLst>
              <a:ext uri="{FF2B5EF4-FFF2-40B4-BE49-F238E27FC236}">
                <a16:creationId xmlns:a16="http://schemas.microsoft.com/office/drawing/2014/main" id="{E07C0C55-07D0-45B1-905B-D1794B2B0D54}"/>
              </a:ext>
            </a:extLst>
          </p:cNvPr>
          <p:cNvSpPr>
            <a:spLocks/>
          </p:cNvSpPr>
          <p:nvPr/>
        </p:nvSpPr>
        <p:spPr>
          <a:xfrm>
            <a:off x="9298850" y="4394653"/>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Descriptive data (catalog)</a:t>
            </a:r>
          </a:p>
        </p:txBody>
      </p:sp>
      <p:sp>
        <p:nvSpPr>
          <p:cNvPr id="125" name="Rectangle 124">
            <a:extLst>
              <a:ext uri="{FF2B5EF4-FFF2-40B4-BE49-F238E27FC236}">
                <a16:creationId xmlns:a16="http://schemas.microsoft.com/office/drawing/2014/main" id="{F56F5924-EFD0-4E01-9946-A373D2CE522F}"/>
              </a:ext>
            </a:extLst>
          </p:cNvPr>
          <p:cNvSpPr>
            <a:spLocks/>
          </p:cNvSpPr>
          <p:nvPr/>
        </p:nvSpPr>
        <p:spPr>
          <a:xfrm>
            <a:off x="9306538" y="3911605"/>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Historical data</a:t>
            </a:r>
          </a:p>
        </p:txBody>
      </p:sp>
      <p:sp>
        <p:nvSpPr>
          <p:cNvPr id="128" name="Rectangle 127">
            <a:extLst>
              <a:ext uri="{FF2B5EF4-FFF2-40B4-BE49-F238E27FC236}">
                <a16:creationId xmlns:a16="http://schemas.microsoft.com/office/drawing/2014/main" id="{36468AD4-9A79-4426-98DB-688773859028}"/>
              </a:ext>
            </a:extLst>
          </p:cNvPr>
          <p:cNvSpPr>
            <a:spLocks/>
          </p:cNvSpPr>
          <p:nvPr/>
        </p:nvSpPr>
        <p:spPr>
          <a:xfrm>
            <a:off x="6585294" y="4888748"/>
            <a:ext cx="1144212" cy="691212"/>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External data sourcing and ingestion</a:t>
            </a:r>
          </a:p>
        </p:txBody>
      </p:sp>
      <p:sp>
        <p:nvSpPr>
          <p:cNvPr id="137" name="Rectangle 136">
            <a:extLst>
              <a:ext uri="{FF2B5EF4-FFF2-40B4-BE49-F238E27FC236}">
                <a16:creationId xmlns:a16="http://schemas.microsoft.com/office/drawing/2014/main" id="{C79FA435-ADD2-4BE5-8F28-35B582BA5FC1}"/>
              </a:ext>
            </a:extLst>
          </p:cNvPr>
          <p:cNvSpPr>
            <a:spLocks/>
          </p:cNvSpPr>
          <p:nvPr/>
        </p:nvSpPr>
        <p:spPr>
          <a:xfrm>
            <a:off x="6585294" y="5668249"/>
            <a:ext cx="1144212" cy="405074"/>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Data modelling</a:t>
            </a:r>
          </a:p>
        </p:txBody>
      </p:sp>
      <p:sp>
        <p:nvSpPr>
          <p:cNvPr id="139" name="Rectangle 138">
            <a:extLst>
              <a:ext uri="{FF2B5EF4-FFF2-40B4-BE49-F238E27FC236}">
                <a16:creationId xmlns:a16="http://schemas.microsoft.com/office/drawing/2014/main" id="{B9D3A060-9C75-408D-B658-D01DE6D92EAC}"/>
              </a:ext>
            </a:extLst>
          </p:cNvPr>
          <p:cNvSpPr>
            <a:spLocks/>
          </p:cNvSpPr>
          <p:nvPr/>
        </p:nvSpPr>
        <p:spPr>
          <a:xfrm>
            <a:off x="6585294" y="6161612"/>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mining</a:t>
            </a:r>
          </a:p>
        </p:txBody>
      </p:sp>
      <p:sp>
        <p:nvSpPr>
          <p:cNvPr id="140" name="Rectangle 139">
            <a:extLst>
              <a:ext uri="{FF2B5EF4-FFF2-40B4-BE49-F238E27FC236}">
                <a16:creationId xmlns:a16="http://schemas.microsoft.com/office/drawing/2014/main" id="{0566DB39-52B3-4889-A9A3-A57CA785F4E6}"/>
              </a:ext>
            </a:extLst>
          </p:cNvPr>
          <p:cNvSpPr>
            <a:spLocks/>
          </p:cNvSpPr>
          <p:nvPr/>
        </p:nvSpPr>
        <p:spPr>
          <a:xfrm>
            <a:off x="6585294" y="4396421"/>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profiling</a:t>
            </a:r>
          </a:p>
        </p:txBody>
      </p:sp>
      <p:sp>
        <p:nvSpPr>
          <p:cNvPr id="141" name="Rectangle 140">
            <a:extLst>
              <a:ext uri="{FF2B5EF4-FFF2-40B4-BE49-F238E27FC236}">
                <a16:creationId xmlns:a16="http://schemas.microsoft.com/office/drawing/2014/main" id="{EFAD1778-B303-43B0-986A-11D6AA9D21AA}"/>
              </a:ext>
            </a:extLst>
          </p:cNvPr>
          <p:cNvSpPr>
            <a:spLocks/>
          </p:cNvSpPr>
          <p:nvPr/>
        </p:nvSpPr>
        <p:spPr>
          <a:xfrm>
            <a:off x="6585294" y="3426515"/>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discovery</a:t>
            </a:r>
          </a:p>
        </p:txBody>
      </p:sp>
      <p:sp>
        <p:nvSpPr>
          <p:cNvPr id="142" name="Rectangle 141">
            <a:extLst>
              <a:ext uri="{FF2B5EF4-FFF2-40B4-BE49-F238E27FC236}">
                <a16:creationId xmlns:a16="http://schemas.microsoft.com/office/drawing/2014/main" id="{6530858B-3110-460E-B3E8-4A472360A8F7}"/>
              </a:ext>
            </a:extLst>
          </p:cNvPr>
          <p:cNvSpPr>
            <a:spLocks/>
          </p:cNvSpPr>
          <p:nvPr/>
        </p:nvSpPr>
        <p:spPr>
          <a:xfrm>
            <a:off x="6585294" y="3903589"/>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dirty="0">
                <a:latin typeface="Arial"/>
              </a:rPr>
              <a:t>Data lineage</a:t>
            </a:r>
          </a:p>
        </p:txBody>
      </p:sp>
      <p:sp>
        <p:nvSpPr>
          <p:cNvPr id="166" name="Rectangle 165">
            <a:extLst>
              <a:ext uri="{FF2B5EF4-FFF2-40B4-BE49-F238E27FC236}">
                <a16:creationId xmlns:a16="http://schemas.microsoft.com/office/drawing/2014/main" id="{75DB9CEF-A2E8-46B1-96B4-35C3039980C2}"/>
              </a:ext>
            </a:extLst>
          </p:cNvPr>
          <p:cNvSpPr>
            <a:spLocks/>
          </p:cNvSpPr>
          <p:nvPr/>
        </p:nvSpPr>
        <p:spPr>
          <a:xfrm>
            <a:off x="3797915" y="5554602"/>
            <a:ext cx="1222001" cy="45353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Master Data Management</a:t>
            </a:r>
          </a:p>
        </p:txBody>
      </p:sp>
      <p:sp>
        <p:nvSpPr>
          <p:cNvPr id="168" name="Rectangle 167">
            <a:extLst>
              <a:ext uri="{FF2B5EF4-FFF2-40B4-BE49-F238E27FC236}">
                <a16:creationId xmlns:a16="http://schemas.microsoft.com/office/drawing/2014/main" id="{D3D2F516-6FB7-4AE3-B1D8-FED4FB9243E8}"/>
              </a:ext>
            </a:extLst>
          </p:cNvPr>
          <p:cNvSpPr>
            <a:spLocks/>
          </p:cNvSpPr>
          <p:nvPr/>
        </p:nvSpPr>
        <p:spPr>
          <a:xfrm>
            <a:off x="3795619" y="6112089"/>
            <a:ext cx="1226595"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Lifecycle Management</a:t>
            </a:r>
          </a:p>
        </p:txBody>
      </p:sp>
      <p:sp>
        <p:nvSpPr>
          <p:cNvPr id="169" name="Rectangle 168">
            <a:extLst>
              <a:ext uri="{FF2B5EF4-FFF2-40B4-BE49-F238E27FC236}">
                <a16:creationId xmlns:a16="http://schemas.microsoft.com/office/drawing/2014/main" id="{2CB91B63-76EE-4169-AA9C-C6AC0622837B}"/>
              </a:ext>
            </a:extLst>
          </p:cNvPr>
          <p:cNvSpPr>
            <a:spLocks/>
          </p:cNvSpPr>
          <p:nvPr/>
        </p:nvSpPr>
        <p:spPr>
          <a:xfrm>
            <a:off x="3807109" y="4995258"/>
            <a:ext cx="1222001" cy="455396"/>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Data Privacy</a:t>
            </a:r>
          </a:p>
        </p:txBody>
      </p:sp>
      <p:sp>
        <p:nvSpPr>
          <p:cNvPr id="171" name="Rectangle 170">
            <a:extLst>
              <a:ext uri="{FF2B5EF4-FFF2-40B4-BE49-F238E27FC236}">
                <a16:creationId xmlns:a16="http://schemas.microsoft.com/office/drawing/2014/main" id="{95A24DF1-2AAA-4D50-868F-C0F156EF9CE4}"/>
              </a:ext>
            </a:extLst>
          </p:cNvPr>
          <p:cNvSpPr>
            <a:spLocks/>
          </p:cNvSpPr>
          <p:nvPr/>
        </p:nvSpPr>
        <p:spPr>
          <a:xfrm>
            <a:off x="3813651" y="4432312"/>
            <a:ext cx="1236759" cy="458998"/>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Data Quality</a:t>
            </a:r>
          </a:p>
        </p:txBody>
      </p:sp>
      <p:sp>
        <p:nvSpPr>
          <p:cNvPr id="172" name="Rectangle 171">
            <a:extLst>
              <a:ext uri="{FF2B5EF4-FFF2-40B4-BE49-F238E27FC236}">
                <a16:creationId xmlns:a16="http://schemas.microsoft.com/office/drawing/2014/main" id="{D5AD7DE3-9B94-47F1-BAF3-3D40C8E732D7}"/>
              </a:ext>
            </a:extLst>
          </p:cNvPr>
          <p:cNvSpPr>
            <a:spLocks/>
          </p:cNvSpPr>
          <p:nvPr/>
        </p:nvSpPr>
        <p:spPr>
          <a:xfrm>
            <a:off x="10685901" y="6167840"/>
            <a:ext cx="1144212" cy="412575"/>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Marts</a:t>
            </a:r>
          </a:p>
        </p:txBody>
      </p:sp>
      <p:sp>
        <p:nvSpPr>
          <p:cNvPr id="173" name="Rectangle 172">
            <a:extLst>
              <a:ext uri="{FF2B5EF4-FFF2-40B4-BE49-F238E27FC236}">
                <a16:creationId xmlns:a16="http://schemas.microsoft.com/office/drawing/2014/main" id="{596E5A49-244B-48E4-B705-13B9E6E5CFAB}"/>
              </a:ext>
            </a:extLst>
          </p:cNvPr>
          <p:cNvSpPr>
            <a:spLocks/>
          </p:cNvSpPr>
          <p:nvPr/>
        </p:nvSpPr>
        <p:spPr>
          <a:xfrm>
            <a:off x="7958686" y="3903589"/>
            <a:ext cx="1144212" cy="675842"/>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Real-time (Change Data Capture)</a:t>
            </a:r>
          </a:p>
        </p:txBody>
      </p:sp>
      <p:sp>
        <p:nvSpPr>
          <p:cNvPr id="174" name="Rectangle 173">
            <a:extLst>
              <a:ext uri="{FF2B5EF4-FFF2-40B4-BE49-F238E27FC236}">
                <a16:creationId xmlns:a16="http://schemas.microsoft.com/office/drawing/2014/main" id="{DCCD8A0E-488D-4898-A48B-37D45284E565}"/>
              </a:ext>
            </a:extLst>
          </p:cNvPr>
          <p:cNvSpPr>
            <a:spLocks/>
          </p:cNvSpPr>
          <p:nvPr/>
        </p:nvSpPr>
        <p:spPr>
          <a:xfrm>
            <a:off x="7958686" y="4656926"/>
            <a:ext cx="1144212" cy="671474"/>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On-demand (API/Microservices Consumption)</a:t>
            </a:r>
          </a:p>
        </p:txBody>
      </p:sp>
      <p:sp>
        <p:nvSpPr>
          <p:cNvPr id="175" name="Rectangle 174">
            <a:extLst>
              <a:ext uri="{FF2B5EF4-FFF2-40B4-BE49-F238E27FC236}">
                <a16:creationId xmlns:a16="http://schemas.microsoft.com/office/drawing/2014/main" id="{C1CDBD54-0B2E-4A0D-9949-C9CB40A001F2}"/>
              </a:ext>
            </a:extLst>
          </p:cNvPr>
          <p:cNvSpPr>
            <a:spLocks/>
          </p:cNvSpPr>
          <p:nvPr/>
        </p:nvSpPr>
        <p:spPr>
          <a:xfrm>
            <a:off x="7940905" y="5981102"/>
            <a:ext cx="1144212" cy="599983"/>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Real-time data processing/ Streaming</a:t>
            </a:r>
          </a:p>
        </p:txBody>
      </p:sp>
      <p:sp>
        <p:nvSpPr>
          <p:cNvPr id="176" name="Rectangle 175">
            <a:extLst>
              <a:ext uri="{FF2B5EF4-FFF2-40B4-BE49-F238E27FC236}">
                <a16:creationId xmlns:a16="http://schemas.microsoft.com/office/drawing/2014/main" id="{F32D1D34-9A98-4D56-A45D-90C091CBFFCE}"/>
              </a:ext>
            </a:extLst>
          </p:cNvPr>
          <p:cNvSpPr>
            <a:spLocks/>
          </p:cNvSpPr>
          <p:nvPr/>
        </p:nvSpPr>
        <p:spPr>
          <a:xfrm>
            <a:off x="7971938" y="3459010"/>
            <a:ext cx="1144212" cy="355553"/>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Batch (ETL)</a:t>
            </a:r>
          </a:p>
        </p:txBody>
      </p:sp>
      <p:sp>
        <p:nvSpPr>
          <p:cNvPr id="178" name="Rectangle 177">
            <a:extLst>
              <a:ext uri="{FF2B5EF4-FFF2-40B4-BE49-F238E27FC236}">
                <a16:creationId xmlns:a16="http://schemas.microsoft.com/office/drawing/2014/main" id="{9E01CA9C-DFC4-4594-BB09-F03D904753A4}"/>
              </a:ext>
            </a:extLst>
          </p:cNvPr>
          <p:cNvSpPr>
            <a:spLocks/>
          </p:cNvSpPr>
          <p:nvPr/>
        </p:nvSpPr>
        <p:spPr>
          <a:xfrm>
            <a:off x="7964041" y="2579352"/>
            <a:ext cx="1144212" cy="818932"/>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Data staging &amp; operational management platform</a:t>
            </a:r>
          </a:p>
        </p:txBody>
      </p:sp>
      <p:sp>
        <p:nvSpPr>
          <p:cNvPr id="181" name="Rectangle 180">
            <a:extLst>
              <a:ext uri="{FF2B5EF4-FFF2-40B4-BE49-F238E27FC236}">
                <a16:creationId xmlns:a16="http://schemas.microsoft.com/office/drawing/2014/main" id="{3332DD29-0678-41A6-9BFB-AEAC74733453}"/>
              </a:ext>
            </a:extLst>
          </p:cNvPr>
          <p:cNvSpPr>
            <a:spLocks/>
          </p:cNvSpPr>
          <p:nvPr/>
        </p:nvSpPr>
        <p:spPr>
          <a:xfrm>
            <a:off x="3807109" y="3869366"/>
            <a:ext cx="1232789" cy="4589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Reference Data Management</a:t>
            </a:r>
          </a:p>
        </p:txBody>
      </p:sp>
      <p:sp>
        <p:nvSpPr>
          <p:cNvPr id="182" name="Rectangle 181">
            <a:extLst>
              <a:ext uri="{FF2B5EF4-FFF2-40B4-BE49-F238E27FC236}">
                <a16:creationId xmlns:a16="http://schemas.microsoft.com/office/drawing/2014/main" id="{1634380E-8501-4FC0-B209-DA6C40A8986F}"/>
              </a:ext>
            </a:extLst>
          </p:cNvPr>
          <p:cNvSpPr>
            <a:spLocks/>
          </p:cNvSpPr>
          <p:nvPr/>
        </p:nvSpPr>
        <p:spPr>
          <a:xfrm>
            <a:off x="10678229" y="4127394"/>
            <a:ext cx="1144212" cy="40507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Management Reporting &amp; BI</a:t>
            </a:r>
          </a:p>
        </p:txBody>
      </p:sp>
      <p:sp>
        <p:nvSpPr>
          <p:cNvPr id="183" name="Rectangle 182">
            <a:extLst>
              <a:ext uri="{FF2B5EF4-FFF2-40B4-BE49-F238E27FC236}">
                <a16:creationId xmlns:a16="http://schemas.microsoft.com/office/drawing/2014/main" id="{BB24622F-4DBE-40C5-A47C-C12027D4B226}"/>
              </a:ext>
            </a:extLst>
          </p:cNvPr>
          <p:cNvSpPr>
            <a:spLocks/>
          </p:cNvSpPr>
          <p:nvPr/>
        </p:nvSpPr>
        <p:spPr>
          <a:xfrm>
            <a:off x="7956352" y="5412136"/>
            <a:ext cx="1144212" cy="47590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Event-driven</a:t>
            </a:r>
          </a:p>
        </p:txBody>
      </p:sp>
      <p:sp>
        <p:nvSpPr>
          <p:cNvPr id="184" name="Rectangle 183">
            <a:extLst>
              <a:ext uri="{FF2B5EF4-FFF2-40B4-BE49-F238E27FC236}">
                <a16:creationId xmlns:a16="http://schemas.microsoft.com/office/drawing/2014/main" id="{06F78609-3FE8-46C8-9E4A-EF7561092C66}"/>
              </a:ext>
            </a:extLst>
          </p:cNvPr>
          <p:cNvSpPr>
            <a:spLocks/>
          </p:cNvSpPr>
          <p:nvPr/>
        </p:nvSpPr>
        <p:spPr>
          <a:xfrm>
            <a:off x="9298850" y="3268441"/>
            <a:ext cx="1144212" cy="562246"/>
          </a:xfrm>
          <a:prstGeom prst="rect">
            <a:avLst/>
          </a:prstGeom>
          <a:solidFill>
            <a:srgbClr val="00B050"/>
          </a:solidFill>
          <a:ln w="9525" cap="sq" cmpd="sng" algn="ctr">
            <a:solidFill>
              <a:srgbClr val="B64926"/>
            </a:solidFill>
            <a:prstDash val="solid"/>
            <a:miter lim="800000"/>
          </a:ln>
          <a:effectLst/>
        </p:spPr>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b="1" kern="0" dirty="0">
                <a:solidFill>
                  <a:schemeClr val="bg1"/>
                </a:solidFill>
                <a:latin typeface="Arial"/>
              </a:rPr>
              <a:t>Un/Semi structured data store </a:t>
            </a:r>
          </a:p>
        </p:txBody>
      </p:sp>
      <p:sp>
        <p:nvSpPr>
          <p:cNvPr id="185" name="Rectangle 184">
            <a:extLst>
              <a:ext uri="{FF2B5EF4-FFF2-40B4-BE49-F238E27FC236}">
                <a16:creationId xmlns:a16="http://schemas.microsoft.com/office/drawing/2014/main" id="{F56F5924-EFD0-4E01-9946-A373D2CE522F}"/>
              </a:ext>
            </a:extLst>
          </p:cNvPr>
          <p:cNvSpPr>
            <a:spLocks/>
          </p:cNvSpPr>
          <p:nvPr/>
        </p:nvSpPr>
        <p:spPr>
          <a:xfrm>
            <a:off x="9306539" y="2747312"/>
            <a:ext cx="1144212" cy="46049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Streaming Data</a:t>
            </a:r>
          </a:p>
        </p:txBody>
      </p:sp>
      <p:sp>
        <p:nvSpPr>
          <p:cNvPr id="187" name="Rectangle 186">
            <a:extLst>
              <a:ext uri="{FF2B5EF4-FFF2-40B4-BE49-F238E27FC236}">
                <a16:creationId xmlns:a16="http://schemas.microsoft.com/office/drawing/2014/main" id="{5317B38F-5377-4A10-8798-221F60FA5207}"/>
              </a:ext>
            </a:extLst>
          </p:cNvPr>
          <p:cNvSpPr>
            <a:spLocks/>
          </p:cNvSpPr>
          <p:nvPr/>
        </p:nvSpPr>
        <p:spPr>
          <a:xfrm>
            <a:off x="10669840" y="3208831"/>
            <a:ext cx="1144212" cy="365241"/>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Real-time Data Services</a:t>
            </a:r>
          </a:p>
        </p:txBody>
      </p:sp>
      <p:sp>
        <p:nvSpPr>
          <p:cNvPr id="188" name="Rectangle 187">
            <a:extLst>
              <a:ext uri="{FF2B5EF4-FFF2-40B4-BE49-F238E27FC236}">
                <a16:creationId xmlns:a16="http://schemas.microsoft.com/office/drawing/2014/main" id="{5317B38F-5377-4A10-8798-221F60FA5207}"/>
              </a:ext>
            </a:extLst>
          </p:cNvPr>
          <p:cNvSpPr>
            <a:spLocks/>
          </p:cNvSpPr>
          <p:nvPr/>
        </p:nvSpPr>
        <p:spPr>
          <a:xfrm>
            <a:off x="10669840" y="2691085"/>
            <a:ext cx="1144212" cy="476185"/>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 Access</a:t>
            </a:r>
          </a:p>
        </p:txBody>
      </p:sp>
      <p:sp>
        <p:nvSpPr>
          <p:cNvPr id="189" name="Rectangle 188">
            <a:extLst>
              <a:ext uri="{FF2B5EF4-FFF2-40B4-BE49-F238E27FC236}">
                <a16:creationId xmlns:a16="http://schemas.microsoft.com/office/drawing/2014/main" id="{36468AD4-9A79-4426-98DB-688773859028}"/>
              </a:ext>
            </a:extLst>
          </p:cNvPr>
          <p:cNvSpPr>
            <a:spLocks/>
          </p:cNvSpPr>
          <p:nvPr/>
        </p:nvSpPr>
        <p:spPr>
          <a:xfrm>
            <a:off x="6585294" y="2637183"/>
            <a:ext cx="1144212" cy="706952"/>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900">
                <a:solidFill>
                  <a:srgbClr val="000000"/>
                </a:solidFill>
                <a:latin typeface="Arial"/>
              </a:rPr>
              <a:t>Un/Semi structured data sourcing and ingestion</a:t>
            </a:r>
          </a:p>
        </p:txBody>
      </p:sp>
      <p:sp>
        <p:nvSpPr>
          <p:cNvPr id="190" name="Rectangle 189">
            <a:extLst>
              <a:ext uri="{FF2B5EF4-FFF2-40B4-BE49-F238E27FC236}">
                <a16:creationId xmlns:a16="http://schemas.microsoft.com/office/drawing/2014/main" id="{F56F5924-EFD0-4E01-9946-A373D2CE522F}"/>
              </a:ext>
            </a:extLst>
          </p:cNvPr>
          <p:cNvSpPr>
            <a:spLocks/>
          </p:cNvSpPr>
          <p:nvPr/>
        </p:nvSpPr>
        <p:spPr>
          <a:xfrm>
            <a:off x="9306538" y="2241341"/>
            <a:ext cx="1144211" cy="438291"/>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Data Lake Management</a:t>
            </a:r>
          </a:p>
        </p:txBody>
      </p:sp>
      <p:sp>
        <p:nvSpPr>
          <p:cNvPr id="117" name="Rectangle 116">
            <a:extLst>
              <a:ext uri="{FF2B5EF4-FFF2-40B4-BE49-F238E27FC236}">
                <a16:creationId xmlns:a16="http://schemas.microsoft.com/office/drawing/2014/main" id="{25DB9969-A0E2-4BB5-B95F-C79923E99142}"/>
              </a:ext>
            </a:extLst>
          </p:cNvPr>
          <p:cNvSpPr>
            <a:spLocks/>
          </p:cNvSpPr>
          <p:nvPr/>
        </p:nvSpPr>
        <p:spPr>
          <a:xfrm>
            <a:off x="5175727" y="1269414"/>
            <a:ext cx="1291462" cy="5390232"/>
          </a:xfrm>
          <a:prstGeom prst="rect">
            <a:avLst/>
          </a:prstGeom>
          <a:solidFill>
            <a:srgbClr val="FFFFFF"/>
          </a:solidFill>
          <a:ln w="9525" cap="sq" cmpd="sng" algn="ctr">
            <a:solidFill>
              <a:srgbClr val="E84C22"/>
            </a:solidFill>
            <a:prstDash val="solid"/>
            <a:miter lim="800000"/>
          </a:ln>
          <a:effectLst/>
        </p:spPr>
        <p:txBody>
          <a:bodyPr rot="0" spcFirstLastPara="0" vertOverflow="overflow" horzOverflow="overflow" vert="horz" wrap="square" lIns="73152" tIns="73152" rIns="73152" bIns="73152"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000" b="1" kern="0">
                <a:solidFill>
                  <a:srgbClr val="000000"/>
                </a:solidFill>
                <a:latin typeface="Arial"/>
              </a:rPr>
              <a:t>2. Data Integration &amp; Messaging</a:t>
            </a:r>
          </a:p>
        </p:txBody>
      </p:sp>
      <p:sp>
        <p:nvSpPr>
          <p:cNvPr id="4" name="TextBox 3">
            <a:extLst>
              <a:ext uri="{FF2B5EF4-FFF2-40B4-BE49-F238E27FC236}">
                <a16:creationId xmlns:a16="http://schemas.microsoft.com/office/drawing/2014/main" id="{9372F293-7CDF-473E-BF39-7F5C053AC93C}"/>
              </a:ext>
            </a:extLst>
          </p:cNvPr>
          <p:cNvSpPr txBox="1"/>
          <p:nvPr/>
        </p:nvSpPr>
        <p:spPr>
          <a:xfrm>
            <a:off x="169318" y="1268299"/>
            <a:ext cx="3302751" cy="1015663"/>
          </a:xfrm>
          <a:prstGeom prst="rect">
            <a:avLst/>
          </a:prstGeom>
          <a:noFill/>
        </p:spPr>
        <p:txBody>
          <a:bodyPr wrap="square" rtlCol="0">
            <a:spAutoFit/>
          </a:bodyPr>
          <a:lstStyle/>
          <a:p>
            <a:pPr marL="0" marR="0" lvl="0" indent="0" defTabSz="914400" eaLnBrk="1" fontAlgn="auto" latinLnBrk="0" hangingPunct="1">
              <a:lnSpc>
                <a:spcPct val="100000"/>
              </a:lnSpc>
              <a:spcBef>
                <a:spcPts val="300"/>
              </a:spcBef>
              <a:spcAft>
                <a:spcPts val="300"/>
              </a:spcAft>
              <a:buClrTx/>
              <a:buSzTx/>
              <a:buFontTx/>
              <a:buNone/>
              <a:tabLst/>
              <a:defRPr/>
            </a:pPr>
            <a:r>
              <a:rPr kumimoji="0" lang="en-US" sz="1500" b="1" i="0" u="none" strike="noStrike" kern="0" cap="none" spc="0" normalizeH="0" baseline="0" noProof="0">
                <a:ln>
                  <a:noFill/>
                </a:ln>
                <a:solidFill>
                  <a:srgbClr val="E84C22"/>
                </a:solidFill>
                <a:effectLst/>
                <a:uLnTx/>
                <a:uFillTx/>
                <a:latin typeface="Arial"/>
                <a:ea typeface="+mn-ea"/>
                <a:cs typeface="+mn-cs"/>
              </a:rPr>
              <a:t>08. Unified, self-service data platform with robust data governance and quality management</a:t>
            </a:r>
            <a:endParaRPr lang="en-US" sz="1500"/>
          </a:p>
        </p:txBody>
      </p:sp>
      <p:sp>
        <p:nvSpPr>
          <p:cNvPr id="118" name="Rectangle 117">
            <a:extLst>
              <a:ext uri="{FF2B5EF4-FFF2-40B4-BE49-F238E27FC236}">
                <a16:creationId xmlns:a16="http://schemas.microsoft.com/office/drawing/2014/main" id="{10BEF99F-6D0C-4315-A4E6-9923543D0E75}"/>
              </a:ext>
            </a:extLst>
          </p:cNvPr>
          <p:cNvSpPr>
            <a:spLocks/>
          </p:cNvSpPr>
          <p:nvPr/>
        </p:nvSpPr>
        <p:spPr>
          <a:xfrm>
            <a:off x="5259489" y="4986175"/>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Point-to-point</a:t>
            </a:r>
          </a:p>
        </p:txBody>
      </p:sp>
      <p:sp>
        <p:nvSpPr>
          <p:cNvPr id="120" name="Rectangle 119">
            <a:extLst>
              <a:ext uri="{FF2B5EF4-FFF2-40B4-BE49-F238E27FC236}">
                <a16:creationId xmlns:a16="http://schemas.microsoft.com/office/drawing/2014/main" id="{4E1CE79C-5E58-4CE6-BC84-B2759448BBB6}"/>
              </a:ext>
            </a:extLst>
          </p:cNvPr>
          <p:cNvSpPr>
            <a:spLocks/>
          </p:cNvSpPr>
          <p:nvPr/>
        </p:nvSpPr>
        <p:spPr>
          <a:xfrm>
            <a:off x="5259489" y="5549132"/>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Hub-and-spoke</a:t>
            </a:r>
          </a:p>
        </p:txBody>
      </p:sp>
      <p:sp>
        <p:nvSpPr>
          <p:cNvPr id="123" name="Rectangle 122">
            <a:extLst>
              <a:ext uri="{FF2B5EF4-FFF2-40B4-BE49-F238E27FC236}">
                <a16:creationId xmlns:a16="http://schemas.microsoft.com/office/drawing/2014/main" id="{3F466B1B-436F-4CB5-91B3-08F1CD0676F3}"/>
              </a:ext>
            </a:extLst>
          </p:cNvPr>
          <p:cNvSpPr>
            <a:spLocks/>
          </p:cNvSpPr>
          <p:nvPr/>
        </p:nvSpPr>
        <p:spPr>
          <a:xfrm>
            <a:off x="5259489" y="6112088"/>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Publish-subscribe</a:t>
            </a:r>
          </a:p>
        </p:txBody>
      </p:sp>
      <p:sp>
        <p:nvSpPr>
          <p:cNvPr id="124" name="Rectangle 123">
            <a:extLst>
              <a:ext uri="{FF2B5EF4-FFF2-40B4-BE49-F238E27FC236}">
                <a16:creationId xmlns:a16="http://schemas.microsoft.com/office/drawing/2014/main" id="{F421B976-99CB-4E46-BE13-5E1D9A1C009C}"/>
              </a:ext>
            </a:extLst>
          </p:cNvPr>
          <p:cNvSpPr>
            <a:spLocks/>
          </p:cNvSpPr>
          <p:nvPr/>
        </p:nvSpPr>
        <p:spPr>
          <a:xfrm>
            <a:off x="5254984" y="3866793"/>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dirty="0">
                <a:latin typeface="Arial"/>
              </a:rPr>
              <a:t>API</a:t>
            </a:r>
          </a:p>
        </p:txBody>
      </p:sp>
      <p:sp>
        <p:nvSpPr>
          <p:cNvPr id="126" name="Rectangle 125">
            <a:extLst>
              <a:ext uri="{FF2B5EF4-FFF2-40B4-BE49-F238E27FC236}">
                <a16:creationId xmlns:a16="http://schemas.microsoft.com/office/drawing/2014/main" id="{50788A8F-4F5A-4944-B7FD-8719D10BA790}"/>
              </a:ext>
            </a:extLst>
          </p:cNvPr>
          <p:cNvSpPr>
            <a:spLocks/>
          </p:cNvSpPr>
          <p:nvPr/>
        </p:nvSpPr>
        <p:spPr>
          <a:xfrm>
            <a:off x="5254984" y="4429750"/>
            <a:ext cx="1144212" cy="4622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latin typeface="Arial"/>
              </a:rPr>
              <a:t>Data-driven application</a:t>
            </a:r>
          </a:p>
        </p:txBody>
      </p:sp>
      <p:sp>
        <p:nvSpPr>
          <p:cNvPr id="170" name="Rectangle 169">
            <a:extLst>
              <a:ext uri="{FF2B5EF4-FFF2-40B4-BE49-F238E27FC236}">
                <a16:creationId xmlns:a16="http://schemas.microsoft.com/office/drawing/2014/main" id="{AD78E7F7-2F8B-4BA5-BFEF-AF171C4BFDA7}"/>
              </a:ext>
            </a:extLst>
          </p:cNvPr>
          <p:cNvSpPr>
            <a:spLocks/>
          </p:cNvSpPr>
          <p:nvPr/>
        </p:nvSpPr>
        <p:spPr>
          <a:xfrm>
            <a:off x="3795619" y="3306420"/>
            <a:ext cx="1255151" cy="45899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r>
              <a:rPr lang="en-US" sz="1000" kern="0">
                <a:solidFill>
                  <a:schemeClr val="dk1"/>
                </a:solidFill>
                <a:latin typeface="Arial"/>
              </a:rPr>
              <a:t>Metadata Management</a:t>
            </a:r>
          </a:p>
        </p:txBody>
      </p:sp>
      <p:sp>
        <p:nvSpPr>
          <p:cNvPr id="67" name="TextBox 66">
            <a:extLst>
              <a:ext uri="{FF2B5EF4-FFF2-40B4-BE49-F238E27FC236}">
                <a16:creationId xmlns:a16="http://schemas.microsoft.com/office/drawing/2014/main" id="{5F5BC9DC-57AD-433F-BAEF-ACD4D61846B2}"/>
              </a:ext>
            </a:extLst>
          </p:cNvPr>
          <p:cNvSpPr txBox="1"/>
          <p:nvPr/>
        </p:nvSpPr>
        <p:spPr>
          <a:xfrm>
            <a:off x="2514792" y="984526"/>
            <a:ext cx="688268"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GB" sz="9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New</a:t>
            </a:r>
          </a:p>
        </p:txBody>
      </p:sp>
      <p:sp>
        <p:nvSpPr>
          <p:cNvPr id="68" name="RectangleLegend1">
            <a:extLst>
              <a:ext uri="{FF2B5EF4-FFF2-40B4-BE49-F238E27FC236}">
                <a16:creationId xmlns:a16="http://schemas.microsoft.com/office/drawing/2014/main" id="{F7C618CD-7BD0-4479-AE52-FA247A192923}"/>
              </a:ext>
            </a:extLst>
          </p:cNvPr>
          <p:cNvSpPr>
            <a:spLocks/>
          </p:cNvSpPr>
          <p:nvPr/>
        </p:nvSpPr>
        <p:spPr>
          <a:xfrm>
            <a:off x="2280524" y="967237"/>
            <a:ext cx="134443" cy="136197"/>
          </a:xfrm>
          <a:prstGeom prst="rect">
            <a:avLst/>
          </a:prstGeom>
          <a:solidFill>
            <a:srgbClr val="FF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69" name="TextBox 68">
            <a:extLst>
              <a:ext uri="{FF2B5EF4-FFF2-40B4-BE49-F238E27FC236}">
                <a16:creationId xmlns:a16="http://schemas.microsoft.com/office/drawing/2014/main" id="{A826FCC9-8653-4F13-8E0D-24D1032F7A24}"/>
              </a:ext>
            </a:extLst>
          </p:cNvPr>
          <p:cNvSpPr txBox="1"/>
          <p:nvPr/>
        </p:nvSpPr>
        <p:spPr>
          <a:xfrm>
            <a:off x="1672301" y="968963"/>
            <a:ext cx="558623"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GB" sz="900" b="1">
                <a:solidFill>
                  <a:srgbClr val="000000"/>
                </a:solidFill>
                <a:latin typeface="Arial"/>
              </a:rPr>
              <a:t>Updated</a:t>
            </a:r>
            <a:endParaRPr kumimoji="0" lang="en-GB" sz="9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0" name="RectangleLegend1">
            <a:extLst>
              <a:ext uri="{FF2B5EF4-FFF2-40B4-BE49-F238E27FC236}">
                <a16:creationId xmlns:a16="http://schemas.microsoft.com/office/drawing/2014/main" id="{F904F9D5-6C35-4AF6-B263-138976572FC9}"/>
              </a:ext>
            </a:extLst>
          </p:cNvPr>
          <p:cNvSpPr>
            <a:spLocks/>
          </p:cNvSpPr>
          <p:nvPr/>
        </p:nvSpPr>
        <p:spPr>
          <a:xfrm>
            <a:off x="1442832" y="963866"/>
            <a:ext cx="134443" cy="136197"/>
          </a:xfrm>
          <a:prstGeom prst="rect">
            <a:avLst/>
          </a:prstGeom>
          <a:solidFill>
            <a:schemeClr val="accent4">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rial"/>
              <a:ea typeface="+mn-ea"/>
              <a:cs typeface="+mn-cs"/>
            </a:endParaRPr>
          </a:p>
        </p:txBody>
      </p:sp>
      <p:sp>
        <p:nvSpPr>
          <p:cNvPr id="59" name="TextBox 58">
            <a:extLst>
              <a:ext uri="{FF2B5EF4-FFF2-40B4-BE49-F238E27FC236}">
                <a16:creationId xmlns:a16="http://schemas.microsoft.com/office/drawing/2014/main" id="{5F5BC9DC-57AD-433F-BAEF-ACD4D61846B2}"/>
              </a:ext>
            </a:extLst>
          </p:cNvPr>
          <p:cNvSpPr txBox="1"/>
          <p:nvPr/>
        </p:nvSpPr>
        <p:spPr>
          <a:xfrm>
            <a:off x="806929" y="984526"/>
            <a:ext cx="688268" cy="138499"/>
          </a:xfrm>
          <a:prstGeom prst="rect">
            <a:avLst/>
          </a:prstGeom>
        </p:spPr>
        <p:txBody>
          <a:bodyPr vert="horz" wrap="square" lIns="0" tIns="0" rIns="0" bIns="0" rtlCol="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GB" sz="900" b="1" noProof="0">
                <a:solidFill>
                  <a:srgbClr val="000000"/>
                </a:solidFill>
                <a:latin typeface="Arial"/>
              </a:rPr>
              <a:t>Existing</a:t>
            </a:r>
            <a:endParaRPr kumimoji="0" lang="en-GB" sz="9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RectangleLegend1">
            <a:extLst>
              <a:ext uri="{FF2B5EF4-FFF2-40B4-BE49-F238E27FC236}">
                <a16:creationId xmlns:a16="http://schemas.microsoft.com/office/drawing/2014/main" id="{F7C618CD-7BD0-4479-AE52-FA247A192923}"/>
              </a:ext>
            </a:extLst>
          </p:cNvPr>
          <p:cNvSpPr>
            <a:spLocks/>
          </p:cNvSpPr>
          <p:nvPr/>
        </p:nvSpPr>
        <p:spPr>
          <a:xfrm>
            <a:off x="572661" y="967237"/>
            <a:ext cx="134443" cy="136197"/>
          </a:xfrm>
          <a:prstGeom prst="rect">
            <a:avLst/>
          </a:prstGeom>
          <a:solidFill>
            <a:srgbClr val="00B050"/>
          </a:solidFill>
          <a:ln w="9525" cap="sq" cmpd="sng" algn="ctr">
            <a:solidFill>
              <a:srgbClr val="B64926"/>
            </a:solidFill>
            <a:prstDash val="solid"/>
            <a:miter lim="800000"/>
          </a:ln>
          <a:effectLst/>
        </p:spPr>
        <p:txBody>
          <a:bodyPr rot="0" spcFirstLastPara="0" vertOverflow="overflow" horzOverflow="overflow" vert="horz" wrap="square" lIns="73152" tIns="73152" rIns="73152" bIns="73152" numCol="1" spcCol="0" rtlCol="0" fromWordArt="0" anchor="ctr" anchorCtr="0" forceAA="0" compatLnSpc="1">
            <a:prstTxWarp prst="textNoShape">
              <a:avLst/>
            </a:prstTxWarp>
            <a:noAutofit/>
          </a:bodyPr>
          <a:lstStyle/>
          <a:p>
            <a:pPr>
              <a:spcBef>
                <a:spcPts val="300"/>
              </a:spcBef>
              <a:spcAft>
                <a:spcPts val="300"/>
              </a:spcAft>
            </a:pPr>
            <a:endParaRPr lang="en-US" sz="1000" b="1" kern="0">
              <a:solidFill>
                <a:schemeClr val="bg1"/>
              </a:solidFill>
              <a:latin typeface="Arial"/>
            </a:endParaRPr>
          </a:p>
        </p:txBody>
      </p:sp>
    </p:spTree>
    <p:extLst>
      <p:ext uri="{BB962C8B-B14F-4D97-AF65-F5344CB8AC3E}">
        <p14:creationId xmlns:p14="http://schemas.microsoft.com/office/powerpoint/2010/main" val="3350975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Application</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Architecture</a:t>
            </a: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oogle Shape;812;p104">
            <a:extLst>
              <a:ext uri="{FF2B5EF4-FFF2-40B4-BE49-F238E27FC236}">
                <a16:creationId xmlns:a16="http://schemas.microsoft.com/office/drawing/2014/main" id="{0A14F816-0812-A103-C0B2-8394A0EF6D8D}"/>
              </a:ext>
            </a:extLst>
          </p:cNvPr>
          <p:cNvSpPr txBox="1"/>
          <p:nvPr/>
        </p:nvSpPr>
        <p:spPr>
          <a:xfrm>
            <a:off x="7058152" y="916707"/>
            <a:ext cx="4819459" cy="5754253"/>
          </a:xfrm>
          <a:prstGeom prst="rect">
            <a:avLst/>
          </a:prstGeom>
          <a:noFill/>
          <a:ln>
            <a:noFill/>
          </a:ln>
        </p:spPr>
        <p:txBody>
          <a:bodyPr spcFirstLastPara="1" wrap="square" lIns="91433" tIns="45700" rIns="91433" bIns="45700" anchor="t" anchorCtr="0">
            <a:noAutofit/>
          </a:bodyPr>
          <a:lstStyle/>
          <a:p>
            <a:pPr algn="just">
              <a:spcAft>
                <a:spcPts val="600"/>
              </a:spcAft>
            </a:pPr>
            <a:r>
              <a:rPr lang="vi-VN" sz="1300" b="1" dirty="0">
                <a:latin typeface="Calibri"/>
                <a:ea typeface="Calibri"/>
                <a:cs typeface="Calibri"/>
              </a:rPr>
              <a:t>Xây dựng mới </a:t>
            </a:r>
            <a:r>
              <a:rPr lang="en-US" sz="1300" b="1" dirty="0" err="1">
                <a:latin typeface="Calibri"/>
                <a:ea typeface="Calibri"/>
                <a:cs typeface="Calibri"/>
              </a:rPr>
              <a:t>các</a:t>
            </a:r>
            <a:r>
              <a:rPr lang="vi-VN" sz="1300" b="1" dirty="0">
                <a:latin typeface="Calibri"/>
                <a:ea typeface="Calibri"/>
                <a:cs typeface="Calibri"/>
              </a:rPr>
              <a:t> thành phần:</a:t>
            </a:r>
          </a:p>
          <a:p>
            <a:pPr marL="285750" indent="-285750" algn="just">
              <a:spcAft>
                <a:spcPts val="600"/>
              </a:spcAft>
              <a:buFont typeface="Wingdings" panose="05000000000000000000" pitchFamily="2" charset="2"/>
              <a:buChar char="§"/>
            </a:pPr>
            <a:r>
              <a:rPr lang="vi-VN" sz="1300" b="1" dirty="0">
                <a:latin typeface="Calibri"/>
                <a:ea typeface="Calibri"/>
                <a:cs typeface="Calibri"/>
              </a:rPr>
              <a:t>Data </a:t>
            </a:r>
            <a:r>
              <a:rPr lang="en-US" sz="1300" b="1" dirty="0">
                <a:latin typeface="Calibri"/>
                <a:ea typeface="Calibri"/>
                <a:cs typeface="Calibri"/>
              </a:rPr>
              <a:t>Upload</a:t>
            </a:r>
            <a:r>
              <a:rPr lang="vi-VN" sz="1300" b="1" dirty="0">
                <a:latin typeface="Calibri"/>
                <a:ea typeface="Calibri"/>
                <a:cs typeface="Calibri"/>
              </a:rPr>
              <a:t> Portal Front-end</a:t>
            </a:r>
            <a:r>
              <a:rPr lang="vi-VN" sz="1300" dirty="0">
                <a:latin typeface="Calibri"/>
                <a:ea typeface="Calibri"/>
                <a:cs typeface="Calibri"/>
              </a:rPr>
              <a:t>: Giao diện người dùng tương tác với hệ thống (upload, preview dữ liệu, phê duyệt ..)</a:t>
            </a:r>
            <a:endParaRPr lang="en-US" sz="1300" dirty="0">
              <a:latin typeface="Calibri"/>
              <a:ea typeface="Calibri"/>
              <a:cs typeface="Calibri"/>
            </a:endParaRPr>
          </a:p>
          <a:p>
            <a:pPr marL="285750" indent="-285750" algn="just">
              <a:spcAft>
                <a:spcPts val="600"/>
              </a:spcAft>
              <a:buFont typeface="Wingdings" panose="05000000000000000000" pitchFamily="2" charset="2"/>
              <a:buChar char="§"/>
            </a:pPr>
            <a:r>
              <a:rPr lang="vi-VN" sz="1300" b="1" dirty="0">
                <a:latin typeface="Calibri"/>
                <a:ea typeface="Calibri"/>
                <a:cs typeface="Calibri"/>
              </a:rPr>
              <a:t>API Gateway</a:t>
            </a:r>
            <a:r>
              <a:rPr lang="en-US" sz="1300" b="1" dirty="0">
                <a:latin typeface="Calibri"/>
                <a:ea typeface="Calibri"/>
                <a:cs typeface="Calibri"/>
              </a:rPr>
              <a:t>: </a:t>
            </a:r>
            <a:r>
              <a:rPr lang="vi-VN" sz="1300" dirty="0">
                <a:latin typeface="Calibri"/>
                <a:ea typeface="Calibri"/>
                <a:cs typeface="Calibri"/>
              </a:rPr>
              <a:t>JWT Auth, Rate Limiting, Routing</a:t>
            </a:r>
            <a:r>
              <a:rPr lang="en-US" sz="1300" dirty="0">
                <a:latin typeface="Calibri"/>
                <a:ea typeface="Calibri"/>
                <a:cs typeface="Calibri"/>
              </a:rPr>
              <a:t>.</a:t>
            </a:r>
          </a:p>
          <a:p>
            <a:pPr marL="285750" indent="-285750" algn="just">
              <a:spcAft>
                <a:spcPts val="600"/>
              </a:spcAft>
              <a:buFont typeface="Wingdings" panose="05000000000000000000" pitchFamily="2" charset="2"/>
              <a:buChar char="§"/>
            </a:pPr>
            <a:r>
              <a:rPr lang="vi-VN" sz="1300" b="1" dirty="0">
                <a:latin typeface="Calibri" panose="020F0502020204030204" pitchFamily="34" charset="0"/>
                <a:cs typeface="Calibri" panose="020F0502020204030204" pitchFamily="34" charset="0"/>
              </a:rPr>
              <a:t>Service Layer</a:t>
            </a:r>
            <a:r>
              <a:rPr lang="vi-VN" sz="1300" dirty="0">
                <a:latin typeface="Calibri" panose="020F0502020204030204" pitchFamily="34" charset="0"/>
                <a:cs typeface="Calibri" panose="020F0502020204030204" pitchFamily="34" charset="0"/>
              </a:rPr>
              <a:t>: Là lớp service xử lý nghiệp vụ,</a:t>
            </a:r>
            <a:r>
              <a:rPr lang="en-US" sz="1300" dirty="0">
                <a:latin typeface="Calibri" panose="020F0502020204030204" pitchFamily="34" charset="0"/>
                <a:cs typeface="Calibri" panose="020F0502020204030204" pitchFamily="34" charset="0"/>
              </a:rPr>
              <a:t> </a:t>
            </a:r>
            <a:r>
              <a:rPr lang="vi-VN" sz="1300" dirty="0">
                <a:latin typeface="Calibri" panose="020F0502020204030204" pitchFamily="34" charset="0"/>
                <a:cs typeface="Calibri" panose="020F0502020204030204" pitchFamily="34" charset="0"/>
              </a:rPr>
              <a:t>g</a:t>
            </a:r>
            <a:r>
              <a:rPr lang="en-US" sz="1300" dirty="0" err="1">
                <a:latin typeface="Calibri" panose="020F0502020204030204" pitchFamily="34" charset="0"/>
                <a:cs typeface="Calibri" panose="020F0502020204030204" pitchFamily="34" charset="0"/>
              </a:rPr>
              <a:t>ồm</a:t>
            </a:r>
            <a:r>
              <a:rPr lang="vi-VN" sz="1300" dirty="0">
                <a:latin typeface="Calibri" panose="020F0502020204030204" pitchFamily="34" charset="0"/>
                <a:cs typeface="Calibri" panose="020F0502020204030204" pitchFamily="34" charset="0"/>
              </a:rPr>
              <a:t> có</a:t>
            </a:r>
            <a:r>
              <a:rPr lang="en-US" sz="1300" dirty="0">
                <a:latin typeface="Calibri" panose="020F0502020204030204" pitchFamily="34" charset="0"/>
                <a:cs typeface="Calibri" panose="020F0502020204030204" pitchFamily="34" charset="0"/>
              </a:rPr>
              <a:t>:</a:t>
            </a:r>
            <a:endParaRPr lang="en-US" sz="1300" b="1" dirty="0">
              <a:latin typeface="Calibri" panose="020F0502020204030204" pitchFamily="34" charset="0"/>
              <a:cs typeface="Calibri" panose="020F0502020204030204" pitchFamily="34" charset="0"/>
            </a:endParaRPr>
          </a:p>
          <a:p>
            <a:pPr marL="742950" lvl="1" indent="-285750" algn="just">
              <a:spcAft>
                <a:spcPts val="600"/>
              </a:spcAft>
              <a:buFont typeface="Courier New" panose="02070309020205020404" pitchFamily="49" charset="0"/>
              <a:buChar char="o"/>
            </a:pPr>
            <a:r>
              <a:rPr lang="vi-VN" sz="1300" b="1" dirty="0">
                <a:latin typeface="Calibri"/>
                <a:ea typeface="Calibri"/>
                <a:cs typeface="Calibri"/>
              </a:rPr>
              <a:t>Upload Mgt Service</a:t>
            </a:r>
            <a:r>
              <a:rPr lang="en-US" sz="1300" b="1" dirty="0">
                <a:latin typeface="Calibri"/>
                <a:ea typeface="Calibri"/>
                <a:cs typeface="Calibri"/>
              </a:rPr>
              <a:t>: </a:t>
            </a:r>
            <a:r>
              <a:rPr lang="vi-VN" sz="1300" dirty="0">
                <a:latin typeface="Calibri"/>
                <a:ea typeface="Calibri"/>
                <a:cs typeface="Calibri"/>
              </a:rPr>
              <a:t>service quản lý các dataset, tiến trình và nhật ký upload</a:t>
            </a:r>
            <a:r>
              <a:rPr lang="en-US" sz="1300" dirty="0">
                <a:latin typeface="Calibri"/>
                <a:ea typeface="Calibri"/>
                <a:cs typeface="Calibri"/>
              </a:rPr>
              <a:t>.</a:t>
            </a:r>
            <a:endParaRPr lang="en-US" sz="1300" b="1" dirty="0">
              <a:latin typeface="Calibri"/>
              <a:ea typeface="Calibri"/>
              <a:cs typeface="Calibri"/>
            </a:endParaRPr>
          </a:p>
          <a:p>
            <a:pPr marL="742950" lvl="1" indent="-285750" algn="just">
              <a:spcAft>
                <a:spcPts val="600"/>
              </a:spcAft>
              <a:buFont typeface="Courier New" panose="02070309020205020404" pitchFamily="49" charset="0"/>
              <a:buChar char="o"/>
            </a:pPr>
            <a:r>
              <a:rPr lang="vi-VN" sz="1300" b="1" dirty="0">
                <a:latin typeface="Calibri" panose="020F0502020204030204" pitchFamily="34" charset="0"/>
                <a:cs typeface="Calibri" panose="020F0502020204030204" pitchFamily="34" charset="0"/>
              </a:rPr>
              <a:t>User Mgt Service</a:t>
            </a:r>
            <a:r>
              <a:rPr lang="vi-VN" sz="1300" dirty="0">
                <a:latin typeface="Calibri" panose="020F0502020204030204" pitchFamily="34" charset="0"/>
                <a:cs typeface="Calibri" panose="020F0502020204030204" pitchFamily="34" charset="0"/>
              </a:rPr>
              <a:t>: quản lý user, xác thực, phân quyền</a:t>
            </a:r>
            <a:r>
              <a:rPr lang="en-US" sz="1300" b="1" dirty="0">
                <a:latin typeface="Calibri" panose="020F0502020204030204" pitchFamily="34" charset="0"/>
                <a:cs typeface="Calibri" panose="020F0502020204030204" pitchFamily="34" charset="0"/>
              </a:rPr>
              <a:t>.</a:t>
            </a:r>
          </a:p>
          <a:p>
            <a:pPr marL="742950" lvl="1" indent="-285750" algn="just">
              <a:spcAft>
                <a:spcPts val="600"/>
              </a:spcAft>
              <a:buFont typeface="Courier New" panose="02070309020205020404" pitchFamily="49" charset="0"/>
              <a:buChar char="o"/>
            </a:pPr>
            <a:r>
              <a:rPr lang="en-US" sz="1300" b="1" dirty="0">
                <a:latin typeface="Calibri" panose="020F0502020204030204" pitchFamily="34" charset="0"/>
                <a:ea typeface="Calibri Light"/>
                <a:cs typeface="Calibri" panose="020F0502020204030204" pitchFamily="34" charset="0"/>
              </a:rPr>
              <a:t>Data Validation Service: </a:t>
            </a:r>
            <a:r>
              <a:rPr lang="vi-VN" sz="1300" dirty="0">
                <a:latin typeface="Calibri" panose="020F0502020204030204" pitchFamily="34" charset="0"/>
                <a:cs typeface="Calibri" panose="020F0502020204030204" pitchFamily="34" charset="0"/>
              </a:rPr>
              <a:t>thực hiện kiểm tra chất lượng dữ liệu theo bộ quy tắc của từng loại file dữ liệu</a:t>
            </a:r>
            <a:r>
              <a:rPr lang="en-US" sz="1300" b="1" dirty="0">
                <a:latin typeface="Calibri" panose="020F0502020204030204" pitchFamily="34" charset="0"/>
                <a:cs typeface="Calibri" panose="020F0502020204030204" pitchFamily="34" charset="0"/>
              </a:rPr>
              <a:t>.</a:t>
            </a:r>
            <a:r>
              <a:rPr lang="en-US" sz="1300" b="1" dirty="0">
                <a:latin typeface="Calibri" panose="020F0502020204030204" pitchFamily="34" charset="0"/>
                <a:ea typeface="Calibri Light"/>
                <a:cs typeface="Calibri" panose="020F0502020204030204" pitchFamily="34" charset="0"/>
              </a:rPr>
              <a:t> </a:t>
            </a:r>
          </a:p>
          <a:p>
            <a:pPr marL="285750" indent="-285750" algn="just">
              <a:spcAft>
                <a:spcPts val="600"/>
              </a:spcAft>
              <a:buFont typeface="Wingdings" panose="05000000000000000000" pitchFamily="2" charset="2"/>
              <a:buChar char="§"/>
            </a:pPr>
            <a:r>
              <a:rPr lang="vi-VN" sz="1300" b="1" dirty="0">
                <a:latin typeface="Calibri"/>
                <a:ea typeface="Calibri"/>
                <a:cs typeface="Calibri"/>
              </a:rPr>
              <a:t>Database &amp; Storage Layer</a:t>
            </a:r>
            <a:r>
              <a:rPr lang="en-US" sz="1300" dirty="0">
                <a:latin typeface="Calibri"/>
                <a:ea typeface="Calibri"/>
                <a:cs typeface="Calibri"/>
              </a:rPr>
              <a:t>: </a:t>
            </a:r>
            <a:r>
              <a:rPr lang="vi-VN" sz="1300" dirty="0">
                <a:latin typeface="Calibri"/>
                <a:ea typeface="Calibri"/>
                <a:cs typeface="Calibri"/>
              </a:rPr>
              <a:t>gồm các dịch vụ hạ tầng lưu trữ </a:t>
            </a:r>
          </a:p>
          <a:p>
            <a:pPr marL="742950" lvl="1" indent="-285750" algn="just">
              <a:spcAft>
                <a:spcPts val="600"/>
              </a:spcAft>
              <a:buFont typeface="Courier New,monospace" panose="05000000000000000000" pitchFamily="2" charset="2"/>
              <a:buChar char="o"/>
            </a:pPr>
            <a:r>
              <a:rPr lang="vi-VN" sz="1300" b="1" dirty="0">
                <a:latin typeface="Calibri"/>
                <a:ea typeface="Calibri"/>
                <a:cs typeface="Calibri"/>
              </a:rPr>
              <a:t>Database Postgres: </a:t>
            </a:r>
          </a:p>
          <a:p>
            <a:pPr marL="1200150" lvl="2" indent="-285750" algn="just">
              <a:spcAft>
                <a:spcPts val="600"/>
              </a:spcAft>
              <a:buFont typeface="Courier New,monospace" panose="05000000000000000000" pitchFamily="2" charset="2"/>
              <a:buChar char="o"/>
            </a:pPr>
            <a:r>
              <a:rPr lang="vi-VN" sz="1300" dirty="0">
                <a:latin typeface="Calibri"/>
                <a:ea typeface="Calibri"/>
                <a:cs typeface="Calibri"/>
              </a:rPr>
              <a:t>DB metadata</a:t>
            </a:r>
            <a:r>
              <a:rPr lang="en-US" sz="1300" dirty="0">
                <a:latin typeface="Calibri"/>
                <a:ea typeface="Calibri"/>
                <a:cs typeface="Calibri"/>
              </a:rPr>
              <a:t>: </a:t>
            </a:r>
            <a:r>
              <a:rPr lang="en-US" sz="1300" dirty="0" err="1">
                <a:latin typeface="Calibri"/>
                <a:ea typeface="Calibri"/>
                <a:cs typeface="Calibri"/>
              </a:rPr>
              <a:t>lưu</a:t>
            </a:r>
            <a:r>
              <a:rPr lang="en-US" sz="1300" dirty="0">
                <a:latin typeface="Calibri"/>
                <a:ea typeface="Calibri"/>
                <a:cs typeface="Calibri"/>
              </a:rPr>
              <a:t> </a:t>
            </a:r>
            <a:r>
              <a:rPr lang="en-US" sz="1300" dirty="0" err="1">
                <a:latin typeface="Calibri"/>
                <a:ea typeface="Calibri"/>
                <a:cs typeface="Calibri"/>
              </a:rPr>
              <a:t>dữ</a:t>
            </a:r>
            <a:r>
              <a:rPr lang="en-US" sz="1300" dirty="0">
                <a:latin typeface="Calibri"/>
                <a:ea typeface="Calibri"/>
                <a:cs typeface="Calibri"/>
              </a:rPr>
              <a:t> </a:t>
            </a:r>
            <a:r>
              <a:rPr lang="en-US" sz="1300" dirty="0" err="1">
                <a:latin typeface="Calibri"/>
                <a:ea typeface="Calibri"/>
                <a:cs typeface="Calibri"/>
              </a:rPr>
              <a:t>liệu</a:t>
            </a:r>
            <a:r>
              <a:rPr lang="en-US" sz="1300" dirty="0">
                <a:latin typeface="Calibri"/>
                <a:ea typeface="Calibri"/>
                <a:cs typeface="Calibri"/>
              </a:rPr>
              <a:t> </a:t>
            </a:r>
            <a:r>
              <a:rPr lang="en-US" sz="1300" dirty="0" err="1">
                <a:latin typeface="Calibri"/>
                <a:ea typeface="Calibri"/>
                <a:cs typeface="Calibri"/>
              </a:rPr>
              <a:t>người</a:t>
            </a:r>
            <a:r>
              <a:rPr lang="en-US" sz="1300" dirty="0">
                <a:latin typeface="Calibri"/>
                <a:ea typeface="Calibri"/>
                <a:cs typeface="Calibri"/>
              </a:rPr>
              <a:t> </a:t>
            </a:r>
            <a:r>
              <a:rPr lang="en-US" sz="1300" dirty="0" err="1">
                <a:latin typeface="Calibri"/>
                <a:ea typeface="Calibri"/>
                <a:cs typeface="Calibri"/>
              </a:rPr>
              <a:t>dùng</a:t>
            </a:r>
            <a:r>
              <a:rPr lang="en-US" sz="1300" dirty="0">
                <a:latin typeface="Calibri"/>
                <a:ea typeface="Calibri"/>
                <a:cs typeface="Calibri"/>
              </a:rPr>
              <a:t>, </a:t>
            </a:r>
            <a:r>
              <a:rPr lang="en-US" sz="1300" dirty="0" err="1">
                <a:latin typeface="Calibri"/>
                <a:ea typeface="Calibri"/>
                <a:cs typeface="Calibri"/>
              </a:rPr>
              <a:t>cấu</a:t>
            </a:r>
            <a:r>
              <a:rPr lang="en-US" sz="1300" dirty="0">
                <a:latin typeface="Calibri"/>
                <a:ea typeface="Calibri"/>
                <a:cs typeface="Calibri"/>
              </a:rPr>
              <a:t> </a:t>
            </a:r>
            <a:r>
              <a:rPr lang="en-US" sz="1300" dirty="0" err="1">
                <a:latin typeface="Calibri"/>
                <a:ea typeface="Calibri"/>
                <a:cs typeface="Calibri"/>
              </a:rPr>
              <a:t>hình</a:t>
            </a:r>
            <a:r>
              <a:rPr lang="en-US" sz="1300" dirty="0">
                <a:latin typeface="Calibri"/>
                <a:ea typeface="Calibri"/>
                <a:cs typeface="Calibri"/>
              </a:rPr>
              <a:t> dataset </a:t>
            </a:r>
            <a:r>
              <a:rPr lang="en-US" sz="1300" dirty="0" err="1">
                <a:latin typeface="Calibri"/>
                <a:ea typeface="Calibri"/>
                <a:cs typeface="Calibri"/>
              </a:rPr>
              <a:t>và</a:t>
            </a:r>
            <a:r>
              <a:rPr lang="en-US" sz="1300" dirty="0">
                <a:latin typeface="Calibri"/>
                <a:ea typeface="Calibri"/>
                <a:cs typeface="Calibri"/>
              </a:rPr>
              <a:t> audit log ..</a:t>
            </a:r>
            <a:endParaRPr lang="vi-VN" sz="1300" dirty="0">
              <a:latin typeface="Calibri"/>
              <a:ea typeface="Calibri"/>
              <a:cs typeface="Calibri"/>
            </a:endParaRPr>
          </a:p>
          <a:p>
            <a:pPr marL="1200150" lvl="2" indent="-285750" algn="just">
              <a:spcAft>
                <a:spcPts val="600"/>
              </a:spcAft>
              <a:buFont typeface="Courier New,monospace" panose="05000000000000000000" pitchFamily="2" charset="2"/>
              <a:buChar char="o"/>
            </a:pPr>
            <a:r>
              <a:rPr lang="vi-VN" sz="1300" dirty="0">
                <a:latin typeface="Calibri"/>
                <a:ea typeface="Calibri"/>
                <a:cs typeface="Calibri"/>
              </a:rPr>
              <a:t>DB staging để lưu dữ liệu upload.</a:t>
            </a:r>
            <a:endParaRPr lang="en-US" sz="1300" dirty="0">
              <a:latin typeface="Calibri"/>
              <a:ea typeface="Calibri"/>
              <a:cs typeface="Calibri"/>
            </a:endParaRPr>
          </a:p>
          <a:p>
            <a:pPr marL="742950" lvl="1" indent="-285750" algn="just">
              <a:spcAft>
                <a:spcPts val="600"/>
              </a:spcAft>
              <a:buFont typeface="Courier New,monospace" panose="05000000000000000000" pitchFamily="2" charset="2"/>
              <a:buChar char="o"/>
            </a:pPr>
            <a:r>
              <a:rPr lang="vi-VN" sz="1300" b="1" dirty="0">
                <a:latin typeface="Calibri"/>
                <a:ea typeface="Calibri"/>
                <a:cs typeface="Calibri"/>
              </a:rPr>
              <a:t>Cache Redis: </a:t>
            </a:r>
            <a:r>
              <a:rPr lang="vi-VN" sz="1300" dirty="0">
                <a:latin typeface="Calibri"/>
                <a:ea typeface="Calibri"/>
                <a:cs typeface="Calibri"/>
              </a:rPr>
              <a:t>cache dữ liệu thường xuyên sử dụng, ít thay đổi dùng cho truy cập nhanh và thường xuyên.</a:t>
            </a:r>
            <a:endParaRPr lang="vi-VN" sz="1300" dirty="0"/>
          </a:p>
          <a:p>
            <a:pPr marL="285750" indent="-285750" algn="just">
              <a:spcAft>
                <a:spcPts val="600"/>
              </a:spcAft>
              <a:buFont typeface="Wingdings" panose="05000000000000000000" pitchFamily="2" charset="2"/>
              <a:buChar char="§"/>
            </a:pPr>
            <a:r>
              <a:rPr lang="vi-VN" sz="1300" b="1" dirty="0">
                <a:latin typeface="Calibri"/>
                <a:cs typeface="Calibri"/>
              </a:rPr>
              <a:t>Object Storage: </a:t>
            </a:r>
            <a:r>
              <a:rPr lang="en-US" sz="1300" dirty="0" err="1">
                <a:latin typeface="Calibri"/>
                <a:cs typeface="Calibri"/>
              </a:rPr>
              <a:t>lưu</a:t>
            </a:r>
            <a:r>
              <a:rPr lang="en-US" sz="1300" dirty="0">
                <a:latin typeface="Calibri"/>
                <a:cs typeface="Calibri"/>
              </a:rPr>
              <a:t> </a:t>
            </a:r>
            <a:r>
              <a:rPr lang="en-US" sz="1300" dirty="0" err="1">
                <a:latin typeface="Calibri"/>
                <a:cs typeface="Calibri"/>
              </a:rPr>
              <a:t>trữ</a:t>
            </a:r>
            <a:r>
              <a:rPr lang="en-US" sz="1300" dirty="0">
                <a:latin typeface="Calibri"/>
                <a:cs typeface="Calibri"/>
              </a:rPr>
              <a:t> file raw </a:t>
            </a:r>
            <a:r>
              <a:rPr lang="en-US" sz="1300" dirty="0" err="1">
                <a:latin typeface="Calibri"/>
                <a:cs typeface="Calibri"/>
              </a:rPr>
              <a:t>người</a:t>
            </a:r>
            <a:r>
              <a:rPr lang="en-US" sz="1300" dirty="0">
                <a:latin typeface="Calibri"/>
                <a:cs typeface="Calibri"/>
              </a:rPr>
              <a:t> </a:t>
            </a:r>
            <a:r>
              <a:rPr lang="en-US" sz="1300" dirty="0" err="1">
                <a:latin typeface="Calibri"/>
                <a:cs typeface="Calibri"/>
              </a:rPr>
              <a:t>dùng</a:t>
            </a:r>
            <a:r>
              <a:rPr lang="en-US" sz="1300" dirty="0">
                <a:latin typeface="Calibri"/>
                <a:cs typeface="Calibri"/>
              </a:rPr>
              <a:t> upload</a:t>
            </a:r>
          </a:p>
          <a:p>
            <a:pPr marL="285750" indent="-285750" algn="just">
              <a:spcAft>
                <a:spcPts val="600"/>
              </a:spcAft>
              <a:buFont typeface="Wingdings" panose="05000000000000000000" pitchFamily="2" charset="2"/>
              <a:buChar char="§"/>
            </a:pPr>
            <a:r>
              <a:rPr lang="en-US" sz="1300" b="1" dirty="0">
                <a:latin typeface="Calibri" panose="020F0502020204030204" pitchFamily="34" charset="0"/>
                <a:ea typeface="Calibri Light"/>
                <a:cs typeface="Calibri" panose="020F0502020204030204" pitchFamily="34" charset="0"/>
              </a:rPr>
              <a:t>Message queue</a:t>
            </a:r>
            <a:r>
              <a:rPr lang="en-US" sz="1300" dirty="0">
                <a:latin typeface="Calibri" panose="020F0502020204030204" pitchFamily="34" charset="0"/>
                <a:ea typeface="Calibri Light"/>
                <a:cs typeface="Calibri" panose="020F0502020204030204" pitchFamily="34" charset="0"/>
              </a:rPr>
              <a:t>: </a:t>
            </a:r>
            <a:r>
              <a:rPr lang="en-US" sz="1300" dirty="0" err="1">
                <a:latin typeface="Calibri" panose="020F0502020204030204" pitchFamily="34" charset="0"/>
                <a:ea typeface="Calibri Light"/>
                <a:cs typeface="Calibri" panose="020F0502020204030204" pitchFamily="34" charset="0"/>
              </a:rPr>
              <a:t>trục</a:t>
            </a:r>
            <a:r>
              <a:rPr lang="en-US" sz="1300" dirty="0">
                <a:latin typeface="Calibri" panose="020F0502020204030204" pitchFamily="34" charset="0"/>
                <a:ea typeface="Calibri Light"/>
                <a:cs typeface="Calibri" panose="020F0502020204030204" pitchFamily="34" charset="0"/>
              </a:rPr>
              <a:t> </a:t>
            </a:r>
            <a:r>
              <a:rPr lang="en-US" sz="1300" dirty="0" err="1">
                <a:latin typeface="Calibri" panose="020F0502020204030204" pitchFamily="34" charset="0"/>
                <a:ea typeface="Calibri Light"/>
                <a:cs typeface="Calibri" panose="020F0502020204030204" pitchFamily="34" charset="0"/>
              </a:rPr>
              <a:t>giao</a:t>
            </a:r>
            <a:r>
              <a:rPr lang="en-US" sz="1300" dirty="0">
                <a:latin typeface="Calibri" panose="020F0502020204030204" pitchFamily="34" charset="0"/>
                <a:ea typeface="Calibri Light"/>
                <a:cs typeface="Calibri" panose="020F0502020204030204" pitchFamily="34" charset="0"/>
              </a:rPr>
              <a:t> </a:t>
            </a:r>
            <a:r>
              <a:rPr lang="en-US" sz="1300" dirty="0" err="1">
                <a:latin typeface="Calibri" panose="020F0502020204030204" pitchFamily="34" charset="0"/>
                <a:ea typeface="Calibri Light"/>
                <a:cs typeface="Calibri" panose="020F0502020204030204" pitchFamily="34" charset="0"/>
              </a:rPr>
              <a:t>tiếp</a:t>
            </a:r>
            <a:r>
              <a:rPr lang="en-US" sz="1300" dirty="0">
                <a:latin typeface="Calibri" panose="020F0502020204030204" pitchFamily="34" charset="0"/>
                <a:ea typeface="Calibri Light"/>
                <a:cs typeface="Calibri" panose="020F0502020204030204" pitchFamily="34" charset="0"/>
              </a:rPr>
              <a:t> </a:t>
            </a:r>
            <a:r>
              <a:rPr lang="en-US" sz="1300" dirty="0" err="1">
                <a:latin typeface="Calibri" panose="020F0502020204030204" pitchFamily="34" charset="0"/>
                <a:ea typeface="Calibri Light"/>
                <a:cs typeface="Calibri" panose="020F0502020204030204" pitchFamily="34" charset="0"/>
              </a:rPr>
              <a:t>giữa</a:t>
            </a:r>
            <a:r>
              <a:rPr lang="en-US" sz="1300" dirty="0">
                <a:latin typeface="Calibri" panose="020F0502020204030204" pitchFamily="34" charset="0"/>
                <a:ea typeface="Calibri Light"/>
                <a:cs typeface="Calibri" panose="020F0502020204030204" pitchFamily="34" charset="0"/>
              </a:rPr>
              <a:t> </a:t>
            </a:r>
            <a:r>
              <a:rPr lang="en-US" sz="1300" dirty="0" err="1">
                <a:latin typeface="Calibri" panose="020F0502020204030204" pitchFamily="34" charset="0"/>
                <a:ea typeface="Calibri Light"/>
                <a:cs typeface="Calibri" panose="020F0502020204030204" pitchFamily="34" charset="0"/>
              </a:rPr>
              <a:t>các</a:t>
            </a:r>
            <a:r>
              <a:rPr lang="en-US" sz="1300" dirty="0">
                <a:latin typeface="Calibri" panose="020F0502020204030204" pitchFamily="34" charset="0"/>
                <a:ea typeface="Calibri Light"/>
                <a:cs typeface="Calibri" panose="020F0502020204030204" pitchFamily="34" charset="0"/>
              </a:rPr>
              <a:t> services</a:t>
            </a:r>
          </a:p>
          <a:p>
            <a:pPr marL="285750" indent="-285750" algn="just">
              <a:spcAft>
                <a:spcPts val="600"/>
              </a:spcAft>
              <a:buFont typeface="Wingdings" panose="05000000000000000000" pitchFamily="2" charset="2"/>
              <a:buChar char="§"/>
            </a:pPr>
            <a:r>
              <a:rPr lang="en-US" sz="1300" b="1" dirty="0" err="1">
                <a:ea typeface="Calibri"/>
                <a:cs typeface="Calibri"/>
              </a:rPr>
              <a:t>Tích</a:t>
            </a:r>
            <a:r>
              <a:rPr lang="en-US" sz="1300" b="1" dirty="0">
                <a:ea typeface="Calibri"/>
                <a:cs typeface="Calibri"/>
              </a:rPr>
              <a:t> </a:t>
            </a:r>
            <a:r>
              <a:rPr lang="en-US" sz="1300" b="1" dirty="0" err="1">
                <a:ea typeface="Calibri"/>
                <a:cs typeface="Calibri"/>
              </a:rPr>
              <a:t>hợp</a:t>
            </a:r>
            <a:r>
              <a:rPr lang="en-US" sz="1300" b="1" dirty="0">
                <a:ea typeface="Calibri"/>
                <a:cs typeface="Calibri"/>
              </a:rPr>
              <a:t> </a:t>
            </a:r>
            <a:r>
              <a:rPr lang="en-US" sz="1300" b="1" dirty="0" err="1">
                <a:ea typeface="Calibri"/>
                <a:cs typeface="Calibri"/>
              </a:rPr>
              <a:t>với</a:t>
            </a:r>
            <a:r>
              <a:rPr lang="en-US" sz="1300" b="1" dirty="0">
                <a:ea typeface="Calibri"/>
                <a:cs typeface="Calibri"/>
              </a:rPr>
              <a:t> EDP:</a:t>
            </a:r>
          </a:p>
          <a:p>
            <a:pPr marL="742950" lvl="1" indent="-285750" algn="just">
              <a:spcAft>
                <a:spcPts val="600"/>
              </a:spcAft>
              <a:buFont typeface="Courier New" panose="02070309020205020404" pitchFamily="49" charset="0"/>
              <a:buChar char="o"/>
            </a:pPr>
            <a:r>
              <a:rPr lang="vi-VN" sz="1300" b="1" dirty="0">
                <a:latin typeface="Calibri" panose="020F0502020204030204" pitchFamily="34" charset="0"/>
                <a:cs typeface="Calibri" panose="020F0502020204030204" pitchFamily="34" charset="0"/>
              </a:rPr>
              <a:t>Data Ingestion</a:t>
            </a:r>
            <a:r>
              <a:rPr lang="en-US" sz="1300" b="1" dirty="0">
                <a:latin typeface="Calibri" panose="020F0502020204030204" pitchFamily="34" charset="0"/>
                <a:cs typeface="Calibri" panose="020F0502020204030204" pitchFamily="34" charset="0"/>
              </a:rPr>
              <a:t> Job</a:t>
            </a:r>
            <a:r>
              <a:rPr lang="en-US" sz="1300" dirty="0">
                <a:latin typeface="Calibri" panose="020F0502020204030204" pitchFamily="34" charset="0"/>
                <a:cs typeface="Calibri" panose="020F0502020204030204" pitchFamily="34" charset="0"/>
              </a:rPr>
              <a:t>:</a:t>
            </a:r>
            <a:r>
              <a:rPr lang="vi-VN" sz="1300" dirty="0">
                <a:latin typeface="Calibri" panose="020F0502020204030204" pitchFamily="34" charset="0"/>
                <a:cs typeface="Calibri" panose="020F0502020204030204" pitchFamily="34" charset="0"/>
              </a:rPr>
              <a:t> ingest dữ </a:t>
            </a:r>
            <a:r>
              <a:rPr lang="en-US" sz="1300" dirty="0">
                <a:latin typeface="Calibri" panose="020F0502020204030204" pitchFamily="34" charset="0"/>
                <a:cs typeface="Calibri" panose="020F0502020204030204" pitchFamily="34" charset="0"/>
              </a:rPr>
              <a:t> </a:t>
            </a:r>
            <a:r>
              <a:rPr lang="en-US" sz="1300" dirty="0" err="1">
                <a:latin typeface="Calibri" panose="020F0502020204030204" pitchFamily="34" charset="0"/>
                <a:cs typeface="Calibri" panose="020F0502020204030204" pitchFamily="34" charset="0"/>
              </a:rPr>
              <a:t>từ</a:t>
            </a:r>
            <a:r>
              <a:rPr lang="en-US" sz="1300" dirty="0">
                <a:latin typeface="Calibri" panose="020F0502020204030204" pitchFamily="34" charset="0"/>
                <a:cs typeface="Calibri" panose="020F0502020204030204" pitchFamily="34" charset="0"/>
              </a:rPr>
              <a:t> DB Staging </a:t>
            </a:r>
            <a:r>
              <a:rPr lang="en-US" sz="1300" dirty="0" err="1">
                <a:latin typeface="Calibri" panose="020F0502020204030204" pitchFamily="34" charset="0"/>
                <a:cs typeface="Calibri" panose="020F0502020204030204" pitchFamily="34" charset="0"/>
              </a:rPr>
              <a:t>vào</a:t>
            </a:r>
            <a:r>
              <a:rPr lang="en-US" sz="1300" dirty="0">
                <a:latin typeface="Calibri" panose="020F0502020204030204" pitchFamily="34" charset="0"/>
                <a:cs typeface="Calibri" panose="020F0502020204030204" pitchFamily="34" charset="0"/>
              </a:rPr>
              <a:t> Bronze zone.</a:t>
            </a:r>
            <a:endParaRPr lang="vi-VN" sz="13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
            </a:pPr>
            <a:endParaRPr lang="vi-VN" sz="1300" dirty="0">
              <a:latin typeface="Calibri Light"/>
              <a:ea typeface="Calibri Light"/>
              <a:cs typeface="Calibri"/>
            </a:endParaRPr>
          </a:p>
        </p:txBody>
      </p:sp>
      <p:pic>
        <p:nvPicPr>
          <p:cNvPr id="7" name="Picture 6" descr="C:\Users\vietda2\AppData\Local\Microsoft\Windows\INetCache\Content.MSO\8E6C042B.tmp"/>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928" y="916707"/>
            <a:ext cx="6600980" cy="5646388"/>
          </a:xfrm>
          <a:prstGeom prst="rect">
            <a:avLst/>
          </a:prstGeom>
          <a:noFill/>
          <a:ln>
            <a:noFill/>
          </a:ln>
        </p:spPr>
      </p:pic>
    </p:spTree>
    <p:extLst>
      <p:ext uri="{BB962C8B-B14F-4D97-AF65-F5344CB8AC3E}">
        <p14:creationId xmlns:p14="http://schemas.microsoft.com/office/powerpoint/2010/main" val="645724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a:bodyPr>
          <a:lstStyle/>
          <a:p>
            <a:pPr>
              <a:tabLst>
                <a:tab pos="228600" algn="l"/>
              </a:tabLst>
            </a:pPr>
            <a:r>
              <a:rPr lang="vi-VN" sz="3600" dirty="0">
                <a:solidFill>
                  <a:srgbClr val="F04E23"/>
                </a:solidFill>
                <a:latin typeface="Calibri" panose="020F0502020204030204" pitchFamily="34" charset="0"/>
                <a:ea typeface="Calibri" charset="0"/>
                <a:cs typeface="Calibri" panose="020F0502020204030204" pitchFamily="34" charset="0"/>
              </a:rPr>
              <a:t>Giải pháp upload file dung lượng lớn</a:t>
            </a:r>
            <a:endParaRPr lang="en-AU" sz="3600" dirty="0">
              <a:solidFill>
                <a:srgbClr val="F04E23"/>
              </a:solidFill>
              <a:latin typeface="Calibri" panose="020F0502020204030204" pitchFamily="34" charset="0"/>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Google Shape;216;p17" descr="image.png">
            <a:extLst>
              <a:ext uri="{FF2B5EF4-FFF2-40B4-BE49-F238E27FC236}">
                <a16:creationId xmlns:a16="http://schemas.microsoft.com/office/drawing/2014/main" id="{06858403-B97B-41D7-BBD9-44125CD7BEF6}"/>
              </a:ext>
            </a:extLst>
          </p:cNvPr>
          <p:cNvPicPr preferRelativeResize="0"/>
          <p:nvPr/>
        </p:nvPicPr>
        <p:blipFill rotWithShape="1">
          <a:blip r:embed="rId3">
            <a:alphaModFix/>
          </a:blip>
          <a:srcRect/>
          <a:stretch/>
        </p:blipFill>
        <p:spPr>
          <a:xfrm>
            <a:off x="6188962" y="1529946"/>
            <a:ext cx="2565721" cy="1574673"/>
          </a:xfrm>
          <a:prstGeom prst="rect">
            <a:avLst/>
          </a:prstGeom>
          <a:noFill/>
          <a:ln>
            <a:noFill/>
          </a:ln>
        </p:spPr>
      </p:pic>
      <p:pic>
        <p:nvPicPr>
          <p:cNvPr id="30" name="Google Shape;216;p17" descr="image.png">
            <a:extLst>
              <a:ext uri="{FF2B5EF4-FFF2-40B4-BE49-F238E27FC236}">
                <a16:creationId xmlns:a16="http://schemas.microsoft.com/office/drawing/2014/main" id="{69F5CD2D-B4A6-41AA-87C1-9F0CF5AA871D}"/>
              </a:ext>
            </a:extLst>
          </p:cNvPr>
          <p:cNvPicPr preferRelativeResize="0"/>
          <p:nvPr/>
        </p:nvPicPr>
        <p:blipFill rotWithShape="1">
          <a:blip r:embed="rId3">
            <a:alphaModFix/>
          </a:blip>
          <a:srcRect/>
          <a:stretch/>
        </p:blipFill>
        <p:spPr>
          <a:xfrm>
            <a:off x="3493964" y="1532000"/>
            <a:ext cx="2565721" cy="1574673"/>
          </a:xfrm>
          <a:prstGeom prst="rect">
            <a:avLst/>
          </a:prstGeom>
          <a:noFill/>
          <a:ln>
            <a:noFill/>
          </a:ln>
        </p:spPr>
      </p:pic>
      <p:pic>
        <p:nvPicPr>
          <p:cNvPr id="31" name="Google Shape;216;p17" descr="image.png">
            <a:extLst>
              <a:ext uri="{FF2B5EF4-FFF2-40B4-BE49-F238E27FC236}">
                <a16:creationId xmlns:a16="http://schemas.microsoft.com/office/drawing/2014/main" id="{D5330A58-3BD9-4082-88C0-C14F25DC3407}"/>
              </a:ext>
            </a:extLst>
          </p:cNvPr>
          <p:cNvPicPr preferRelativeResize="0"/>
          <p:nvPr/>
        </p:nvPicPr>
        <p:blipFill rotWithShape="1">
          <a:blip r:embed="rId3">
            <a:alphaModFix/>
          </a:blip>
          <a:srcRect/>
          <a:stretch/>
        </p:blipFill>
        <p:spPr>
          <a:xfrm>
            <a:off x="784631" y="1532001"/>
            <a:ext cx="2565721" cy="1574673"/>
          </a:xfrm>
          <a:prstGeom prst="rect">
            <a:avLst/>
          </a:prstGeom>
          <a:noFill/>
          <a:ln>
            <a:noFill/>
          </a:ln>
        </p:spPr>
      </p:pic>
      <p:sp>
        <p:nvSpPr>
          <p:cNvPr id="32" name="Google Shape;105;p14">
            <a:extLst>
              <a:ext uri="{FF2B5EF4-FFF2-40B4-BE49-F238E27FC236}">
                <a16:creationId xmlns:a16="http://schemas.microsoft.com/office/drawing/2014/main" id="{2087F244-49AA-495C-A1B5-C0B690874779}"/>
              </a:ext>
            </a:extLst>
          </p:cNvPr>
          <p:cNvSpPr txBox="1"/>
          <p:nvPr/>
        </p:nvSpPr>
        <p:spPr>
          <a:xfrm>
            <a:off x="927159" y="1674554"/>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1" dirty="0">
                <a:solidFill>
                  <a:srgbClr val="0F172A"/>
                </a:solidFill>
                <a:latin typeface="Roboto"/>
                <a:sym typeface="Roboto"/>
              </a:rPr>
              <a:t>Phân tách luồng truy cập</a:t>
            </a:r>
            <a:endParaRPr dirty="0"/>
          </a:p>
        </p:txBody>
      </p:sp>
      <p:sp>
        <p:nvSpPr>
          <p:cNvPr id="34" name="Google Shape;106;p14">
            <a:extLst>
              <a:ext uri="{FF2B5EF4-FFF2-40B4-BE49-F238E27FC236}">
                <a16:creationId xmlns:a16="http://schemas.microsoft.com/office/drawing/2014/main" id="{6766794C-5F2A-4165-80B6-381865C801D6}"/>
              </a:ext>
            </a:extLst>
          </p:cNvPr>
          <p:cNvSpPr txBox="1"/>
          <p:nvPr/>
        </p:nvSpPr>
        <p:spPr>
          <a:xfrm>
            <a:off x="928989" y="2087199"/>
            <a:ext cx="2421363"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vi-VN" sz="1200" dirty="0">
                <a:solidFill>
                  <a:srgbClr val="64748B"/>
                </a:solidFill>
                <a:latin typeface="Open Sans"/>
                <a:sym typeface="Open Sans"/>
              </a:rPr>
              <a:t>Sử dụng Ingress Controller riêng cho luồng upload dữ liệu nặng không ảnh hưởng đến các giao dịch nhẹ như login, tracking progress ...</a:t>
            </a:r>
            <a:endParaRPr sz="1200" dirty="0"/>
          </a:p>
        </p:txBody>
      </p:sp>
      <p:sp>
        <p:nvSpPr>
          <p:cNvPr id="36" name="Google Shape;108;p14">
            <a:extLst>
              <a:ext uri="{FF2B5EF4-FFF2-40B4-BE49-F238E27FC236}">
                <a16:creationId xmlns:a16="http://schemas.microsoft.com/office/drawing/2014/main" id="{3F7E8948-781F-4B32-B9D8-C828275CE20F}"/>
              </a:ext>
            </a:extLst>
          </p:cNvPr>
          <p:cNvSpPr txBox="1"/>
          <p:nvPr/>
        </p:nvSpPr>
        <p:spPr>
          <a:xfrm>
            <a:off x="3647887" y="1715571"/>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1" i="0" u="none" strike="noStrike" cap="none" dirty="0">
                <a:solidFill>
                  <a:srgbClr val="0F172A"/>
                </a:solidFill>
                <a:latin typeface="Roboto"/>
                <a:ea typeface="Roboto"/>
                <a:cs typeface="Roboto"/>
                <a:sym typeface="Roboto"/>
              </a:rPr>
              <a:t>Điều tiết dòng chảy</a:t>
            </a:r>
            <a:endParaRPr dirty="0"/>
          </a:p>
        </p:txBody>
      </p:sp>
      <p:sp>
        <p:nvSpPr>
          <p:cNvPr id="37" name="Google Shape;109;p14">
            <a:extLst>
              <a:ext uri="{FF2B5EF4-FFF2-40B4-BE49-F238E27FC236}">
                <a16:creationId xmlns:a16="http://schemas.microsoft.com/office/drawing/2014/main" id="{53CF5A9C-7E1F-4264-8095-BF0278E22C1E}"/>
              </a:ext>
            </a:extLst>
          </p:cNvPr>
          <p:cNvSpPr txBox="1"/>
          <p:nvPr/>
        </p:nvSpPr>
        <p:spPr>
          <a:xfrm>
            <a:off x="3623241" y="2069372"/>
            <a:ext cx="2343109" cy="1034129"/>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vi-VN" sz="1200" b="0" i="0" u="none" strike="noStrike" cap="none" dirty="0">
                <a:solidFill>
                  <a:srgbClr val="64748B"/>
                </a:solidFill>
                <a:latin typeface="Open Sans"/>
                <a:ea typeface="Open Sans"/>
                <a:cs typeface="Open Sans"/>
                <a:sym typeface="Open Sans"/>
              </a:rPr>
              <a:t>Áp dụng Rate Limiting tại Kong Gateway để giới hạn băng thông và số lượng yêu cầu theo từng user/session</a:t>
            </a:r>
            <a:endParaRPr sz="1200" dirty="0"/>
          </a:p>
        </p:txBody>
      </p:sp>
      <p:sp>
        <p:nvSpPr>
          <p:cNvPr id="38" name="Google Shape;111;p14">
            <a:extLst>
              <a:ext uri="{FF2B5EF4-FFF2-40B4-BE49-F238E27FC236}">
                <a16:creationId xmlns:a16="http://schemas.microsoft.com/office/drawing/2014/main" id="{8BFF409A-EE0E-43BA-8782-71FA41DECE57}"/>
              </a:ext>
            </a:extLst>
          </p:cNvPr>
          <p:cNvSpPr txBox="1"/>
          <p:nvPr/>
        </p:nvSpPr>
        <p:spPr>
          <a:xfrm>
            <a:off x="6332851" y="1766032"/>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1" i="0" u="none" strike="noStrike" cap="none" dirty="0">
                <a:solidFill>
                  <a:srgbClr val="0F172A"/>
                </a:solidFill>
                <a:latin typeface="Roboto"/>
                <a:ea typeface="Roboto"/>
                <a:cs typeface="Roboto"/>
                <a:sym typeface="Roboto"/>
              </a:rPr>
              <a:t>Resume từ Multipart Upload</a:t>
            </a:r>
            <a:endParaRPr dirty="0"/>
          </a:p>
        </p:txBody>
      </p:sp>
      <p:sp>
        <p:nvSpPr>
          <p:cNvPr id="39" name="Google Shape;112;p14">
            <a:extLst>
              <a:ext uri="{FF2B5EF4-FFF2-40B4-BE49-F238E27FC236}">
                <a16:creationId xmlns:a16="http://schemas.microsoft.com/office/drawing/2014/main" id="{E76DF7E7-F723-4655-A8CA-58BCD942A90C}"/>
              </a:ext>
            </a:extLst>
          </p:cNvPr>
          <p:cNvSpPr txBox="1"/>
          <p:nvPr/>
        </p:nvSpPr>
        <p:spPr>
          <a:xfrm>
            <a:off x="6294252" y="2115079"/>
            <a:ext cx="2418098"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vi-VN" sz="1200" dirty="0">
                <a:solidFill>
                  <a:srgbClr val="64748B"/>
                </a:solidFill>
                <a:latin typeface="Open Sans"/>
                <a:ea typeface="Open Sans"/>
                <a:cs typeface="Open Sans"/>
                <a:sym typeface="Open Sans"/>
              </a:rPr>
              <a:t>File lớn được chia thành các mảnh nhỏ. Nếu gặp lỗi mạng hệ thống tự động tải lại từ mảnh bị lỗi</a:t>
            </a:r>
            <a:endParaRPr sz="1200" dirty="0"/>
          </a:p>
        </p:txBody>
      </p:sp>
      <p:pic>
        <p:nvPicPr>
          <p:cNvPr id="54" name="Google Shape;216;p17" descr="image.png">
            <a:extLst>
              <a:ext uri="{FF2B5EF4-FFF2-40B4-BE49-F238E27FC236}">
                <a16:creationId xmlns:a16="http://schemas.microsoft.com/office/drawing/2014/main" id="{1F7F8F9B-6FD1-4BB2-9621-3A2F3927EE51}"/>
              </a:ext>
            </a:extLst>
          </p:cNvPr>
          <p:cNvPicPr preferRelativeResize="0"/>
          <p:nvPr/>
        </p:nvPicPr>
        <p:blipFill rotWithShape="1">
          <a:blip r:embed="rId3">
            <a:alphaModFix/>
          </a:blip>
          <a:srcRect/>
          <a:stretch/>
        </p:blipFill>
        <p:spPr>
          <a:xfrm>
            <a:off x="8959935" y="1539471"/>
            <a:ext cx="2565721" cy="1574673"/>
          </a:xfrm>
          <a:prstGeom prst="rect">
            <a:avLst/>
          </a:prstGeom>
          <a:noFill/>
          <a:ln>
            <a:noFill/>
          </a:ln>
        </p:spPr>
      </p:pic>
      <p:sp>
        <p:nvSpPr>
          <p:cNvPr id="55" name="Google Shape;111;p14">
            <a:extLst>
              <a:ext uri="{FF2B5EF4-FFF2-40B4-BE49-F238E27FC236}">
                <a16:creationId xmlns:a16="http://schemas.microsoft.com/office/drawing/2014/main" id="{9B81171E-C358-4F5F-B952-72BBB26F1E49}"/>
              </a:ext>
            </a:extLst>
          </p:cNvPr>
          <p:cNvSpPr txBox="1"/>
          <p:nvPr/>
        </p:nvSpPr>
        <p:spPr>
          <a:xfrm>
            <a:off x="9148719" y="1764088"/>
            <a:ext cx="223527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200" b="1" i="0" u="none" strike="noStrike" cap="none" dirty="0">
                <a:solidFill>
                  <a:srgbClr val="0F172A"/>
                </a:solidFill>
                <a:latin typeface="Roboto"/>
                <a:ea typeface="Roboto"/>
                <a:cs typeface="Roboto"/>
                <a:sym typeface="Roboto"/>
              </a:rPr>
              <a:t>Bảo vệ tầng lưu trữ</a:t>
            </a:r>
            <a:endParaRPr dirty="0"/>
          </a:p>
        </p:txBody>
      </p:sp>
      <p:sp>
        <p:nvSpPr>
          <p:cNvPr id="56" name="Google Shape;112;p14">
            <a:extLst>
              <a:ext uri="{FF2B5EF4-FFF2-40B4-BE49-F238E27FC236}">
                <a16:creationId xmlns:a16="http://schemas.microsoft.com/office/drawing/2014/main" id="{58F03B30-41BE-4F14-9874-0F3C71A8E3F1}"/>
              </a:ext>
            </a:extLst>
          </p:cNvPr>
          <p:cNvSpPr txBox="1"/>
          <p:nvPr/>
        </p:nvSpPr>
        <p:spPr>
          <a:xfrm>
            <a:off x="9180608" y="2168303"/>
            <a:ext cx="2128837" cy="6786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vi-VN" sz="1050" b="0" i="0" u="none" strike="noStrike" cap="none" dirty="0">
                <a:solidFill>
                  <a:srgbClr val="64748B"/>
                </a:solidFill>
                <a:latin typeface="Open Sans"/>
                <a:ea typeface="Open Sans"/>
                <a:cs typeface="Open Sans"/>
                <a:sym typeface="Open Sans"/>
              </a:rPr>
              <a:t>Sử dụng Presigned link với thời hạn ngắn từ 15-30 phút và rằng buộc metadate nghiêm ngặt</a:t>
            </a:r>
            <a:endParaRPr dirty="0"/>
          </a:p>
        </p:txBody>
      </p:sp>
    </p:spTree>
    <p:extLst>
      <p:ext uri="{BB962C8B-B14F-4D97-AF65-F5344CB8AC3E}">
        <p14:creationId xmlns:p14="http://schemas.microsoft.com/office/powerpoint/2010/main" val="11537499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Back-end</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Services &amp; Jobs</a:t>
            </a: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D7BE5A45-AB34-E117-29D7-2FEE678FED5C}"/>
              </a:ext>
            </a:extLst>
          </p:cNvPr>
          <p:cNvGrpSpPr/>
          <p:nvPr/>
        </p:nvGrpSpPr>
        <p:grpSpPr>
          <a:xfrm>
            <a:off x="525598" y="1143637"/>
            <a:ext cx="11295728" cy="4394208"/>
            <a:chOff x="525598" y="1708416"/>
            <a:chExt cx="11295728" cy="4394208"/>
          </a:xfrm>
        </p:grpSpPr>
        <p:pic>
          <p:nvPicPr>
            <p:cNvPr id="7" name="Google Shape;216;p17" descr="image.png">
              <a:extLst>
                <a:ext uri="{FF2B5EF4-FFF2-40B4-BE49-F238E27FC236}">
                  <a16:creationId xmlns:a16="http://schemas.microsoft.com/office/drawing/2014/main" id="{F5177EAA-3877-B54A-AFD2-E216CEA0BD5B}"/>
                </a:ext>
              </a:extLst>
            </p:cNvPr>
            <p:cNvPicPr preferRelativeResize="0"/>
            <p:nvPr/>
          </p:nvPicPr>
          <p:blipFill rotWithShape="1">
            <a:blip r:embed="rId3">
              <a:alphaModFix/>
            </a:blip>
            <a:srcRect/>
            <a:stretch/>
          </p:blipFill>
          <p:spPr>
            <a:xfrm>
              <a:off x="9063668" y="1708416"/>
              <a:ext cx="2757658" cy="4371286"/>
            </a:xfrm>
            <a:prstGeom prst="rect">
              <a:avLst/>
            </a:prstGeom>
            <a:noFill/>
            <a:ln>
              <a:noFill/>
            </a:ln>
          </p:spPr>
        </p:pic>
        <p:pic>
          <p:nvPicPr>
            <p:cNvPr id="6" name="Google Shape;216;p17" descr="image.png">
              <a:extLst>
                <a:ext uri="{FF2B5EF4-FFF2-40B4-BE49-F238E27FC236}">
                  <a16:creationId xmlns:a16="http://schemas.microsoft.com/office/drawing/2014/main" id="{3A6A6235-F9DC-A8AD-8CE8-3189A8D1E402}"/>
                </a:ext>
              </a:extLst>
            </p:cNvPr>
            <p:cNvPicPr preferRelativeResize="0"/>
            <p:nvPr/>
          </p:nvPicPr>
          <p:blipFill rotWithShape="1">
            <a:blip r:embed="rId3">
              <a:alphaModFix/>
            </a:blip>
            <a:srcRect/>
            <a:stretch/>
          </p:blipFill>
          <p:spPr>
            <a:xfrm>
              <a:off x="6199283" y="1717597"/>
              <a:ext cx="2757658" cy="4371286"/>
            </a:xfrm>
            <a:prstGeom prst="rect">
              <a:avLst/>
            </a:prstGeom>
            <a:noFill/>
            <a:ln>
              <a:noFill/>
            </a:ln>
          </p:spPr>
        </p:pic>
        <p:pic>
          <p:nvPicPr>
            <p:cNvPr id="5" name="Google Shape;216;p17" descr="image.png">
              <a:extLst>
                <a:ext uri="{FF2B5EF4-FFF2-40B4-BE49-F238E27FC236}">
                  <a16:creationId xmlns:a16="http://schemas.microsoft.com/office/drawing/2014/main" id="{39D82DDA-4CC6-5068-F629-60B0E0548268}"/>
                </a:ext>
              </a:extLst>
            </p:cNvPr>
            <p:cNvPicPr preferRelativeResize="0"/>
            <p:nvPr/>
          </p:nvPicPr>
          <p:blipFill rotWithShape="1">
            <a:blip r:embed="rId3">
              <a:alphaModFix/>
            </a:blip>
            <a:srcRect/>
            <a:stretch/>
          </p:blipFill>
          <p:spPr>
            <a:xfrm>
              <a:off x="3353260" y="1708417"/>
              <a:ext cx="2757658" cy="4371286"/>
            </a:xfrm>
            <a:prstGeom prst="rect">
              <a:avLst/>
            </a:prstGeom>
            <a:noFill/>
            <a:ln>
              <a:noFill/>
            </a:ln>
          </p:spPr>
        </p:pic>
        <p:pic>
          <p:nvPicPr>
            <p:cNvPr id="4" name="Google Shape;216;p17" descr="image.png">
              <a:extLst>
                <a:ext uri="{FF2B5EF4-FFF2-40B4-BE49-F238E27FC236}">
                  <a16:creationId xmlns:a16="http://schemas.microsoft.com/office/drawing/2014/main" id="{1A89E715-1E9D-CF2B-EF4F-B7FF1D9BAEC2}"/>
                </a:ext>
              </a:extLst>
            </p:cNvPr>
            <p:cNvPicPr preferRelativeResize="0"/>
            <p:nvPr/>
          </p:nvPicPr>
          <p:blipFill rotWithShape="1">
            <a:blip r:embed="rId3">
              <a:alphaModFix/>
            </a:blip>
            <a:srcRect/>
            <a:stretch/>
          </p:blipFill>
          <p:spPr>
            <a:xfrm>
              <a:off x="525598" y="1708418"/>
              <a:ext cx="2757658" cy="4371286"/>
            </a:xfrm>
            <a:prstGeom prst="rect">
              <a:avLst/>
            </a:prstGeom>
            <a:noFill/>
            <a:ln>
              <a:noFill/>
            </a:ln>
          </p:spPr>
        </p:pic>
        <p:sp>
          <p:nvSpPr>
            <p:cNvPr id="29" name="Google Shape;812;p104">
              <a:extLst>
                <a:ext uri="{FF2B5EF4-FFF2-40B4-BE49-F238E27FC236}">
                  <a16:creationId xmlns:a16="http://schemas.microsoft.com/office/drawing/2014/main" id="{E1B6FCBD-1765-43E8-B102-BA1BA819DEA5}"/>
                </a:ext>
              </a:extLst>
            </p:cNvPr>
            <p:cNvSpPr txBox="1"/>
            <p:nvPr/>
          </p:nvSpPr>
          <p:spPr>
            <a:xfrm>
              <a:off x="631630" y="3264489"/>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Tạo presigned URLs từ MinIO</a:t>
              </a: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Quản</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lý/điều phối</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quá</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trình</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upload/validate/ingest</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Preview dữ liệu</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Phê duyệt/từ chối</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Download files</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Quản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lý</a:t>
              </a:r>
              <a:r>
                <a:rPr lang="en-US" sz="1400" dirty="0">
                  <a:latin typeface="Calibri" panose="020F0502020204030204" pitchFamily="34" charset="0"/>
                  <a:cs typeface="Calibri" panose="020F0502020204030204" pitchFamily="34" charset="0"/>
                </a:rPr>
                <a:t> Dataset</a:t>
              </a: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Quản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lý</a:t>
              </a:r>
              <a:r>
                <a:rPr lang="en-US" sz="1400" dirty="0">
                  <a:latin typeface="Calibri" panose="020F0502020204030204" pitchFamily="34" charset="0"/>
                  <a:cs typeface="Calibri" panose="020F0502020204030204" pitchFamily="34" charset="0"/>
                </a:rPr>
                <a:t> rule data quality</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Ghi audit log</a:t>
              </a:r>
            </a:p>
          </p:txBody>
        </p:sp>
        <p:sp>
          <p:nvSpPr>
            <p:cNvPr id="27" name="Google Shape;812;p104">
              <a:extLst>
                <a:ext uri="{FF2B5EF4-FFF2-40B4-BE49-F238E27FC236}">
                  <a16:creationId xmlns:a16="http://schemas.microsoft.com/office/drawing/2014/main" id="{51B0BC40-1FA1-4034-B875-0B7A591C6F46}"/>
                </a:ext>
              </a:extLst>
            </p:cNvPr>
            <p:cNvSpPr txBox="1"/>
            <p:nvPr/>
          </p:nvSpPr>
          <p:spPr>
            <a:xfrm>
              <a:off x="3456085" y="3283224"/>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Authen user qua IAM</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Authorize</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Quản lý User</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Quản lý nhóm quyền</a:t>
              </a:r>
            </a:p>
          </p:txBody>
        </p:sp>
        <p:sp>
          <p:nvSpPr>
            <p:cNvPr id="33" name="Google Shape;812;p104">
              <a:extLst>
                <a:ext uri="{FF2B5EF4-FFF2-40B4-BE49-F238E27FC236}">
                  <a16:creationId xmlns:a16="http://schemas.microsoft.com/office/drawing/2014/main" id="{56DAF3AB-9C65-4E25-9D31-D50309BD2322}"/>
                </a:ext>
              </a:extLst>
            </p:cNvPr>
            <p:cNvSpPr txBox="1"/>
            <p:nvPr/>
          </p:nvSpPr>
          <p:spPr>
            <a:xfrm>
              <a:off x="6202533" y="3271428"/>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Đọc</a:t>
              </a:r>
              <a:r>
                <a:rPr lang="vi-VN" sz="1400" dirty="0">
                  <a:latin typeface="Calibri" panose="020F0502020204030204" pitchFamily="34" charset="0"/>
                  <a:cs typeface="Calibri" panose="020F0502020204030204" pitchFamily="34" charset="0"/>
                </a:rPr>
                <a:t> file từ S3/Dell ECS</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Kiểm</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tra</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cấu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trúc</a:t>
              </a:r>
              <a:r>
                <a:rPr lang="en-US" sz="1400" dirty="0">
                  <a:latin typeface="Calibri" panose="020F0502020204030204" pitchFamily="34" charset="0"/>
                  <a:cs typeface="Calibri" panose="020F0502020204030204" pitchFamily="34" charset="0"/>
                </a:rPr>
                <a:t> file</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Kiểm tra chất lượng dữ liệu theo bộ quy tắc của từng loại files</a:t>
              </a: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Lưu</a:t>
              </a:r>
              <a:r>
                <a:rPr lang="en-US" sz="1400" dirty="0">
                  <a:latin typeface="Calibri" panose="020F0502020204030204" pitchFamily="34" charset="0"/>
                  <a:cs typeface="Calibri" panose="020F0502020204030204" pitchFamily="34" charset="0"/>
                </a:rPr>
                <a:t> </a:t>
              </a:r>
              <a:r>
                <a:rPr lang="vi-VN" sz="1400" dirty="0">
                  <a:latin typeface="Calibri" panose="020F0502020204030204" pitchFamily="34" charset="0"/>
                  <a:cs typeface="Calibri" panose="020F0502020204030204" pitchFamily="34" charset="0"/>
                </a:rPr>
                <a:t>chi tiết kết quả validate, dữ liệu mẫu, dữ liệu sai ...</a:t>
              </a: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Lưu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upload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DB Staging</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kết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quả</a:t>
              </a:r>
              <a:r>
                <a:rPr lang="en-US" sz="1400" dirty="0">
                  <a:latin typeface="Calibri" panose="020F0502020204030204" pitchFamily="34" charset="0"/>
                  <a:cs typeface="Calibri" panose="020F0502020204030204" pitchFamily="34" charset="0"/>
                </a:rPr>
                <a:t> validate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kafka</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endParaRPr lang="vi-VN" sz="1400" dirty="0">
                <a:latin typeface="Calibri" panose="020F0502020204030204" pitchFamily="34" charset="0"/>
                <a:cs typeface="Calibri" panose="020F0502020204030204" pitchFamily="34" charset="0"/>
              </a:endParaRPr>
            </a:p>
          </p:txBody>
        </p:sp>
        <p:sp>
          <p:nvSpPr>
            <p:cNvPr id="35" name="Google Shape;812;p104">
              <a:extLst>
                <a:ext uri="{FF2B5EF4-FFF2-40B4-BE49-F238E27FC236}">
                  <a16:creationId xmlns:a16="http://schemas.microsoft.com/office/drawing/2014/main" id="{5A91BAF0-3B6C-4354-94AB-B224AA7F8DFC}"/>
                </a:ext>
              </a:extLst>
            </p:cNvPr>
            <p:cNvSpPr txBox="1"/>
            <p:nvPr/>
          </p:nvSpPr>
          <p:spPr>
            <a:xfrm>
              <a:off x="9169606" y="3264843"/>
              <a:ext cx="2552700" cy="2819400"/>
            </a:xfrm>
            <a:prstGeom prst="rect">
              <a:avLst/>
            </a:prstGeom>
            <a:noFill/>
            <a:ln>
              <a:noFill/>
            </a:ln>
          </p:spPr>
          <p:txBody>
            <a:bodyPr spcFirstLastPara="1" wrap="square" lIns="91433" tIns="45700" rIns="91433" bIns="45700" anchor="t" anchorCtr="0">
              <a:noAutofit/>
            </a:bodyPr>
            <a:lstStyle/>
            <a:p>
              <a:pPr marL="285750" indent="-285750" algn="just">
                <a:spcAft>
                  <a:spcPts val="600"/>
                </a:spcAft>
                <a:buFont typeface="Wingdings" panose="05000000000000000000" pitchFamily="2" charset="2"/>
                <a:buChar char="ü"/>
              </a:pPr>
              <a:r>
                <a:rPr lang="en-US" sz="1400" dirty="0">
                  <a:latin typeface="Calibri" panose="020F0502020204030204" pitchFamily="34" charset="0"/>
                  <a:cs typeface="Calibri" panose="020F0502020204030204" pitchFamily="34" charset="0"/>
                </a:rPr>
                <a:t>Load </a:t>
              </a:r>
              <a:r>
                <a:rPr lang="en-US" sz="1400" dirty="0" err="1">
                  <a:latin typeface="Calibri" panose="020F0502020204030204" pitchFamily="34" charset="0"/>
                  <a:cs typeface="Calibri" panose="020F0502020204030204" pitchFamily="34" charset="0"/>
                </a:rPr>
                <a:t>dữ</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liệu</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từ</a:t>
              </a:r>
              <a:r>
                <a:rPr lang="en-US" sz="1400" dirty="0">
                  <a:latin typeface="Calibri" panose="020F0502020204030204" pitchFamily="34" charset="0"/>
                  <a:cs typeface="Calibri" panose="020F0502020204030204" pitchFamily="34" charset="0"/>
                </a:rPr>
                <a:t> Staging </a:t>
              </a:r>
              <a:r>
                <a:rPr lang="en-US" sz="1400" dirty="0" err="1">
                  <a:latin typeface="Calibri" panose="020F0502020204030204" pitchFamily="34" charset="0"/>
                  <a:cs typeface="Calibri" panose="020F0502020204030204" pitchFamily="34" charset="0"/>
                </a:rPr>
                <a:t>vào</a:t>
              </a:r>
              <a:r>
                <a:rPr lang="en-US" sz="1400" dirty="0">
                  <a:latin typeface="Calibri" panose="020F0502020204030204" pitchFamily="34" charset="0"/>
                  <a:cs typeface="Calibri" panose="020F0502020204030204" pitchFamily="34" charset="0"/>
                </a:rPr>
                <a:t> Target DB (Bronze zone)</a:t>
              </a:r>
              <a:endParaRPr lang="vi-VN"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vi-VN" sz="1400" dirty="0">
                  <a:latin typeface="Calibri" panose="020F0502020204030204" pitchFamily="34" charset="0"/>
                  <a:cs typeface="Calibri" panose="020F0502020204030204" pitchFamily="34" charset="0"/>
                </a:rPr>
                <a:t>Mã hóa/giải mã dữ liệu</a:t>
              </a:r>
              <a:endParaRPr lang="en-US" sz="1400" dirty="0">
                <a:latin typeface="Calibri" panose="020F0502020204030204" pitchFamily="34" charset="0"/>
                <a:cs typeface="Calibri" panose="020F0502020204030204" pitchFamily="34" charset="0"/>
              </a:endParaRPr>
            </a:p>
            <a:p>
              <a:pPr marL="285750" indent="-285750" algn="just">
                <a:spcAft>
                  <a:spcPts val="600"/>
                </a:spcAft>
                <a:buFont typeface="Wingdings" panose="05000000000000000000" pitchFamily="2" charset="2"/>
                <a:buChar char="ü"/>
              </a:pPr>
              <a:r>
                <a:rPr lang="en-US" sz="1400" dirty="0" err="1">
                  <a:latin typeface="Calibri" panose="020F0502020204030204" pitchFamily="34" charset="0"/>
                  <a:cs typeface="Calibri" panose="020F0502020204030204" pitchFamily="34" charset="0"/>
                </a:rPr>
                <a:t>Thông</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báo</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kết</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quả</a:t>
              </a:r>
              <a:r>
                <a:rPr lang="en-US" sz="1400" dirty="0">
                  <a:latin typeface="Calibri" panose="020F0502020204030204" pitchFamily="34" charset="0"/>
                  <a:cs typeface="Calibri" panose="020F0502020204030204" pitchFamily="34" charset="0"/>
                </a:rPr>
                <a:t> ingest </a:t>
              </a:r>
              <a:r>
                <a:rPr lang="en-US" sz="1400" dirty="0" err="1">
                  <a:latin typeface="Calibri" panose="020F0502020204030204" pitchFamily="34" charset="0"/>
                  <a:cs typeface="Calibri" panose="020F0502020204030204" pitchFamily="34" charset="0"/>
                </a:rPr>
                <a:t>lên</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kafka</a:t>
              </a:r>
              <a:endParaRPr lang="vi-VN" sz="1400" dirty="0">
                <a:latin typeface="Calibri" panose="020F0502020204030204" pitchFamily="34" charset="0"/>
                <a:cs typeface="Calibri" panose="020F0502020204030204" pitchFamily="34" charset="0"/>
              </a:endParaRPr>
            </a:p>
          </p:txBody>
        </p:sp>
        <p:sp>
          <p:nvSpPr>
            <p:cNvPr id="40" name="Google Shape;282;p19">
              <a:extLst>
                <a:ext uri="{FF2B5EF4-FFF2-40B4-BE49-F238E27FC236}">
                  <a16:creationId xmlns:a16="http://schemas.microsoft.com/office/drawing/2014/main" id="{6281B651-29D1-442B-8F83-AAFC2D27A49D}"/>
                </a:ext>
              </a:extLst>
            </p:cNvPr>
            <p:cNvSpPr txBox="1"/>
            <p:nvPr/>
          </p:nvSpPr>
          <p:spPr>
            <a:xfrm>
              <a:off x="701540" y="2308124"/>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a:solidFill>
                    <a:srgbClr val="005088"/>
                  </a:solidFill>
                  <a:latin typeface="Roboto SemiBold"/>
                  <a:ea typeface="Roboto SemiBold"/>
                  <a:cs typeface="Roboto SemiBold"/>
                  <a:sym typeface="Roboto SemiBold"/>
                </a:rPr>
                <a:t>Upload</a:t>
              </a:r>
              <a:r>
                <a:rPr lang="vi-VN" sz="1650" b="0" i="0" u="none" strike="noStrike" cap="none" dirty="0">
                  <a:solidFill>
                    <a:srgbClr val="005088"/>
                  </a:solidFill>
                  <a:latin typeface="Roboto SemiBold"/>
                  <a:ea typeface="Roboto SemiBold"/>
                  <a:cs typeface="Roboto SemiBold"/>
                  <a:sym typeface="Roboto SemiBold"/>
                </a:rPr>
                <a:t> Management</a:t>
              </a:r>
              <a:r>
                <a:rPr lang="en-US" sz="1650" b="0" i="0" u="none" strike="noStrike" cap="none" dirty="0">
                  <a:solidFill>
                    <a:srgbClr val="005088"/>
                  </a:solidFill>
                  <a:latin typeface="Roboto SemiBold"/>
                  <a:ea typeface="Roboto SemiBold"/>
                  <a:cs typeface="Roboto SemiBold"/>
                  <a:sym typeface="Roboto SemiBold"/>
                </a:rPr>
                <a:t> Service</a:t>
              </a:r>
              <a:endParaRPr dirty="0"/>
            </a:p>
          </p:txBody>
        </p:sp>
        <p:sp>
          <p:nvSpPr>
            <p:cNvPr id="41" name="Google Shape;283;p19">
              <a:extLst>
                <a:ext uri="{FF2B5EF4-FFF2-40B4-BE49-F238E27FC236}">
                  <a16:creationId xmlns:a16="http://schemas.microsoft.com/office/drawing/2014/main" id="{80DB12CD-9F11-4085-977D-A5A8D4EFC060}"/>
                </a:ext>
              </a:extLst>
            </p:cNvPr>
            <p:cNvSpPr txBox="1"/>
            <p:nvPr/>
          </p:nvSpPr>
          <p:spPr>
            <a:xfrm>
              <a:off x="722717"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Spring Boot</a:t>
              </a:r>
              <a:endParaRPr dirty="0"/>
            </a:p>
          </p:txBody>
        </p:sp>
        <p:sp>
          <p:nvSpPr>
            <p:cNvPr id="42" name="Google Shape;284;p19">
              <a:extLst>
                <a:ext uri="{FF2B5EF4-FFF2-40B4-BE49-F238E27FC236}">
                  <a16:creationId xmlns:a16="http://schemas.microsoft.com/office/drawing/2014/main" id="{CF730557-A16F-4683-ADEF-D8E05B20E742}"/>
                </a:ext>
              </a:extLst>
            </p:cNvPr>
            <p:cNvSpPr txBox="1"/>
            <p:nvPr/>
          </p:nvSpPr>
          <p:spPr>
            <a:xfrm>
              <a:off x="3502230" y="2321278"/>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50" b="0" i="0" u="none" strike="noStrike" cap="none" dirty="0">
                  <a:solidFill>
                    <a:srgbClr val="005088"/>
                  </a:solidFill>
                  <a:latin typeface="Roboto SemiBold"/>
                  <a:ea typeface="Roboto SemiBold"/>
                  <a:cs typeface="Roboto SemiBold"/>
                  <a:sym typeface="Roboto SemiBold"/>
                </a:rPr>
                <a:t>User</a:t>
              </a:r>
              <a:r>
                <a:rPr lang="vi-VN" sz="1650" b="0" i="0" u="none" strike="noStrike" cap="none" dirty="0">
                  <a:solidFill>
                    <a:srgbClr val="005088"/>
                  </a:solidFill>
                  <a:latin typeface="Roboto SemiBold"/>
                  <a:ea typeface="Roboto SemiBold"/>
                  <a:cs typeface="Roboto SemiBold"/>
                  <a:sym typeface="Roboto SemiBold"/>
                </a:rPr>
                <a:t> Management</a:t>
              </a:r>
              <a:r>
                <a:rPr lang="en-US" sz="1650" b="0" i="0" u="none" strike="noStrike" cap="none" dirty="0">
                  <a:solidFill>
                    <a:srgbClr val="005088"/>
                  </a:solidFill>
                  <a:latin typeface="Roboto SemiBold"/>
                  <a:ea typeface="Roboto SemiBold"/>
                  <a:cs typeface="Roboto SemiBold"/>
                  <a:sym typeface="Roboto SemiBold"/>
                </a:rPr>
                <a:t> Service</a:t>
              </a:r>
              <a:endParaRPr dirty="0"/>
            </a:p>
          </p:txBody>
        </p:sp>
        <p:sp>
          <p:nvSpPr>
            <p:cNvPr id="43" name="Google Shape;285;p19">
              <a:extLst>
                <a:ext uri="{FF2B5EF4-FFF2-40B4-BE49-F238E27FC236}">
                  <a16:creationId xmlns:a16="http://schemas.microsoft.com/office/drawing/2014/main" id="{7AF047FC-63D2-463F-8BDC-5F1F5EE90BAD}"/>
                </a:ext>
              </a:extLst>
            </p:cNvPr>
            <p:cNvSpPr txBox="1"/>
            <p:nvPr/>
          </p:nvSpPr>
          <p:spPr>
            <a:xfrm>
              <a:off x="3556404"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Spring Boot</a:t>
              </a:r>
              <a:endParaRPr dirty="0"/>
            </a:p>
          </p:txBody>
        </p:sp>
        <p:sp>
          <p:nvSpPr>
            <p:cNvPr id="44" name="Google Shape;286;p19">
              <a:extLst>
                <a:ext uri="{FF2B5EF4-FFF2-40B4-BE49-F238E27FC236}">
                  <a16:creationId xmlns:a16="http://schemas.microsoft.com/office/drawing/2014/main" id="{FE9CA1BD-6B76-49E1-9A19-3CA5C0B52ED4}"/>
                </a:ext>
              </a:extLst>
            </p:cNvPr>
            <p:cNvSpPr txBox="1"/>
            <p:nvPr/>
          </p:nvSpPr>
          <p:spPr>
            <a:xfrm>
              <a:off x="6335918" y="2321278"/>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Data Validation </a:t>
              </a:r>
            </a:p>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Service</a:t>
              </a:r>
              <a:endParaRPr dirty="0"/>
            </a:p>
          </p:txBody>
        </p:sp>
        <p:sp>
          <p:nvSpPr>
            <p:cNvPr id="45" name="Google Shape;287;p19">
              <a:extLst>
                <a:ext uri="{FF2B5EF4-FFF2-40B4-BE49-F238E27FC236}">
                  <a16:creationId xmlns:a16="http://schemas.microsoft.com/office/drawing/2014/main" id="{D57019F5-8A02-48A6-B227-17287647AB96}"/>
                </a:ext>
              </a:extLst>
            </p:cNvPr>
            <p:cNvSpPr txBox="1"/>
            <p:nvPr/>
          </p:nvSpPr>
          <p:spPr>
            <a:xfrm>
              <a:off x="6390092"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Python Fast API</a:t>
              </a:r>
              <a:endParaRPr dirty="0"/>
            </a:p>
          </p:txBody>
        </p:sp>
        <p:sp>
          <p:nvSpPr>
            <p:cNvPr id="46" name="Google Shape;288;p19">
              <a:extLst>
                <a:ext uri="{FF2B5EF4-FFF2-40B4-BE49-F238E27FC236}">
                  <a16:creationId xmlns:a16="http://schemas.microsoft.com/office/drawing/2014/main" id="{7AECA02D-4F7D-4B72-BBF3-B18F01F8B4A5}"/>
                </a:ext>
              </a:extLst>
            </p:cNvPr>
            <p:cNvSpPr txBox="1"/>
            <p:nvPr/>
          </p:nvSpPr>
          <p:spPr>
            <a:xfrm>
              <a:off x="9147439" y="2308122"/>
              <a:ext cx="2275284" cy="50783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vi-VN" sz="1650" b="0" i="0" u="none" strike="noStrike" cap="none" dirty="0">
                  <a:solidFill>
                    <a:srgbClr val="005088"/>
                  </a:solidFill>
                  <a:latin typeface="Roboto SemiBold"/>
                  <a:ea typeface="Roboto SemiBold"/>
                  <a:cs typeface="Roboto SemiBold"/>
                  <a:sym typeface="Roboto SemiBold"/>
                </a:rPr>
                <a:t>Data</a:t>
              </a:r>
              <a:r>
                <a:rPr lang="en-US" sz="1650" b="0" i="0" u="none" strike="noStrike" cap="none" dirty="0">
                  <a:solidFill>
                    <a:srgbClr val="005088"/>
                  </a:solidFill>
                  <a:latin typeface="Roboto SemiBold"/>
                  <a:ea typeface="Roboto SemiBold"/>
                  <a:cs typeface="Roboto SemiBold"/>
                  <a:sym typeface="Roboto SemiBold"/>
                </a:rPr>
                <a:t> </a:t>
              </a:r>
              <a:r>
                <a:rPr lang="vi-VN" sz="1650" b="0" i="0" u="none" strike="noStrike" cap="none" dirty="0">
                  <a:solidFill>
                    <a:srgbClr val="005088"/>
                  </a:solidFill>
                  <a:latin typeface="Roboto SemiBold"/>
                  <a:ea typeface="Roboto SemiBold"/>
                  <a:cs typeface="Roboto SemiBold"/>
                  <a:sym typeface="Roboto SemiBold"/>
                </a:rPr>
                <a:t>Ingestion</a:t>
              </a:r>
            </a:p>
            <a:p>
              <a:pPr marL="0" marR="0" lvl="0" indent="0" algn="ctr" rtl="0">
                <a:spcBef>
                  <a:spcPts val="0"/>
                </a:spcBef>
                <a:spcAft>
                  <a:spcPts val="0"/>
                </a:spcAft>
                <a:buNone/>
              </a:pPr>
              <a:r>
                <a:rPr lang="en-US" sz="1650" b="0" i="0" u="none" strike="noStrike" cap="none" dirty="0">
                  <a:solidFill>
                    <a:srgbClr val="005088"/>
                  </a:solidFill>
                  <a:latin typeface="Roboto SemiBold"/>
                  <a:ea typeface="Roboto SemiBold"/>
                  <a:cs typeface="Roboto SemiBold"/>
                  <a:sym typeface="Roboto SemiBold"/>
                </a:rPr>
                <a:t>Job</a:t>
              </a:r>
              <a:endParaRPr dirty="0"/>
            </a:p>
          </p:txBody>
        </p:sp>
        <p:sp>
          <p:nvSpPr>
            <p:cNvPr id="47" name="Google Shape;289;p19">
              <a:extLst>
                <a:ext uri="{FF2B5EF4-FFF2-40B4-BE49-F238E27FC236}">
                  <a16:creationId xmlns:a16="http://schemas.microsoft.com/office/drawing/2014/main" id="{D5F2A8F9-94B8-4AAF-A769-967025D66A72}"/>
                </a:ext>
              </a:extLst>
            </p:cNvPr>
            <p:cNvSpPr txBox="1"/>
            <p:nvPr/>
          </p:nvSpPr>
          <p:spPr>
            <a:xfrm>
              <a:off x="9223779" y="2835358"/>
              <a:ext cx="2166937" cy="295466"/>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rgbClr val="4A5568"/>
                  </a:solidFill>
                  <a:latin typeface="Open Sans"/>
                  <a:ea typeface="Open Sans"/>
                  <a:cs typeface="Open Sans"/>
                  <a:sym typeface="Open Sans"/>
                </a:rPr>
                <a:t>IBM </a:t>
              </a:r>
              <a:r>
                <a:rPr lang="en-US" sz="1200" b="0" i="0" u="none" strike="noStrike" cap="none" dirty="0" err="1">
                  <a:solidFill>
                    <a:srgbClr val="4A5568"/>
                  </a:solidFill>
                  <a:latin typeface="Open Sans"/>
                  <a:ea typeface="Open Sans"/>
                  <a:cs typeface="Open Sans"/>
                  <a:sym typeface="Open Sans"/>
                </a:rPr>
                <a:t>Datastage</a:t>
              </a:r>
              <a:r>
                <a:rPr lang="en-US" sz="1200" b="0" i="0" u="none" strike="noStrike" cap="none" dirty="0">
                  <a:solidFill>
                    <a:srgbClr val="4A5568"/>
                  </a:solidFill>
                  <a:latin typeface="Open Sans"/>
                  <a:ea typeface="Open Sans"/>
                  <a:cs typeface="Open Sans"/>
                  <a:sym typeface="Open Sans"/>
                </a:rPr>
                <a:t>/CP4D</a:t>
              </a:r>
              <a:endParaRPr dirty="0"/>
            </a:p>
          </p:txBody>
        </p:sp>
        <p:pic>
          <p:nvPicPr>
            <p:cNvPr id="48" name="Google Shape;290;p19" descr="image.png">
              <a:extLst>
                <a:ext uri="{FF2B5EF4-FFF2-40B4-BE49-F238E27FC236}">
                  <a16:creationId xmlns:a16="http://schemas.microsoft.com/office/drawing/2014/main" id="{F0E01927-5C39-46C6-B50D-1AE0D0AEE5F0}"/>
                </a:ext>
              </a:extLst>
            </p:cNvPr>
            <p:cNvPicPr preferRelativeResize="0"/>
            <p:nvPr/>
          </p:nvPicPr>
          <p:blipFill rotWithShape="1">
            <a:blip r:embed="rId4">
              <a:alphaModFix/>
            </a:blip>
            <a:srcRect/>
            <a:stretch/>
          </p:blipFill>
          <p:spPr>
            <a:xfrm>
              <a:off x="1663310" y="1806658"/>
              <a:ext cx="285750" cy="381000"/>
            </a:xfrm>
            <a:prstGeom prst="rect">
              <a:avLst/>
            </a:prstGeom>
            <a:noFill/>
            <a:ln>
              <a:noFill/>
            </a:ln>
          </p:spPr>
        </p:pic>
        <p:pic>
          <p:nvPicPr>
            <p:cNvPr id="49" name="Google Shape;291;p19" descr="image.png">
              <a:extLst>
                <a:ext uri="{FF2B5EF4-FFF2-40B4-BE49-F238E27FC236}">
                  <a16:creationId xmlns:a16="http://schemas.microsoft.com/office/drawing/2014/main" id="{E55C6B6D-BDA6-4500-8153-030AEEFFD2F7}"/>
                </a:ext>
              </a:extLst>
            </p:cNvPr>
            <p:cNvPicPr preferRelativeResize="0"/>
            <p:nvPr/>
          </p:nvPicPr>
          <p:blipFill rotWithShape="1">
            <a:blip r:embed="rId5">
              <a:alphaModFix/>
            </a:blip>
            <a:srcRect/>
            <a:stretch/>
          </p:blipFill>
          <p:spPr>
            <a:xfrm>
              <a:off x="4401748" y="1835233"/>
              <a:ext cx="476250" cy="381000"/>
            </a:xfrm>
            <a:prstGeom prst="rect">
              <a:avLst/>
            </a:prstGeom>
            <a:noFill/>
            <a:ln>
              <a:noFill/>
            </a:ln>
          </p:spPr>
        </p:pic>
        <p:pic>
          <p:nvPicPr>
            <p:cNvPr id="50" name="Google Shape;292;p19" descr="image.png">
              <a:extLst>
                <a:ext uri="{FF2B5EF4-FFF2-40B4-BE49-F238E27FC236}">
                  <a16:creationId xmlns:a16="http://schemas.microsoft.com/office/drawing/2014/main" id="{FE87B577-5EF5-41CC-8B5A-A77C332E1660}"/>
                </a:ext>
              </a:extLst>
            </p:cNvPr>
            <p:cNvPicPr preferRelativeResize="0"/>
            <p:nvPr/>
          </p:nvPicPr>
          <p:blipFill rotWithShape="1">
            <a:blip r:embed="rId6">
              <a:alphaModFix/>
            </a:blip>
            <a:srcRect/>
            <a:stretch/>
          </p:blipFill>
          <p:spPr>
            <a:xfrm>
              <a:off x="7306873" y="1806658"/>
              <a:ext cx="333375" cy="381000"/>
            </a:xfrm>
            <a:prstGeom prst="rect">
              <a:avLst/>
            </a:prstGeom>
            <a:noFill/>
            <a:ln>
              <a:noFill/>
            </a:ln>
          </p:spPr>
        </p:pic>
        <p:pic>
          <p:nvPicPr>
            <p:cNvPr id="51" name="Google Shape;293;p19" descr="image.png">
              <a:extLst>
                <a:ext uri="{FF2B5EF4-FFF2-40B4-BE49-F238E27FC236}">
                  <a16:creationId xmlns:a16="http://schemas.microsoft.com/office/drawing/2014/main" id="{A552667E-9C20-46A0-B8F3-8C7BE8A124F9}"/>
                </a:ext>
              </a:extLst>
            </p:cNvPr>
            <p:cNvPicPr preferRelativeResize="0"/>
            <p:nvPr/>
          </p:nvPicPr>
          <p:blipFill rotWithShape="1">
            <a:blip r:embed="rId7">
              <a:alphaModFix/>
            </a:blip>
            <a:srcRect/>
            <a:stretch/>
          </p:blipFill>
          <p:spPr>
            <a:xfrm>
              <a:off x="10195315" y="1806658"/>
              <a:ext cx="333375" cy="381000"/>
            </a:xfrm>
            <a:prstGeom prst="rect">
              <a:avLst/>
            </a:prstGeom>
            <a:noFill/>
            <a:ln>
              <a:noFill/>
            </a:ln>
          </p:spPr>
        </p:pic>
      </p:grpSp>
    </p:spTree>
    <p:extLst>
      <p:ext uri="{BB962C8B-B14F-4D97-AF65-F5344CB8AC3E}">
        <p14:creationId xmlns:p14="http://schemas.microsoft.com/office/powerpoint/2010/main" val="160236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0A8EC-C92F-6910-F6DC-59DFF72D061F}"/>
            </a:ext>
          </a:extLst>
        </p:cNvPr>
        <p:cNvGrpSpPr/>
        <p:nvPr/>
      </p:nvGrpSpPr>
      <p:grpSpPr>
        <a:xfrm>
          <a:off x="0" y="0"/>
          <a:ext cx="0" cy="0"/>
          <a:chOff x="0" y="0"/>
          <a:chExt cx="0" cy="0"/>
        </a:xfrm>
      </p:grpSpPr>
      <p:pic>
        <p:nvPicPr>
          <p:cNvPr id="16" name="Google Shape;216;p17" descr="image.png">
            <a:extLst>
              <a:ext uri="{FF2B5EF4-FFF2-40B4-BE49-F238E27FC236}">
                <a16:creationId xmlns:a16="http://schemas.microsoft.com/office/drawing/2014/main" id="{B491DB2D-002F-1667-53BA-6347B5F3A157}"/>
              </a:ext>
            </a:extLst>
          </p:cNvPr>
          <p:cNvPicPr preferRelativeResize="0"/>
          <p:nvPr/>
        </p:nvPicPr>
        <p:blipFill rotWithShape="1">
          <a:blip r:embed="rId3">
            <a:alphaModFix/>
          </a:blip>
          <a:srcRect/>
          <a:stretch/>
        </p:blipFill>
        <p:spPr>
          <a:xfrm>
            <a:off x="521678" y="4752043"/>
            <a:ext cx="5393366" cy="780077"/>
          </a:xfrm>
          <a:prstGeom prst="rect">
            <a:avLst/>
          </a:prstGeom>
          <a:noFill/>
          <a:ln>
            <a:noFill/>
          </a:ln>
        </p:spPr>
      </p:pic>
      <p:pic>
        <p:nvPicPr>
          <p:cNvPr id="5" name="Google Shape;216;p17" descr="image.png">
            <a:extLst>
              <a:ext uri="{FF2B5EF4-FFF2-40B4-BE49-F238E27FC236}">
                <a16:creationId xmlns:a16="http://schemas.microsoft.com/office/drawing/2014/main" id="{2BE07351-5B01-0E47-C8BB-C557CC6F3E13}"/>
              </a:ext>
            </a:extLst>
          </p:cNvPr>
          <p:cNvPicPr preferRelativeResize="0"/>
          <p:nvPr/>
        </p:nvPicPr>
        <p:blipFill rotWithShape="1">
          <a:blip r:embed="rId3">
            <a:alphaModFix/>
          </a:blip>
          <a:srcRect/>
          <a:stretch/>
        </p:blipFill>
        <p:spPr>
          <a:xfrm>
            <a:off x="521680" y="3277712"/>
            <a:ext cx="5384185" cy="1383804"/>
          </a:xfrm>
          <a:prstGeom prst="rect">
            <a:avLst/>
          </a:prstGeom>
          <a:noFill/>
          <a:ln>
            <a:noFill/>
          </a:ln>
        </p:spPr>
      </p:pic>
      <p:pic>
        <p:nvPicPr>
          <p:cNvPr id="3" name="Google Shape;216;p17" descr="image.png">
            <a:extLst>
              <a:ext uri="{FF2B5EF4-FFF2-40B4-BE49-F238E27FC236}">
                <a16:creationId xmlns:a16="http://schemas.microsoft.com/office/drawing/2014/main" id="{F227D951-F890-A6D4-1D93-7ACD4D5BBBC4}"/>
              </a:ext>
            </a:extLst>
          </p:cNvPr>
          <p:cNvPicPr preferRelativeResize="0"/>
          <p:nvPr/>
        </p:nvPicPr>
        <p:blipFill rotWithShape="1">
          <a:blip r:embed="rId3">
            <a:alphaModFix/>
          </a:blip>
          <a:srcRect/>
          <a:stretch/>
        </p:blipFill>
        <p:spPr>
          <a:xfrm>
            <a:off x="521678" y="2210314"/>
            <a:ext cx="5393366" cy="1101148"/>
          </a:xfrm>
          <a:prstGeom prst="rect">
            <a:avLst/>
          </a:prstGeom>
          <a:noFill/>
          <a:ln>
            <a:noFill/>
          </a:ln>
        </p:spPr>
      </p:pic>
      <p:pic>
        <p:nvPicPr>
          <p:cNvPr id="4" name="Google Shape;216;p17" descr="image.png">
            <a:extLst>
              <a:ext uri="{FF2B5EF4-FFF2-40B4-BE49-F238E27FC236}">
                <a16:creationId xmlns:a16="http://schemas.microsoft.com/office/drawing/2014/main" id="{6111B24A-A038-F33A-DCF4-E305FE3C4F28}"/>
              </a:ext>
            </a:extLst>
          </p:cNvPr>
          <p:cNvPicPr preferRelativeResize="0"/>
          <p:nvPr/>
        </p:nvPicPr>
        <p:blipFill rotWithShape="1">
          <a:blip r:embed="rId3">
            <a:alphaModFix/>
          </a:blip>
          <a:srcRect/>
          <a:stretch/>
        </p:blipFill>
        <p:spPr>
          <a:xfrm>
            <a:off x="521679" y="834537"/>
            <a:ext cx="5393366" cy="1373725"/>
          </a:xfrm>
          <a:prstGeom prst="rect">
            <a:avLst/>
          </a:prstGeom>
          <a:noFill/>
          <a:ln>
            <a:noFill/>
          </a:ln>
        </p:spPr>
      </p:pic>
      <p:sp>
        <p:nvSpPr>
          <p:cNvPr id="12" name="Title 1">
            <a:extLst>
              <a:ext uri="{FF2B5EF4-FFF2-40B4-BE49-F238E27FC236}">
                <a16:creationId xmlns:a16="http://schemas.microsoft.com/office/drawing/2014/main" id="{9A36B359-4CA0-B6D2-7C8D-E61D122AA1B1}"/>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Database</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&amp; Storage layer</a:t>
            </a:r>
          </a:p>
        </p:txBody>
      </p:sp>
      <p:sp>
        <p:nvSpPr>
          <p:cNvPr id="2" name="Rectangle 1">
            <a:extLst>
              <a:ext uri="{FF2B5EF4-FFF2-40B4-BE49-F238E27FC236}">
                <a16:creationId xmlns:a16="http://schemas.microsoft.com/office/drawing/2014/main" id="{69FF263D-42C6-E769-584C-524261EDDA14}"/>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oogle Shape;302;p20" descr="image.png">
            <a:extLst>
              <a:ext uri="{FF2B5EF4-FFF2-40B4-BE49-F238E27FC236}">
                <a16:creationId xmlns:a16="http://schemas.microsoft.com/office/drawing/2014/main" id="{857379DE-BC08-499F-A188-A271CBE68496}"/>
              </a:ext>
            </a:extLst>
          </p:cNvPr>
          <p:cNvPicPr preferRelativeResize="0"/>
          <p:nvPr/>
        </p:nvPicPr>
        <p:blipFill rotWithShape="1">
          <a:blip r:embed="rId4">
            <a:alphaModFix/>
          </a:blip>
          <a:srcRect/>
          <a:stretch/>
        </p:blipFill>
        <p:spPr>
          <a:xfrm>
            <a:off x="6096000" y="838200"/>
            <a:ext cx="6096000" cy="5867400"/>
          </a:xfrm>
          <a:prstGeom prst="rect">
            <a:avLst/>
          </a:prstGeom>
          <a:noFill/>
          <a:ln>
            <a:noFill/>
          </a:ln>
        </p:spPr>
      </p:pic>
      <p:sp>
        <p:nvSpPr>
          <p:cNvPr id="7" name="Google Shape;303;p20">
            <a:extLst>
              <a:ext uri="{FF2B5EF4-FFF2-40B4-BE49-F238E27FC236}">
                <a16:creationId xmlns:a16="http://schemas.microsoft.com/office/drawing/2014/main" id="{8F3E4539-A31E-4C63-ACC7-6DC1A3BF8749}"/>
              </a:ext>
            </a:extLst>
          </p:cNvPr>
          <p:cNvSpPr txBox="1"/>
          <p:nvPr/>
        </p:nvSpPr>
        <p:spPr>
          <a:xfrm>
            <a:off x="571500" y="952500"/>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800" b="0" i="0" u="none" strike="noStrike" cap="none" dirty="0">
                <a:solidFill>
                  <a:srgbClr val="005088"/>
                </a:solidFill>
                <a:latin typeface="Roboto SemiBold"/>
                <a:ea typeface="Roboto SemiBold"/>
                <a:cs typeface="Roboto SemiBold"/>
                <a:sym typeface="Roboto SemiBold"/>
              </a:rPr>
              <a:t>S3 </a:t>
            </a:r>
            <a:r>
              <a:rPr lang="en-US" sz="1800" b="0" i="0" u="none" strike="noStrike" cap="none" dirty="0">
                <a:solidFill>
                  <a:srgbClr val="005088"/>
                </a:solidFill>
                <a:latin typeface="Roboto SemiBold"/>
                <a:ea typeface="Roboto SemiBold"/>
                <a:cs typeface="Roboto SemiBold"/>
                <a:sym typeface="Roboto SemiBold"/>
              </a:rPr>
              <a:t>(Object Storage)</a:t>
            </a:r>
            <a:endParaRPr dirty="0"/>
          </a:p>
        </p:txBody>
      </p:sp>
      <p:sp>
        <p:nvSpPr>
          <p:cNvPr id="8" name="Google Shape;304;p20">
            <a:extLst>
              <a:ext uri="{FF2B5EF4-FFF2-40B4-BE49-F238E27FC236}">
                <a16:creationId xmlns:a16="http://schemas.microsoft.com/office/drawing/2014/main" id="{424237B8-B274-4EF2-B229-599BF89C5B89}"/>
              </a:ext>
            </a:extLst>
          </p:cNvPr>
          <p:cNvSpPr txBox="1"/>
          <p:nvPr/>
        </p:nvSpPr>
        <p:spPr>
          <a:xfrm>
            <a:off x="571500" y="1206591"/>
            <a:ext cx="4953000" cy="9971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4A5568"/>
                </a:solidFill>
                <a:latin typeface="Open Sans"/>
                <a:ea typeface="Open Sans"/>
                <a:cs typeface="Open Sans"/>
                <a:sym typeface="Open Sans"/>
              </a:rPr>
              <a:t>Kho </a:t>
            </a:r>
            <a:r>
              <a:rPr lang="en-US" sz="1350" b="0" i="0" u="none" strike="noStrike" cap="none" dirty="0" err="1">
                <a:solidFill>
                  <a:srgbClr val="4A5568"/>
                </a:solidFill>
                <a:latin typeface="Open Sans"/>
                <a:ea typeface="Open Sans"/>
                <a:cs typeface="Open Sans"/>
                <a:sym typeface="Open Sans"/>
              </a:rPr>
              <a:t>lưu</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trữ</a:t>
            </a:r>
            <a:r>
              <a:rPr lang="en-US" sz="1350" b="0" i="0" u="none" strike="noStrike" cap="none" dirty="0">
                <a:solidFill>
                  <a:srgbClr val="4A5568"/>
                </a:solidFill>
                <a:latin typeface="Open Sans"/>
                <a:ea typeface="Open Sans"/>
                <a:cs typeface="Open Sans"/>
                <a:sym typeface="Open Sans"/>
              </a:rPr>
              <a:t> file </a:t>
            </a:r>
            <a:r>
              <a:rPr lang="en-US" sz="1350" b="0" i="0" u="none" strike="noStrike" cap="none" dirty="0" err="1">
                <a:solidFill>
                  <a:srgbClr val="4A5568"/>
                </a:solidFill>
                <a:latin typeface="Open Sans"/>
                <a:ea typeface="Open Sans"/>
                <a:cs typeface="Open Sans"/>
                <a:sym typeface="Open Sans"/>
              </a:rPr>
              <a:t>thô</a:t>
            </a:r>
            <a:r>
              <a:rPr lang="en-US" sz="1350" b="0" i="0" u="none" strike="noStrike" cap="none" dirty="0">
                <a:solidFill>
                  <a:srgbClr val="4A5568"/>
                </a:solidFill>
                <a:latin typeface="Open Sans"/>
                <a:ea typeface="Open Sans"/>
                <a:cs typeface="Open Sans"/>
                <a:sym typeface="Open Sans"/>
              </a:rPr>
              <a:t> (Raw Zone). </a:t>
            </a:r>
            <a:r>
              <a:rPr lang="en-US" sz="1350" b="0" i="0" u="none" strike="noStrike" cap="none" dirty="0" err="1">
                <a:solidFill>
                  <a:srgbClr val="4A5568"/>
                </a:solidFill>
                <a:latin typeface="Open Sans"/>
                <a:ea typeface="Open Sans"/>
                <a:cs typeface="Open Sans"/>
                <a:sym typeface="Open Sans"/>
              </a:rPr>
              <a:t>Sử</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dụng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cơ</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chế</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Presigned</a:t>
            </a:r>
            <a:r>
              <a:rPr lang="en-US" sz="1350" b="0" i="0" u="none" strike="noStrike" cap="none" dirty="0">
                <a:solidFill>
                  <a:srgbClr val="4A5568"/>
                </a:solidFill>
                <a:latin typeface="Open Sans"/>
                <a:ea typeface="Open Sans"/>
                <a:cs typeface="Open Sans"/>
                <a:sym typeface="Open Sans"/>
              </a:rPr>
              <a:t> URLs </a:t>
            </a:r>
            <a:r>
              <a:rPr lang="en-US" sz="1350" b="0" i="0" u="none" strike="noStrike" cap="none" dirty="0" err="1">
                <a:solidFill>
                  <a:srgbClr val="4A5568"/>
                </a:solidFill>
                <a:latin typeface="Open Sans"/>
                <a:ea typeface="Open Sans"/>
                <a:cs typeface="Open Sans"/>
                <a:sym typeface="Open Sans"/>
              </a:rPr>
              <a:t>cho</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phép</a:t>
            </a:r>
            <a:r>
              <a:rPr lang="en-US" sz="1350" b="0" i="0" u="none" strike="noStrike" cap="none" dirty="0">
                <a:solidFill>
                  <a:srgbClr val="4A5568"/>
                </a:solidFill>
                <a:latin typeface="Open Sans"/>
                <a:ea typeface="Open Sans"/>
                <a:cs typeface="Open Sans"/>
                <a:sym typeface="Open Sans"/>
              </a:rPr>
              <a:t> Client upload </a:t>
            </a:r>
            <a:r>
              <a:rPr lang="en-US" sz="1350" b="0" i="0" u="none" strike="noStrike" cap="none" dirty="0" err="1">
                <a:solidFill>
                  <a:srgbClr val="4A5568"/>
                </a:solidFill>
                <a:latin typeface="Open Sans"/>
                <a:ea typeface="Open Sans"/>
                <a:cs typeface="Open Sans"/>
                <a:sym typeface="Open Sans"/>
              </a:rPr>
              <a:t>trực</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tiếp</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giảm</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tải</a:t>
            </a:r>
            <a:r>
              <a:rPr lang="en-US" sz="1350" b="0" i="0" u="none" strike="noStrike" cap="none" dirty="0">
                <a:solidFill>
                  <a:srgbClr val="4A5568"/>
                </a:solidFill>
                <a:latin typeface="Open Sans"/>
                <a:ea typeface="Open Sans"/>
                <a:cs typeface="Open Sans"/>
                <a:sym typeface="Open Sans"/>
              </a:rPr>
              <a:t> I/O </a:t>
            </a:r>
            <a:r>
              <a:rPr lang="en-US" sz="1350" b="0" i="0" u="none" strike="noStrike" cap="none" dirty="0" err="1">
                <a:solidFill>
                  <a:srgbClr val="4A5568"/>
                </a:solidFill>
                <a:latin typeface="Open Sans"/>
                <a:ea typeface="Open Sans"/>
                <a:cs typeface="Open Sans"/>
                <a:sym typeface="Open Sans"/>
              </a:rPr>
              <a:t>cho</a:t>
            </a:r>
            <a:r>
              <a:rPr lang="en-US" sz="1350" b="0" i="0" u="none" strike="noStrike" cap="none" dirty="0">
                <a:solidFill>
                  <a:srgbClr val="4A5568"/>
                </a:solidFill>
                <a:latin typeface="Open Sans"/>
                <a:ea typeface="Open Sans"/>
                <a:cs typeface="Open Sans"/>
                <a:sym typeface="Open Sans"/>
              </a:rPr>
              <a:t> backend server.</a:t>
            </a:r>
            <a:endParaRPr dirty="0"/>
          </a:p>
        </p:txBody>
      </p:sp>
      <p:sp>
        <p:nvSpPr>
          <p:cNvPr id="9" name="Google Shape;305;p20">
            <a:extLst>
              <a:ext uri="{FF2B5EF4-FFF2-40B4-BE49-F238E27FC236}">
                <a16:creationId xmlns:a16="http://schemas.microsoft.com/office/drawing/2014/main" id="{071E0324-B4A0-4B56-92F5-5B8FE3B0C774}"/>
              </a:ext>
            </a:extLst>
          </p:cNvPr>
          <p:cNvSpPr txBox="1"/>
          <p:nvPr/>
        </p:nvSpPr>
        <p:spPr>
          <a:xfrm>
            <a:off x="571500" y="2287815"/>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Database Cluster</a:t>
            </a:r>
            <a:r>
              <a:rPr lang="vi-VN" sz="1800" b="0" i="0" u="none" strike="noStrike" cap="none" dirty="0">
                <a:solidFill>
                  <a:srgbClr val="005088"/>
                </a:solidFill>
                <a:latin typeface="Roboto SemiBold"/>
                <a:ea typeface="Roboto SemiBold"/>
                <a:cs typeface="Roboto SemiBold"/>
                <a:sym typeface="Roboto SemiBold"/>
              </a:rPr>
              <a:t> Postgres</a:t>
            </a:r>
            <a:endParaRPr dirty="0"/>
          </a:p>
        </p:txBody>
      </p:sp>
      <p:sp>
        <p:nvSpPr>
          <p:cNvPr id="10" name="Google Shape;306;p20">
            <a:extLst>
              <a:ext uri="{FF2B5EF4-FFF2-40B4-BE49-F238E27FC236}">
                <a16:creationId xmlns:a16="http://schemas.microsoft.com/office/drawing/2014/main" id="{F46BD97E-406F-4D4C-B3EA-2B6DB168237B}"/>
              </a:ext>
            </a:extLst>
          </p:cNvPr>
          <p:cNvSpPr txBox="1"/>
          <p:nvPr/>
        </p:nvSpPr>
        <p:spPr>
          <a:xfrm>
            <a:off x="571500" y="2570548"/>
            <a:ext cx="4953000" cy="664797"/>
          </a:xfrm>
          <a:prstGeom prst="rect">
            <a:avLst/>
          </a:prstGeom>
          <a:noFill/>
          <a:ln>
            <a:noFill/>
          </a:ln>
        </p:spPr>
        <p:txBody>
          <a:bodyPr spcFirstLastPara="1" wrap="square" lIns="0" tIns="0" rIns="0" bIns="0" anchor="t" anchorCtr="0">
            <a:spAutoFit/>
          </a:bodyPr>
          <a:lstStyle/>
          <a:p>
            <a:pPr>
              <a:lnSpc>
                <a:spcPct val="160000"/>
              </a:lnSpc>
            </a:pPr>
            <a:r>
              <a:rPr lang="vi-VN" sz="1350" b="0" i="0" u="none" strike="noStrike" cap="none" dirty="0">
                <a:solidFill>
                  <a:srgbClr val="4A5568"/>
                </a:solidFill>
                <a:latin typeface="Open Sans"/>
                <a:ea typeface="Open Sans"/>
                <a:cs typeface="Open Sans"/>
                <a:sym typeface="Open Sans"/>
              </a:rPr>
              <a:t>Sử dụng </a:t>
            </a:r>
            <a:r>
              <a:rPr lang="en-US" sz="1350" b="0" i="0" u="none" strike="noStrike" cap="none" dirty="0">
                <a:solidFill>
                  <a:srgbClr val="4A5568"/>
                </a:solidFill>
                <a:latin typeface="Open Sans"/>
                <a:ea typeface="Open Sans"/>
                <a:cs typeface="Open Sans"/>
                <a:sym typeface="Open Sans"/>
              </a:rPr>
              <a:t>PostgreSQL </a:t>
            </a:r>
            <a:r>
              <a:rPr lang="vi-VN" sz="1350" b="0" i="0" u="none" strike="noStrike" cap="none" dirty="0">
                <a:solidFill>
                  <a:srgbClr val="4A5568"/>
                </a:solidFill>
                <a:latin typeface="Open Sans"/>
                <a:ea typeface="Open Sans"/>
                <a:cs typeface="Open Sans"/>
                <a:sym typeface="Open Sans"/>
              </a:rPr>
              <a:t>làm DB  cho </a:t>
            </a:r>
            <a:r>
              <a:rPr lang="vi-VN" sz="1350" dirty="0">
                <a:solidFill>
                  <a:srgbClr val="4A5568"/>
                </a:solidFill>
                <a:latin typeface="Open Sans"/>
                <a:ea typeface="Open Sans"/>
                <a:cs typeface="Open Sans"/>
                <a:sym typeface="Open Sans"/>
              </a:rPr>
              <a:t>các services</a:t>
            </a:r>
            <a:r>
              <a:rPr lang="vi-VN" sz="1350" b="0" i="0" u="none" strike="noStrike" cap="none" dirty="0">
                <a:solidFill>
                  <a:srgbClr val="4A5568"/>
                </a:solidFill>
                <a:latin typeface="Open Sans"/>
                <a:ea typeface="Open Sans"/>
                <a:cs typeface="Open Sans"/>
                <a:sym typeface="Open Sans"/>
              </a:rPr>
              <a:t> và DB </a:t>
            </a:r>
            <a:r>
              <a:rPr lang="en-US" sz="1350" b="0" i="0" u="none" strike="noStrike" cap="none" dirty="0">
                <a:solidFill>
                  <a:srgbClr val="4A5568"/>
                </a:solidFill>
                <a:latin typeface="Open Sans"/>
                <a:ea typeface="Open Sans"/>
                <a:cs typeface="Open Sans"/>
                <a:sym typeface="Open Sans"/>
              </a:rPr>
              <a:t>Staging</a:t>
            </a:r>
            <a:r>
              <a:rPr lang="vi-VN" sz="1350" b="0" i="0" u="none" strike="noStrike" cap="none" dirty="0">
                <a:solidFill>
                  <a:srgbClr val="4A5568"/>
                </a:solidFill>
                <a:latin typeface="Open Sans"/>
                <a:ea typeface="Open Sans"/>
                <a:cs typeface="Open Sans"/>
                <a:sym typeface="Open Sans"/>
              </a:rPr>
              <a:t> lưu dữ liệu upload</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tạm</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thời</a:t>
            </a:r>
            <a:endParaRPr dirty="0"/>
          </a:p>
        </p:txBody>
      </p:sp>
      <p:sp>
        <p:nvSpPr>
          <p:cNvPr id="11" name="Google Shape;307;p20">
            <a:extLst>
              <a:ext uri="{FF2B5EF4-FFF2-40B4-BE49-F238E27FC236}">
                <a16:creationId xmlns:a16="http://schemas.microsoft.com/office/drawing/2014/main" id="{32BAB44F-192E-4995-AAEA-F1F4CDB877BF}"/>
              </a:ext>
            </a:extLst>
          </p:cNvPr>
          <p:cNvSpPr txBox="1"/>
          <p:nvPr/>
        </p:nvSpPr>
        <p:spPr>
          <a:xfrm>
            <a:off x="571500" y="3445034"/>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Kafka</a:t>
            </a:r>
            <a:r>
              <a:rPr lang="vi-VN" sz="1800" b="0" i="0" u="none" strike="noStrike" cap="none" dirty="0">
                <a:solidFill>
                  <a:srgbClr val="005088"/>
                </a:solidFill>
                <a:latin typeface="Roboto SemiBold"/>
                <a:ea typeface="Roboto SemiBold"/>
                <a:cs typeface="Roboto SemiBold"/>
                <a:sym typeface="Roboto SemiBold"/>
              </a:rPr>
              <a:t> bankwide</a:t>
            </a:r>
            <a:r>
              <a:rPr lang="en-US" sz="1800" b="0" i="0" u="none" strike="noStrike" cap="none" dirty="0">
                <a:solidFill>
                  <a:srgbClr val="005088"/>
                </a:solidFill>
                <a:latin typeface="Roboto SemiBold"/>
                <a:ea typeface="Roboto SemiBold"/>
                <a:cs typeface="Roboto SemiBold"/>
                <a:sym typeface="Roboto SemiBold"/>
              </a:rPr>
              <a:t> (Message Queue)</a:t>
            </a:r>
            <a:endParaRPr dirty="0"/>
          </a:p>
        </p:txBody>
      </p:sp>
      <p:sp>
        <p:nvSpPr>
          <p:cNvPr id="13" name="Google Shape;308;p20">
            <a:extLst>
              <a:ext uri="{FF2B5EF4-FFF2-40B4-BE49-F238E27FC236}">
                <a16:creationId xmlns:a16="http://schemas.microsoft.com/office/drawing/2014/main" id="{70004BCC-9ACF-462D-B62A-44A58B62862F}"/>
              </a:ext>
            </a:extLst>
          </p:cNvPr>
          <p:cNvSpPr txBox="1"/>
          <p:nvPr/>
        </p:nvSpPr>
        <p:spPr>
          <a:xfrm>
            <a:off x="571500" y="3724085"/>
            <a:ext cx="4953000"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err="1">
                <a:solidFill>
                  <a:srgbClr val="4A5568"/>
                </a:solidFill>
                <a:latin typeface="Open Sans"/>
                <a:ea typeface="Open Sans"/>
                <a:cs typeface="Open Sans"/>
                <a:sym typeface="Open Sans"/>
              </a:rPr>
              <a:t>Trục</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xương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sống</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cho</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kiến</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trúc</a:t>
            </a:r>
            <a:r>
              <a:rPr lang="en-US" sz="1350" b="0" i="0" u="none" strike="noStrike" cap="none" dirty="0">
                <a:solidFill>
                  <a:srgbClr val="4A5568"/>
                </a:solidFill>
                <a:latin typeface="Open Sans"/>
                <a:ea typeface="Open Sans"/>
                <a:cs typeface="Open Sans"/>
                <a:sym typeface="Open Sans"/>
              </a:rPr>
              <a:t> Event-Driven. </a:t>
            </a:r>
            <a:r>
              <a:rPr lang="en-US" sz="1350" b="0" i="0" u="none" strike="noStrike" cap="none" dirty="0" err="1">
                <a:solidFill>
                  <a:srgbClr val="4A5568"/>
                </a:solidFill>
                <a:latin typeface="Open Sans"/>
                <a:ea typeface="Open Sans"/>
                <a:cs typeface="Open Sans"/>
                <a:sym typeface="Open Sans"/>
              </a:rPr>
              <a:t>Đảm</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bảo</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tính</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toàn</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vẹn</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dữ</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liệu</a:t>
            </a:r>
            <a:r>
              <a:rPr lang="en-US" sz="1350" b="0" i="0" u="none" strike="noStrike" cap="none" dirty="0">
                <a:solidFill>
                  <a:srgbClr val="4A5568"/>
                </a:solidFill>
                <a:latin typeface="Open Sans"/>
                <a:ea typeface="Open Sans"/>
                <a:cs typeface="Open Sans"/>
                <a:sym typeface="Open Sans"/>
              </a:rPr>
              <a:t>, decoupling </a:t>
            </a:r>
            <a:r>
              <a:rPr lang="en-US" sz="1350" b="0" i="0" u="none" strike="noStrike" cap="none" dirty="0" err="1">
                <a:solidFill>
                  <a:srgbClr val="4A5568"/>
                </a:solidFill>
                <a:latin typeface="Open Sans"/>
                <a:ea typeface="Open Sans"/>
                <a:cs typeface="Open Sans"/>
                <a:sym typeface="Open Sans"/>
              </a:rPr>
              <a:t>giữa</a:t>
            </a:r>
            <a:r>
              <a:rPr lang="en-US" sz="1350" b="0" i="0" u="none" strike="noStrike" cap="none" dirty="0">
                <a:solidFill>
                  <a:srgbClr val="4A5568"/>
                </a:solidFill>
                <a:latin typeface="Open Sans"/>
                <a:ea typeface="Open Sans"/>
                <a:cs typeface="Open Sans"/>
                <a:sym typeface="Open Sans"/>
              </a:rPr>
              <a:t> </a:t>
            </a:r>
            <a:r>
              <a:rPr lang="en-US" sz="1350" b="0" i="0" u="none" strike="noStrike" cap="none" dirty="0" err="1">
                <a:solidFill>
                  <a:srgbClr val="4A5568"/>
                </a:solidFill>
                <a:latin typeface="Open Sans"/>
                <a:ea typeface="Open Sans"/>
                <a:cs typeface="Open Sans"/>
                <a:sym typeface="Open Sans"/>
              </a:rPr>
              <a:t>các</a:t>
            </a:r>
            <a:r>
              <a:rPr lang="en-US" sz="1350" b="0" i="0" u="none" strike="noStrike" cap="none" dirty="0">
                <a:solidFill>
                  <a:srgbClr val="4A5568"/>
                </a:solidFill>
                <a:latin typeface="Open Sans"/>
                <a:ea typeface="Open Sans"/>
                <a:cs typeface="Open Sans"/>
                <a:sym typeface="Open Sans"/>
              </a:rPr>
              <a:t> service (Upload -&gt; Validate -&gt; Ingest).</a:t>
            </a:r>
            <a:endParaRPr dirty="0"/>
          </a:p>
        </p:txBody>
      </p:sp>
      <p:sp>
        <p:nvSpPr>
          <p:cNvPr id="14" name="Google Shape;307;p20">
            <a:extLst>
              <a:ext uri="{FF2B5EF4-FFF2-40B4-BE49-F238E27FC236}">
                <a16:creationId xmlns:a16="http://schemas.microsoft.com/office/drawing/2014/main" id="{8CEB3CD9-80FD-4F5A-A751-759A55E52FC3}"/>
              </a:ext>
            </a:extLst>
          </p:cNvPr>
          <p:cNvSpPr txBox="1"/>
          <p:nvPr/>
        </p:nvSpPr>
        <p:spPr>
          <a:xfrm>
            <a:off x="571500" y="4753928"/>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1800" b="0" i="0" u="none" strike="noStrike" cap="none" dirty="0">
                <a:solidFill>
                  <a:srgbClr val="005088"/>
                </a:solidFill>
                <a:latin typeface="Roboto SemiBold"/>
                <a:ea typeface="Roboto SemiBold"/>
                <a:cs typeface="Roboto SemiBold"/>
                <a:sym typeface="Roboto SemiBold"/>
              </a:rPr>
              <a:t>Redis Cache</a:t>
            </a:r>
            <a:endParaRPr dirty="0"/>
          </a:p>
        </p:txBody>
      </p:sp>
      <p:sp>
        <p:nvSpPr>
          <p:cNvPr id="15" name="Google Shape;308;p20">
            <a:extLst>
              <a:ext uri="{FF2B5EF4-FFF2-40B4-BE49-F238E27FC236}">
                <a16:creationId xmlns:a16="http://schemas.microsoft.com/office/drawing/2014/main" id="{2082AADC-BD35-4AED-A3BF-B1CBFD453BD2}"/>
              </a:ext>
            </a:extLst>
          </p:cNvPr>
          <p:cNvSpPr txBox="1"/>
          <p:nvPr/>
        </p:nvSpPr>
        <p:spPr>
          <a:xfrm>
            <a:off x="575081" y="5109804"/>
            <a:ext cx="4953000" cy="33239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vi-VN" sz="1350" b="0" i="0" u="none" strike="noStrike" cap="none" dirty="0">
                <a:solidFill>
                  <a:srgbClr val="4A5568"/>
                </a:solidFill>
                <a:latin typeface="Open Sans"/>
                <a:ea typeface="Open Sans"/>
                <a:cs typeface="Open Sans"/>
                <a:sym typeface="Open Sans"/>
              </a:rPr>
              <a:t>Sử dụng làm cache layer</a:t>
            </a:r>
            <a:endParaRPr dirty="0"/>
          </a:p>
        </p:txBody>
      </p:sp>
      <p:pic>
        <p:nvPicPr>
          <p:cNvPr id="17" name="Google Shape;216;p17" descr="image.png">
            <a:extLst>
              <a:ext uri="{FF2B5EF4-FFF2-40B4-BE49-F238E27FC236}">
                <a16:creationId xmlns:a16="http://schemas.microsoft.com/office/drawing/2014/main" id="{B491DB2D-002F-1667-53BA-6347B5F3A157}"/>
              </a:ext>
            </a:extLst>
          </p:cNvPr>
          <p:cNvPicPr preferRelativeResize="0"/>
          <p:nvPr/>
        </p:nvPicPr>
        <p:blipFill rotWithShape="1">
          <a:blip r:embed="rId3">
            <a:alphaModFix/>
          </a:blip>
          <a:srcRect/>
          <a:stretch/>
        </p:blipFill>
        <p:spPr>
          <a:xfrm>
            <a:off x="512499" y="5566641"/>
            <a:ext cx="5393366" cy="1138959"/>
          </a:xfrm>
          <a:prstGeom prst="rect">
            <a:avLst/>
          </a:prstGeom>
          <a:noFill/>
          <a:ln>
            <a:noFill/>
          </a:ln>
        </p:spPr>
      </p:pic>
      <p:sp>
        <p:nvSpPr>
          <p:cNvPr id="18" name="Google Shape;307;p20">
            <a:extLst>
              <a:ext uri="{FF2B5EF4-FFF2-40B4-BE49-F238E27FC236}">
                <a16:creationId xmlns:a16="http://schemas.microsoft.com/office/drawing/2014/main" id="{8CEB3CD9-80FD-4F5A-A751-759A55E52FC3}"/>
              </a:ext>
            </a:extLst>
          </p:cNvPr>
          <p:cNvSpPr txBox="1"/>
          <p:nvPr/>
        </p:nvSpPr>
        <p:spPr>
          <a:xfrm>
            <a:off x="562321" y="5568526"/>
            <a:ext cx="520065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dirty="0">
                <a:solidFill>
                  <a:srgbClr val="005088"/>
                </a:solidFill>
                <a:latin typeface="Roboto SemiBold"/>
                <a:ea typeface="Roboto SemiBold"/>
                <a:cs typeface="Roboto SemiBold"/>
                <a:sym typeface="Roboto SemiBold"/>
              </a:rPr>
              <a:t>Bronze Zone</a:t>
            </a:r>
            <a:endParaRPr dirty="0"/>
          </a:p>
        </p:txBody>
      </p:sp>
      <p:sp>
        <p:nvSpPr>
          <p:cNvPr id="19" name="Google Shape;308;p20">
            <a:extLst>
              <a:ext uri="{FF2B5EF4-FFF2-40B4-BE49-F238E27FC236}">
                <a16:creationId xmlns:a16="http://schemas.microsoft.com/office/drawing/2014/main" id="{2082AADC-BD35-4AED-A3BF-B1CBFD453BD2}"/>
              </a:ext>
            </a:extLst>
          </p:cNvPr>
          <p:cNvSpPr txBox="1"/>
          <p:nvPr/>
        </p:nvSpPr>
        <p:spPr>
          <a:xfrm>
            <a:off x="565902" y="5924402"/>
            <a:ext cx="49530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dirty="0" err="1">
                <a:solidFill>
                  <a:srgbClr val="4A5568"/>
                </a:solidFill>
                <a:latin typeface="Open Sans"/>
                <a:sym typeface="Open Sans"/>
              </a:rPr>
              <a:t>Điểm</a:t>
            </a:r>
            <a:r>
              <a:rPr lang="en-US" sz="1350" dirty="0">
                <a:solidFill>
                  <a:srgbClr val="4A5568"/>
                </a:solidFill>
                <a:latin typeface="Open Sans"/>
                <a:sym typeface="Open Sans"/>
              </a:rPr>
              <a:t> </a:t>
            </a:r>
            <a:r>
              <a:rPr lang="en-US" sz="1350" dirty="0" err="1">
                <a:solidFill>
                  <a:srgbClr val="4A5568"/>
                </a:solidFill>
                <a:latin typeface="Open Sans"/>
                <a:sym typeface="Open Sans"/>
              </a:rPr>
              <a:t>cuối</a:t>
            </a:r>
            <a:r>
              <a:rPr lang="en-US" sz="1350" dirty="0">
                <a:solidFill>
                  <a:srgbClr val="4A5568"/>
                </a:solidFill>
                <a:latin typeface="Open Sans"/>
                <a:sym typeface="Open Sans"/>
              </a:rPr>
              <a:t> </a:t>
            </a:r>
            <a:r>
              <a:rPr lang="en-US" sz="1350" dirty="0" err="1">
                <a:solidFill>
                  <a:srgbClr val="4A5568"/>
                </a:solidFill>
                <a:latin typeface="Open Sans"/>
                <a:sym typeface="Open Sans"/>
              </a:rPr>
              <a:t>lưu</a:t>
            </a:r>
            <a:r>
              <a:rPr lang="en-US" sz="1350" dirty="0">
                <a:solidFill>
                  <a:srgbClr val="4A5568"/>
                </a:solidFill>
                <a:latin typeface="Open Sans"/>
                <a:sym typeface="Open Sans"/>
              </a:rPr>
              <a:t> </a:t>
            </a:r>
            <a:r>
              <a:rPr lang="en-US" sz="1350" dirty="0" err="1">
                <a:solidFill>
                  <a:srgbClr val="4A5568"/>
                </a:solidFill>
                <a:latin typeface="Open Sans"/>
                <a:sym typeface="Open Sans"/>
              </a:rPr>
              <a:t>trữ</a:t>
            </a:r>
            <a:r>
              <a:rPr lang="en-US" sz="1350" dirty="0">
                <a:solidFill>
                  <a:srgbClr val="4A5568"/>
                </a:solidFill>
                <a:latin typeface="Open Sans"/>
                <a:sym typeface="Open Sans"/>
              </a:rPr>
              <a:t> </a:t>
            </a:r>
            <a:r>
              <a:rPr lang="en-US" sz="1350" dirty="0" err="1">
                <a:solidFill>
                  <a:srgbClr val="4A5568"/>
                </a:solidFill>
                <a:latin typeface="Open Sans"/>
                <a:sym typeface="Open Sans"/>
              </a:rPr>
              <a:t>dữ</a:t>
            </a:r>
            <a:r>
              <a:rPr lang="en-US" sz="1350" dirty="0">
                <a:solidFill>
                  <a:srgbClr val="4A5568"/>
                </a:solidFill>
                <a:latin typeface="Open Sans"/>
                <a:sym typeface="Open Sans"/>
              </a:rPr>
              <a:t> </a:t>
            </a:r>
            <a:r>
              <a:rPr lang="en-US" sz="1350" dirty="0" err="1">
                <a:solidFill>
                  <a:srgbClr val="4A5568"/>
                </a:solidFill>
                <a:latin typeface="Open Sans"/>
                <a:sym typeface="Open Sans"/>
              </a:rPr>
              <a:t>liệu</a:t>
            </a:r>
            <a:r>
              <a:rPr lang="en-US" sz="1350" dirty="0">
                <a:solidFill>
                  <a:srgbClr val="4A5568"/>
                </a:solidFill>
                <a:latin typeface="Open Sans"/>
                <a:sym typeface="Open Sans"/>
              </a:rPr>
              <a:t> upload. </a:t>
            </a:r>
            <a:r>
              <a:rPr lang="en-US" sz="1350" dirty="0" err="1">
                <a:solidFill>
                  <a:srgbClr val="4A5568"/>
                </a:solidFill>
                <a:latin typeface="Open Sans"/>
                <a:sym typeface="Open Sans"/>
              </a:rPr>
              <a:t>Sẵn</a:t>
            </a:r>
            <a:r>
              <a:rPr lang="en-US" sz="1350" dirty="0">
                <a:solidFill>
                  <a:srgbClr val="4A5568"/>
                </a:solidFill>
                <a:latin typeface="Open Sans"/>
                <a:sym typeface="Open Sans"/>
              </a:rPr>
              <a:t> </a:t>
            </a:r>
            <a:r>
              <a:rPr lang="en-US" sz="1350" dirty="0" err="1">
                <a:solidFill>
                  <a:srgbClr val="4A5568"/>
                </a:solidFill>
                <a:latin typeface="Open Sans"/>
                <a:sym typeface="Open Sans"/>
              </a:rPr>
              <a:t>sàng</a:t>
            </a:r>
            <a:r>
              <a:rPr lang="en-US" sz="1350" dirty="0">
                <a:solidFill>
                  <a:srgbClr val="4A5568"/>
                </a:solidFill>
                <a:latin typeface="Open Sans"/>
                <a:sym typeface="Open Sans"/>
              </a:rPr>
              <a:t> </a:t>
            </a:r>
            <a:r>
              <a:rPr lang="en-US" sz="1350" dirty="0" err="1">
                <a:solidFill>
                  <a:srgbClr val="4A5568"/>
                </a:solidFill>
                <a:latin typeface="Open Sans"/>
                <a:sym typeface="Open Sans"/>
              </a:rPr>
              <a:t>cho</a:t>
            </a:r>
            <a:r>
              <a:rPr lang="en-US" sz="1350" dirty="0">
                <a:solidFill>
                  <a:srgbClr val="4A5568"/>
                </a:solidFill>
                <a:latin typeface="Open Sans"/>
                <a:sym typeface="Open Sans"/>
              </a:rPr>
              <a:t> </a:t>
            </a:r>
            <a:r>
              <a:rPr lang="en-US" sz="1350" dirty="0" err="1">
                <a:solidFill>
                  <a:srgbClr val="4A5568"/>
                </a:solidFill>
                <a:latin typeface="Open Sans"/>
                <a:sym typeface="Open Sans"/>
              </a:rPr>
              <a:t>các</a:t>
            </a:r>
            <a:r>
              <a:rPr lang="en-US" sz="1350" dirty="0">
                <a:solidFill>
                  <a:srgbClr val="4A5568"/>
                </a:solidFill>
                <a:latin typeface="Open Sans"/>
                <a:sym typeface="Open Sans"/>
              </a:rPr>
              <a:t> </a:t>
            </a:r>
            <a:r>
              <a:rPr lang="en-US" sz="1350" dirty="0" err="1">
                <a:solidFill>
                  <a:srgbClr val="4A5568"/>
                </a:solidFill>
                <a:latin typeface="Open Sans"/>
                <a:sym typeface="Open Sans"/>
              </a:rPr>
              <a:t>nhu</a:t>
            </a:r>
            <a:r>
              <a:rPr lang="en-US" sz="1350" dirty="0">
                <a:solidFill>
                  <a:srgbClr val="4A5568"/>
                </a:solidFill>
                <a:latin typeface="Open Sans"/>
                <a:sym typeface="Open Sans"/>
              </a:rPr>
              <a:t> </a:t>
            </a:r>
            <a:r>
              <a:rPr lang="en-US" sz="1350" dirty="0" err="1">
                <a:solidFill>
                  <a:srgbClr val="4A5568"/>
                </a:solidFill>
                <a:latin typeface="Open Sans"/>
                <a:sym typeface="Open Sans"/>
              </a:rPr>
              <a:t>cầu</a:t>
            </a:r>
            <a:r>
              <a:rPr lang="en-US" sz="1350" dirty="0">
                <a:solidFill>
                  <a:srgbClr val="4A5568"/>
                </a:solidFill>
                <a:latin typeface="Open Sans"/>
                <a:sym typeface="Open Sans"/>
              </a:rPr>
              <a:t> </a:t>
            </a:r>
            <a:r>
              <a:rPr lang="en-US" sz="1350" dirty="0" err="1">
                <a:solidFill>
                  <a:srgbClr val="4A5568"/>
                </a:solidFill>
                <a:latin typeface="Open Sans"/>
                <a:sym typeface="Open Sans"/>
              </a:rPr>
              <a:t>khai</a:t>
            </a:r>
            <a:r>
              <a:rPr lang="en-US" sz="1350" dirty="0">
                <a:solidFill>
                  <a:srgbClr val="4A5568"/>
                </a:solidFill>
                <a:latin typeface="Open Sans"/>
                <a:sym typeface="Open Sans"/>
              </a:rPr>
              <a:t> </a:t>
            </a:r>
            <a:r>
              <a:rPr lang="en-US" sz="1350" dirty="0" err="1">
                <a:solidFill>
                  <a:srgbClr val="4A5568"/>
                </a:solidFill>
                <a:latin typeface="Open Sans"/>
                <a:sym typeface="Open Sans"/>
              </a:rPr>
              <a:t>thác</a:t>
            </a:r>
            <a:r>
              <a:rPr lang="en-US" sz="1350" dirty="0">
                <a:solidFill>
                  <a:srgbClr val="4A5568"/>
                </a:solidFill>
                <a:latin typeface="Open Sans"/>
                <a:sym typeface="Open Sans"/>
              </a:rPr>
              <a:t>, </a:t>
            </a:r>
            <a:r>
              <a:rPr lang="en-US" sz="1350" dirty="0" err="1">
                <a:solidFill>
                  <a:srgbClr val="4A5568"/>
                </a:solidFill>
                <a:latin typeface="Open Sans"/>
                <a:sym typeface="Open Sans"/>
              </a:rPr>
              <a:t>tích</a:t>
            </a:r>
            <a:r>
              <a:rPr lang="en-US" sz="1350" dirty="0">
                <a:solidFill>
                  <a:srgbClr val="4A5568"/>
                </a:solidFill>
                <a:latin typeface="Open Sans"/>
                <a:sym typeface="Open Sans"/>
              </a:rPr>
              <a:t> </a:t>
            </a:r>
            <a:r>
              <a:rPr lang="en-US" sz="1350" dirty="0" err="1">
                <a:solidFill>
                  <a:srgbClr val="4A5568"/>
                </a:solidFill>
                <a:latin typeface="Open Sans"/>
                <a:sym typeface="Open Sans"/>
              </a:rPr>
              <a:t>hợp</a:t>
            </a:r>
            <a:r>
              <a:rPr lang="en-US" sz="1350" dirty="0">
                <a:solidFill>
                  <a:srgbClr val="4A5568"/>
                </a:solidFill>
                <a:latin typeface="Open Sans"/>
                <a:sym typeface="Open Sans"/>
              </a:rPr>
              <a:t> </a:t>
            </a:r>
            <a:r>
              <a:rPr lang="en-US" sz="1350" dirty="0" err="1">
                <a:solidFill>
                  <a:srgbClr val="4A5568"/>
                </a:solidFill>
                <a:latin typeface="Open Sans"/>
                <a:sym typeface="Open Sans"/>
              </a:rPr>
              <a:t>của</a:t>
            </a:r>
            <a:r>
              <a:rPr lang="en-US" sz="1350" dirty="0">
                <a:solidFill>
                  <a:srgbClr val="4A5568"/>
                </a:solidFill>
                <a:latin typeface="Open Sans"/>
                <a:sym typeface="Open Sans"/>
              </a:rPr>
              <a:t> </a:t>
            </a:r>
            <a:r>
              <a:rPr lang="en-US" sz="1350" dirty="0" err="1">
                <a:solidFill>
                  <a:srgbClr val="4A5568"/>
                </a:solidFill>
                <a:latin typeface="Open Sans"/>
                <a:sym typeface="Open Sans"/>
              </a:rPr>
              <a:t>các</a:t>
            </a:r>
            <a:r>
              <a:rPr lang="en-US" sz="1350" dirty="0">
                <a:solidFill>
                  <a:srgbClr val="4A5568"/>
                </a:solidFill>
                <a:latin typeface="Open Sans"/>
                <a:sym typeface="Open Sans"/>
              </a:rPr>
              <a:t> </a:t>
            </a:r>
            <a:r>
              <a:rPr lang="en-US" sz="1350" dirty="0" err="1">
                <a:solidFill>
                  <a:srgbClr val="4A5568"/>
                </a:solidFill>
                <a:latin typeface="Open Sans"/>
                <a:sym typeface="Open Sans"/>
              </a:rPr>
              <a:t>ứng</a:t>
            </a:r>
            <a:r>
              <a:rPr lang="en-US" sz="1350" dirty="0">
                <a:solidFill>
                  <a:srgbClr val="4A5568"/>
                </a:solidFill>
                <a:latin typeface="Open Sans"/>
                <a:sym typeface="Open Sans"/>
              </a:rPr>
              <a:t> </a:t>
            </a:r>
            <a:r>
              <a:rPr lang="en-US" sz="1350" dirty="0" err="1">
                <a:solidFill>
                  <a:srgbClr val="4A5568"/>
                </a:solidFill>
                <a:latin typeface="Open Sans"/>
                <a:sym typeface="Open Sans"/>
              </a:rPr>
              <a:t>dụng</a:t>
            </a:r>
            <a:r>
              <a:rPr lang="en-US" sz="1350" dirty="0">
                <a:solidFill>
                  <a:srgbClr val="4A5568"/>
                </a:solidFill>
                <a:latin typeface="Open Sans"/>
                <a:sym typeface="Open Sans"/>
              </a:rPr>
              <a:t> </a:t>
            </a:r>
            <a:r>
              <a:rPr lang="en-US" sz="1350" dirty="0" err="1">
                <a:solidFill>
                  <a:srgbClr val="4A5568"/>
                </a:solidFill>
                <a:latin typeface="Open Sans"/>
                <a:sym typeface="Open Sans"/>
              </a:rPr>
              <a:t>khác</a:t>
            </a:r>
            <a:endParaRPr dirty="0"/>
          </a:p>
        </p:txBody>
      </p:sp>
    </p:spTree>
    <p:extLst>
      <p:ext uri="{BB962C8B-B14F-4D97-AF65-F5344CB8AC3E}">
        <p14:creationId xmlns:p14="http://schemas.microsoft.com/office/powerpoint/2010/main" val="2922894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25F49-F833-7AAB-7D35-C2CFF4D96AE7}"/>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2E1E0931-6A11-4900-F1E9-207711597D25}"/>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Integration</a:t>
            </a:r>
            <a:r>
              <a:rPr lang="en-AU" dirty="0">
                <a:latin typeface="Times New Roman"/>
                <a:cs typeface="Times New Roman"/>
              </a:rPr>
              <a:t> </a:t>
            </a:r>
            <a:r>
              <a:rPr lang="en-AU" sz="3600" dirty="0">
                <a:solidFill>
                  <a:srgbClr val="F04E23"/>
                </a:solidFill>
                <a:latin typeface="Calibri" panose="020F0502020204030204" pitchFamily="34" charset="0"/>
                <a:ea typeface="Calibri" charset="0"/>
                <a:cs typeface="Calibri" panose="020F0502020204030204" pitchFamily="34" charset="0"/>
              </a:rPr>
              <a:t>Architecture</a:t>
            </a:r>
          </a:p>
        </p:txBody>
      </p:sp>
      <p:sp>
        <p:nvSpPr>
          <p:cNvPr id="2" name="Rectangle 1">
            <a:extLst>
              <a:ext uri="{FF2B5EF4-FFF2-40B4-BE49-F238E27FC236}">
                <a16:creationId xmlns:a16="http://schemas.microsoft.com/office/drawing/2014/main" id="{E267E529-EA83-90DB-03FF-D7552C58B69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812;p104">
            <a:extLst>
              <a:ext uri="{FF2B5EF4-FFF2-40B4-BE49-F238E27FC236}">
                <a16:creationId xmlns:a16="http://schemas.microsoft.com/office/drawing/2014/main" id="{0A14F816-0812-A103-C0B2-8394A0EF6D8D}"/>
              </a:ext>
            </a:extLst>
          </p:cNvPr>
          <p:cNvSpPr txBox="1"/>
          <p:nvPr/>
        </p:nvSpPr>
        <p:spPr>
          <a:xfrm>
            <a:off x="7620199" y="1417763"/>
            <a:ext cx="4257411" cy="4848775"/>
          </a:xfrm>
          <a:prstGeom prst="rect">
            <a:avLst/>
          </a:prstGeom>
          <a:noFill/>
          <a:ln>
            <a:noFill/>
          </a:ln>
        </p:spPr>
        <p:txBody>
          <a:bodyPr spcFirstLastPara="1" wrap="square" lIns="91433" tIns="45700" rIns="91433" bIns="45700" anchor="t" anchorCtr="0">
            <a:noAutofit/>
          </a:bodyPr>
          <a:lstStyle/>
          <a:p>
            <a:pPr algn="just">
              <a:spcAft>
                <a:spcPts val="600"/>
              </a:spcAft>
            </a:pPr>
            <a:r>
              <a:rPr lang="en-US" sz="1400" b="1" dirty="0" err="1">
                <a:latin typeface="Calibri"/>
                <a:ea typeface="Calibri"/>
                <a:cs typeface="Calibri"/>
              </a:rPr>
              <a:t>Các</a:t>
            </a:r>
            <a:r>
              <a:rPr lang="en-US" sz="1400" b="1" dirty="0">
                <a:latin typeface="Calibri"/>
                <a:ea typeface="Calibri"/>
                <a:cs typeface="Calibri"/>
              </a:rPr>
              <a:t> </a:t>
            </a:r>
            <a:r>
              <a:rPr lang="en-US" sz="1400" b="1" dirty="0" err="1">
                <a:latin typeface="Calibri"/>
                <a:ea typeface="Calibri"/>
                <a:cs typeface="Calibri"/>
              </a:rPr>
              <a:t>luồng</a:t>
            </a:r>
            <a:r>
              <a:rPr lang="en-US" sz="1400" b="1" dirty="0">
                <a:latin typeface="Calibri"/>
                <a:ea typeface="Calibri"/>
                <a:cs typeface="Calibri"/>
              </a:rPr>
              <a:t> </a:t>
            </a:r>
            <a:r>
              <a:rPr lang="en-US" sz="1400" b="1" dirty="0" err="1">
                <a:latin typeface="Calibri"/>
                <a:ea typeface="Calibri"/>
                <a:cs typeface="Calibri"/>
              </a:rPr>
              <a:t>tích</a:t>
            </a:r>
            <a:r>
              <a:rPr lang="en-US" sz="1400" b="1" dirty="0">
                <a:latin typeface="Calibri"/>
                <a:ea typeface="Calibri"/>
                <a:cs typeface="Calibri"/>
              </a:rPr>
              <a:t> </a:t>
            </a:r>
            <a:r>
              <a:rPr lang="en-US" sz="1400" b="1" dirty="0" err="1">
                <a:latin typeface="Calibri"/>
                <a:ea typeface="Calibri"/>
                <a:cs typeface="Calibri"/>
              </a:rPr>
              <a:t>hợp</a:t>
            </a:r>
            <a:r>
              <a:rPr lang="en-US" sz="1400" b="1" dirty="0">
                <a:latin typeface="Calibri"/>
                <a:ea typeface="Calibri"/>
                <a:cs typeface="Calibri"/>
              </a:rPr>
              <a:t> </a:t>
            </a:r>
            <a:r>
              <a:rPr lang="en-US" sz="1400" b="1" dirty="0" err="1">
                <a:latin typeface="Calibri"/>
                <a:ea typeface="Calibri"/>
                <a:cs typeface="Calibri"/>
              </a:rPr>
              <a:t>mới</a:t>
            </a:r>
            <a:r>
              <a:rPr lang="vi-VN" sz="1400" b="1" dirty="0">
                <a:latin typeface="Calibri"/>
                <a:ea typeface="Calibri"/>
                <a:cs typeface="Calibri"/>
              </a:rPr>
              <a:t>:</a:t>
            </a:r>
          </a:p>
          <a:p>
            <a:pPr marL="285750" indent="-285750" algn="just">
              <a:spcAft>
                <a:spcPts val="600"/>
              </a:spcAft>
              <a:buFont typeface="Wingdings" panose="05000000000000000000" pitchFamily="2" charset="2"/>
              <a:buChar char="§"/>
            </a:pPr>
            <a:r>
              <a:rPr lang="vi-VN" sz="1400" b="1" dirty="0">
                <a:latin typeface="Calibri"/>
                <a:ea typeface="Calibri"/>
                <a:cs typeface="Calibri"/>
              </a:rPr>
              <a:t>Data </a:t>
            </a:r>
            <a:r>
              <a:rPr lang="en-US" sz="1400" b="1" dirty="0">
                <a:latin typeface="Calibri"/>
                <a:ea typeface="Calibri"/>
                <a:cs typeface="Calibri"/>
              </a:rPr>
              <a:t>Upload</a:t>
            </a:r>
            <a:r>
              <a:rPr lang="vi-VN" sz="1400" b="1" dirty="0">
                <a:latin typeface="Calibri"/>
                <a:ea typeface="Calibri"/>
                <a:cs typeface="Calibri"/>
              </a:rPr>
              <a:t> Portal</a:t>
            </a:r>
            <a:r>
              <a:rPr lang="en-US" sz="1400" b="1" dirty="0">
                <a:latin typeface="Calibri"/>
                <a:ea typeface="Calibri"/>
                <a:cs typeface="Calibri"/>
              </a:rPr>
              <a:t> FE </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HTTPS/REST</a:t>
            </a:r>
            <a:r>
              <a:rPr lang="en-US" sz="1400" dirty="0">
                <a:latin typeface="Calibri"/>
                <a:ea typeface="Calibri"/>
                <a:cs typeface="Calibri"/>
              </a:rPr>
              <a:t> </a:t>
            </a:r>
            <a:r>
              <a:rPr lang="en-US" sz="1400" dirty="0" err="1">
                <a:latin typeface="Calibri"/>
                <a:ea typeface="Calibri"/>
                <a:cs typeface="Calibri"/>
              </a:rPr>
              <a:t>đến</a:t>
            </a:r>
            <a:r>
              <a:rPr lang="en-US" sz="1400" dirty="0">
                <a:latin typeface="Calibri"/>
                <a:ea typeface="Calibri"/>
                <a:cs typeface="Calibri"/>
              </a:rPr>
              <a:t> API Gateway</a:t>
            </a:r>
          </a:p>
          <a:p>
            <a:pPr marL="285750" indent="-285750" algn="just">
              <a:spcAft>
                <a:spcPts val="600"/>
              </a:spcAft>
              <a:buFont typeface="Wingdings" panose="05000000000000000000" pitchFamily="2" charset="2"/>
              <a:buChar char="§"/>
            </a:pPr>
            <a:r>
              <a:rPr lang="vi-VN" sz="1400" b="1" dirty="0">
                <a:latin typeface="Calibri"/>
                <a:ea typeface="Calibri"/>
                <a:cs typeface="Calibri"/>
              </a:rPr>
              <a:t>API Gateway:</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HTTP/REST đến service back-end</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vi-VN" sz="1400" dirty="0">
                <a:latin typeface="Calibri"/>
                <a:ea typeface="Calibri"/>
                <a:cs typeface="Calibri"/>
              </a:rPr>
              <a:t>Reverse proxy chuyển file upload đến </a:t>
            </a:r>
            <a:r>
              <a:rPr lang="en-US" sz="1400" dirty="0">
                <a:latin typeface="Calibri"/>
                <a:ea typeface="Calibri"/>
                <a:cs typeface="Calibri"/>
              </a:rPr>
              <a:t>Dell ECS</a:t>
            </a:r>
            <a:endParaRPr lang="vi-VN"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a:latin typeface="Calibri"/>
                <a:ea typeface="Calibri"/>
                <a:cs typeface="Calibri"/>
              </a:rPr>
              <a:t>Service Layer (Upload </a:t>
            </a:r>
            <a:r>
              <a:rPr lang="en-US" sz="1400" b="1" dirty="0" err="1">
                <a:latin typeface="Calibri"/>
                <a:ea typeface="Calibri"/>
                <a:cs typeface="Calibri"/>
              </a:rPr>
              <a:t>và</a:t>
            </a:r>
            <a:r>
              <a:rPr lang="en-US" sz="1400" b="1" dirty="0">
                <a:latin typeface="Calibri"/>
                <a:ea typeface="Calibri"/>
                <a:cs typeface="Calibri"/>
              </a:rPr>
              <a:t> User Service)</a:t>
            </a:r>
          </a:p>
          <a:p>
            <a:pPr marL="742950" lvl="1" indent="-285750" algn="just">
              <a:spcAft>
                <a:spcPts val="600"/>
              </a:spcAft>
              <a:buFont typeface="Wingdings" panose="05000000000000000000" pitchFamily="2" charset="2"/>
              <a:buChar char="§"/>
            </a:pPr>
            <a:r>
              <a:rPr lang="en-US" sz="1400" dirty="0">
                <a:latin typeface="Calibri"/>
                <a:ea typeface="Calibri"/>
                <a:cs typeface="Calibri"/>
              </a:rPr>
              <a:t>JDBC </a:t>
            </a:r>
            <a:r>
              <a:rPr lang="en-US" sz="1400" dirty="0" err="1">
                <a:latin typeface="Calibri"/>
                <a:ea typeface="Calibri"/>
                <a:cs typeface="Calibri"/>
              </a:rPr>
              <a:t>đến</a:t>
            </a:r>
            <a:r>
              <a:rPr lang="en-US" sz="1400" dirty="0">
                <a:latin typeface="Calibri"/>
                <a:ea typeface="Calibri"/>
                <a:cs typeface="Calibri"/>
              </a:rPr>
              <a:t> DB Postgres</a:t>
            </a:r>
            <a:r>
              <a:rPr lang="vi-VN" sz="1400" dirty="0">
                <a:latin typeface="Calibri"/>
                <a:ea typeface="Calibri"/>
                <a:cs typeface="Calibri"/>
              </a:rPr>
              <a:t> (metadata và staging)</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en-US" sz="1400" dirty="0">
                <a:latin typeface="Calibri"/>
                <a:ea typeface="Calibri"/>
                <a:cs typeface="Calibri"/>
              </a:rPr>
              <a:t>TCP </a:t>
            </a:r>
            <a:r>
              <a:rPr lang="en-US" sz="1400" dirty="0" err="1">
                <a:latin typeface="Calibri"/>
                <a:ea typeface="Calibri"/>
                <a:cs typeface="Calibri"/>
              </a:rPr>
              <a:t>đến</a:t>
            </a:r>
            <a:r>
              <a:rPr lang="en-US" sz="1400" dirty="0">
                <a:latin typeface="Calibri"/>
                <a:ea typeface="Calibri"/>
                <a:cs typeface="Calibri"/>
              </a:rPr>
              <a:t> </a:t>
            </a:r>
            <a:r>
              <a:rPr lang="en-US" sz="1400" dirty="0" err="1">
                <a:latin typeface="Calibri"/>
                <a:ea typeface="Calibri"/>
                <a:cs typeface="Calibri"/>
              </a:rPr>
              <a:t>Redis</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en-US" sz="1400" dirty="0">
                <a:latin typeface="Calibri"/>
                <a:ea typeface="Calibri"/>
                <a:cs typeface="Calibri"/>
              </a:rPr>
              <a:t>TCP </a:t>
            </a:r>
            <a:r>
              <a:rPr lang="en-US" sz="1400" dirty="0" err="1">
                <a:latin typeface="Calibri"/>
                <a:ea typeface="Calibri"/>
                <a:cs typeface="Calibri"/>
              </a:rPr>
              <a:t>đến</a:t>
            </a:r>
            <a:r>
              <a:rPr lang="en-US" sz="1400" dirty="0">
                <a:latin typeface="Calibri"/>
                <a:ea typeface="Calibri"/>
                <a:cs typeface="Calibri"/>
              </a:rPr>
              <a:t> </a:t>
            </a:r>
            <a:r>
              <a:rPr lang="vi-VN" sz="1400" dirty="0">
                <a:latin typeface="Calibri"/>
                <a:ea typeface="Calibri"/>
                <a:cs typeface="Calibri"/>
              </a:rPr>
              <a:t>Kafka Bankwide</a:t>
            </a:r>
            <a:endParaRPr lang="en-US" sz="1400" dirty="0">
              <a:latin typeface="Calibri"/>
              <a:ea typeface="Calibri"/>
              <a:cs typeface="Calibri"/>
            </a:endParaRPr>
          </a:p>
          <a:p>
            <a:pPr marL="742950" lvl="1" indent="-285750" algn="just">
              <a:spcAft>
                <a:spcPts val="600"/>
              </a:spcAft>
              <a:buFont typeface="Wingdings" panose="05000000000000000000" pitchFamily="2" charset="2"/>
              <a:buChar char="§"/>
            </a:pPr>
            <a:r>
              <a:rPr lang="en-US" sz="1400" dirty="0">
                <a:latin typeface="Calibri"/>
                <a:ea typeface="Calibri"/>
                <a:cs typeface="Calibri"/>
              </a:rPr>
              <a:t>HTTP </a:t>
            </a:r>
            <a:r>
              <a:rPr lang="en-US" sz="1400" dirty="0" err="1">
                <a:latin typeface="Calibri"/>
                <a:ea typeface="Calibri"/>
                <a:cs typeface="Calibri"/>
              </a:rPr>
              <a:t>đến</a:t>
            </a:r>
            <a:r>
              <a:rPr lang="en-US" sz="1400" dirty="0">
                <a:latin typeface="Calibri"/>
                <a:ea typeface="Calibri"/>
                <a:cs typeface="Calibri"/>
              </a:rPr>
              <a:t> </a:t>
            </a:r>
            <a:r>
              <a:rPr lang="vi-VN" sz="1400" dirty="0">
                <a:latin typeface="Calibri"/>
                <a:ea typeface="Calibri"/>
                <a:cs typeface="Calibri"/>
              </a:rPr>
              <a:t>Messaging, IAM, Dell ACS</a:t>
            </a:r>
          </a:p>
          <a:p>
            <a:pPr marL="742950" lvl="1" indent="-285750" algn="just">
              <a:spcAft>
                <a:spcPts val="600"/>
              </a:spcAft>
              <a:buFont typeface="Wingdings" panose="05000000000000000000" pitchFamily="2" charset="2"/>
              <a:buChar char="§"/>
            </a:pPr>
            <a:r>
              <a:rPr lang="vi-VN" sz="1400" dirty="0">
                <a:latin typeface="Calibri"/>
                <a:ea typeface="Calibri"/>
                <a:cs typeface="Calibri"/>
              </a:rPr>
              <a:t>HTTP đến Datastage để gọi job valdidate/ingest</a:t>
            </a:r>
            <a:endParaRPr lang="en-US" sz="1400" dirty="0">
              <a:latin typeface="Calibri"/>
              <a:ea typeface="Calibri"/>
              <a:cs typeface="Calibri"/>
            </a:endParaRPr>
          </a:p>
          <a:p>
            <a:pPr marL="285750" indent="-285750" algn="just">
              <a:spcAft>
                <a:spcPts val="600"/>
              </a:spcAft>
              <a:buFont typeface="Wingdings" panose="05000000000000000000" pitchFamily="2" charset="2"/>
              <a:buChar char="§"/>
            </a:pPr>
            <a:r>
              <a:rPr lang="en-US" sz="1400" b="1" dirty="0">
                <a:latin typeface="Calibri" panose="020F0502020204030204" pitchFamily="34" charset="0"/>
                <a:cs typeface="Calibri" panose="020F0502020204030204" pitchFamily="34" charset="0"/>
              </a:rPr>
              <a:t>IBM </a:t>
            </a:r>
            <a:r>
              <a:rPr lang="en-US" sz="1400" b="1" dirty="0" err="1">
                <a:latin typeface="Calibri" panose="020F0502020204030204" pitchFamily="34" charset="0"/>
                <a:cs typeface="Calibri" panose="020F0502020204030204" pitchFamily="34" charset="0"/>
              </a:rPr>
              <a:t>Datastage</a:t>
            </a:r>
            <a:r>
              <a:rPr lang="en-US" sz="1400" b="1" dirty="0">
                <a:latin typeface="Calibri" panose="020F0502020204030204" pitchFamily="34" charset="0"/>
                <a:cs typeface="Calibri" panose="020F0502020204030204" pitchFamily="34" charset="0"/>
              </a:rPr>
              <a:t> CP4D</a:t>
            </a:r>
            <a:r>
              <a:rPr lang="vi-VN" sz="1400" dirty="0">
                <a:latin typeface="Calibri" panose="020F0502020204030204" pitchFamily="34" charset="0"/>
                <a:cs typeface="Calibri" panose="020F0502020204030204" pitchFamily="34" charset="0"/>
              </a:rPr>
              <a:t>:</a:t>
            </a:r>
            <a:endParaRPr lang="en-US" sz="1400" dirty="0">
              <a:latin typeface="Calibri" panose="020F0502020204030204" pitchFamily="34" charset="0"/>
              <a:cs typeface="Calibri" panose="020F0502020204030204" pitchFamily="34" charset="0"/>
            </a:endParaRPr>
          </a:p>
          <a:p>
            <a:pPr marL="742950" lvl="1" indent="-285750" algn="just">
              <a:spcAft>
                <a:spcPts val="600"/>
              </a:spcAft>
              <a:buFont typeface="Wingdings" panose="05000000000000000000" pitchFamily="2" charset="2"/>
              <a:buChar char="§"/>
            </a:pPr>
            <a:r>
              <a:rPr lang="en-US" sz="1400" dirty="0">
                <a:latin typeface="Calibri" panose="020F0502020204030204" pitchFamily="34" charset="0"/>
                <a:cs typeface="Calibri" panose="020F0502020204030204" pitchFamily="34" charset="0"/>
              </a:rPr>
              <a:t>JDBC </a:t>
            </a:r>
            <a:r>
              <a:rPr lang="en-US" sz="1400" dirty="0" err="1">
                <a:latin typeface="Calibri" panose="020F0502020204030204" pitchFamily="34" charset="0"/>
                <a:cs typeface="Calibri" panose="020F0502020204030204" pitchFamily="34" charset="0"/>
              </a:rPr>
              <a:t>đến</a:t>
            </a:r>
            <a:r>
              <a:rPr lang="en-US" sz="1400" dirty="0">
                <a:latin typeface="Calibri" panose="020F0502020204030204" pitchFamily="34" charset="0"/>
                <a:cs typeface="Calibri" panose="020F0502020204030204" pitchFamily="34" charset="0"/>
              </a:rPr>
              <a:t> Staging Upload DB</a:t>
            </a:r>
          </a:p>
          <a:p>
            <a:pPr marL="742950" lvl="1" indent="-285750" algn="just">
              <a:spcAft>
                <a:spcPts val="600"/>
              </a:spcAft>
              <a:buFont typeface="Courier New" panose="02070309020205020404" pitchFamily="49" charset="0"/>
              <a:buChar char="o"/>
            </a:pPr>
            <a:endParaRPr lang="vi-VN" sz="1400" dirty="0">
              <a:latin typeface="Calibri Light"/>
              <a:ea typeface="Calibri Light"/>
              <a:cs typeface="Calibri"/>
            </a:endParaRPr>
          </a:p>
          <a:p>
            <a:pPr lvl="1" algn="just">
              <a:spcAft>
                <a:spcPts val="600"/>
              </a:spcAft>
            </a:pPr>
            <a:endParaRPr lang="vi-VN" sz="1400" dirty="0">
              <a:latin typeface="Calibri"/>
              <a:ea typeface="Calibri"/>
              <a:cs typeface="Calibri"/>
            </a:endParaRPr>
          </a:p>
        </p:txBody>
      </p:sp>
      <p:pic>
        <p:nvPicPr>
          <p:cNvPr id="6" name="Picture 5" descr="C:\Users\vietda2\AppData\Local\Microsoft\Windows\INetCache\Content.MSO\9D4F9A71.tmp"/>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901" y="912177"/>
            <a:ext cx="7249297" cy="5812008"/>
          </a:xfrm>
          <a:prstGeom prst="rect">
            <a:avLst/>
          </a:prstGeom>
          <a:noFill/>
          <a:ln>
            <a:noFill/>
          </a:ln>
        </p:spPr>
      </p:pic>
    </p:spTree>
    <p:extLst>
      <p:ext uri="{BB962C8B-B14F-4D97-AF65-F5344CB8AC3E}">
        <p14:creationId xmlns:p14="http://schemas.microsoft.com/office/powerpoint/2010/main" val="913467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1542624"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Sequence</a:t>
            </a:r>
            <a:r>
              <a:rPr lang="en-AU" dirty="0">
                <a:latin typeface="Times New Roman"/>
                <a:cs typeface="Times New Roman"/>
              </a:rPr>
              <a:t> </a:t>
            </a:r>
            <a:r>
              <a:rPr lang="en-AU" sz="3600" dirty="0" err="1">
                <a:solidFill>
                  <a:srgbClr val="F04E23"/>
                </a:solidFill>
                <a:latin typeface="Calibri" panose="020F0502020204030204" pitchFamily="34" charset="0"/>
                <a:ea typeface="Calibri" charset="0"/>
                <a:cs typeface="Calibri" panose="020F0502020204030204" pitchFamily="34" charset="0"/>
              </a:rPr>
              <a:t>digram</a:t>
            </a:r>
            <a:r>
              <a:rPr lang="en-AU" sz="3600" dirty="0">
                <a:solidFill>
                  <a:srgbClr val="F04E23"/>
                </a:solidFill>
                <a:latin typeface="Calibri" panose="020F0502020204030204" pitchFamily="34" charset="0"/>
                <a:ea typeface="Calibri" charset="0"/>
                <a:cs typeface="Calibri" panose="020F0502020204030204" pitchFamily="34" charset="0"/>
              </a:rPr>
              <a:t> – </a:t>
            </a:r>
            <a:r>
              <a:rPr lang="en-AU" sz="3600" dirty="0" err="1">
                <a:solidFill>
                  <a:srgbClr val="F04E23"/>
                </a:solidFill>
                <a:latin typeface="Calibri" panose="020F0502020204030204" pitchFamily="34" charset="0"/>
                <a:ea typeface="Calibri" charset="0"/>
                <a:cs typeface="Calibri" panose="020F0502020204030204" pitchFamily="34" charset="0"/>
              </a:rPr>
              <a:t>luồng</a:t>
            </a:r>
            <a:r>
              <a:rPr lang="en-AU" sz="3600" dirty="0">
                <a:solidFill>
                  <a:srgbClr val="F04E23"/>
                </a:solidFill>
                <a:latin typeface="Calibri" panose="020F0502020204030204" pitchFamily="34" charset="0"/>
                <a:ea typeface="Calibri" charset="0"/>
                <a:cs typeface="Calibri" panose="020F0502020204030204" pitchFamily="34" charset="0"/>
              </a:rPr>
              <a:t> upload files </a:t>
            </a:r>
            <a:r>
              <a:rPr lang="en-AU" sz="3600" dirty="0" err="1">
                <a:solidFill>
                  <a:srgbClr val="F04E23"/>
                </a:solidFill>
                <a:latin typeface="Calibri" panose="020F0502020204030204" pitchFamily="34" charset="0"/>
                <a:ea typeface="Calibri" charset="0"/>
                <a:cs typeface="Calibri" panose="020F0502020204030204" pitchFamily="34" charset="0"/>
              </a:rPr>
              <a:t>không</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phê</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duyệt</a:t>
            </a:r>
            <a:endParaRPr lang="en-AU" sz="3600" dirty="0">
              <a:solidFill>
                <a:srgbClr val="F04E23"/>
              </a:solidFill>
              <a:latin typeface="Calibri" panose="020F0502020204030204" pitchFamily="34" charset="0"/>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674" name="Picture 2">
            <a:extLst>
              <a:ext uri="{FF2B5EF4-FFF2-40B4-BE49-F238E27FC236}">
                <a16:creationId xmlns:a16="http://schemas.microsoft.com/office/drawing/2014/main" id="{9373E719-746C-431D-844E-F5CC7AEF11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456" y="812645"/>
            <a:ext cx="10982325" cy="5892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227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978744" cy="616857"/>
          </a:xfrm>
          <a:ln>
            <a:noFill/>
          </a:ln>
        </p:spPr>
        <p:txBody>
          <a:bodyPr>
            <a:normAutofit fontScale="90000"/>
          </a:bodyPr>
          <a:lstStyle/>
          <a:p>
            <a:pPr>
              <a:tabLst>
                <a:tab pos="228600" algn="l"/>
              </a:tabLst>
            </a:pPr>
            <a:r>
              <a:rPr lang="en-AU" sz="3600" dirty="0">
                <a:solidFill>
                  <a:srgbClr val="F04E23"/>
                </a:solidFill>
                <a:latin typeface="Calibri" panose="020F0502020204030204" pitchFamily="34" charset="0"/>
                <a:ea typeface="Calibri" charset="0"/>
                <a:cs typeface="Calibri" panose="020F0502020204030204" pitchFamily="34" charset="0"/>
              </a:rPr>
              <a:t>Sequence</a:t>
            </a:r>
            <a:r>
              <a:rPr lang="en-AU" dirty="0">
                <a:latin typeface="Times New Roman"/>
                <a:cs typeface="Times New Roman"/>
              </a:rPr>
              <a:t> </a:t>
            </a:r>
            <a:r>
              <a:rPr lang="en-AU" sz="3600" dirty="0" err="1">
                <a:solidFill>
                  <a:srgbClr val="F04E23"/>
                </a:solidFill>
                <a:latin typeface="Calibri" panose="020F0502020204030204" pitchFamily="34" charset="0"/>
                <a:ea typeface="Calibri" charset="0"/>
                <a:cs typeface="Calibri" panose="020F0502020204030204" pitchFamily="34" charset="0"/>
              </a:rPr>
              <a:t>digram</a:t>
            </a:r>
            <a:r>
              <a:rPr lang="en-AU" sz="3600" dirty="0">
                <a:solidFill>
                  <a:srgbClr val="F04E23"/>
                </a:solidFill>
                <a:latin typeface="Calibri" panose="020F0502020204030204" pitchFamily="34" charset="0"/>
                <a:ea typeface="Calibri" charset="0"/>
                <a:cs typeface="Calibri" panose="020F0502020204030204" pitchFamily="34" charset="0"/>
              </a:rPr>
              <a:t> – </a:t>
            </a:r>
            <a:r>
              <a:rPr lang="en-AU" sz="3600" dirty="0" err="1">
                <a:solidFill>
                  <a:srgbClr val="F04E23"/>
                </a:solidFill>
                <a:latin typeface="Calibri" panose="020F0502020204030204" pitchFamily="34" charset="0"/>
                <a:ea typeface="Calibri" charset="0"/>
                <a:cs typeface="Calibri" panose="020F0502020204030204" pitchFamily="34" charset="0"/>
              </a:rPr>
              <a:t>luồng</a:t>
            </a:r>
            <a:r>
              <a:rPr lang="en-AU" sz="3600" dirty="0">
                <a:solidFill>
                  <a:srgbClr val="F04E23"/>
                </a:solidFill>
                <a:latin typeface="Calibri" panose="020F0502020204030204" pitchFamily="34" charset="0"/>
                <a:ea typeface="Calibri" charset="0"/>
                <a:cs typeface="Calibri" panose="020F0502020204030204" pitchFamily="34" charset="0"/>
              </a:rPr>
              <a:t> upload files </a:t>
            </a:r>
            <a:r>
              <a:rPr lang="en-AU" sz="3600" dirty="0" err="1">
                <a:solidFill>
                  <a:srgbClr val="F04E23"/>
                </a:solidFill>
                <a:latin typeface="Calibri" panose="020F0502020204030204" pitchFamily="34" charset="0"/>
                <a:ea typeface="Calibri" charset="0"/>
                <a:cs typeface="Calibri" panose="020F0502020204030204" pitchFamily="34" charset="0"/>
              </a:rPr>
              <a:t>có</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phê</a:t>
            </a:r>
            <a:r>
              <a:rPr lang="en-AU" sz="3600" dirty="0">
                <a:solidFill>
                  <a:srgbClr val="F04E23"/>
                </a:solidFill>
                <a:latin typeface="Calibri" panose="020F0502020204030204" pitchFamily="34" charset="0"/>
                <a:ea typeface="Calibri" charset="0"/>
                <a:cs typeface="Calibri" panose="020F0502020204030204" pitchFamily="34" charset="0"/>
              </a:rPr>
              <a:t> </a:t>
            </a:r>
            <a:r>
              <a:rPr lang="en-AU" sz="3600" dirty="0" err="1">
                <a:solidFill>
                  <a:srgbClr val="F04E23"/>
                </a:solidFill>
                <a:latin typeface="Calibri" panose="020F0502020204030204" pitchFamily="34" charset="0"/>
                <a:ea typeface="Calibri" charset="0"/>
                <a:cs typeface="Calibri" panose="020F0502020204030204" pitchFamily="34" charset="0"/>
              </a:rPr>
              <a:t>duyệt</a:t>
            </a:r>
            <a:endParaRPr lang="en-AU" sz="3600" dirty="0">
              <a:solidFill>
                <a:srgbClr val="F04E23"/>
              </a:solidFill>
              <a:latin typeface="Calibri" panose="020F0502020204030204" pitchFamily="34" charset="0"/>
              <a:ea typeface="Calibri" charset="0"/>
              <a:cs typeface="Calibri" panose="020F0502020204030204" pitchFamily="34" charset="0"/>
            </a:endParaRP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Users\vietda2\AppData\Local\Microsoft\Windows\INetCache\Content.MSO\E03091E9.tmp"/>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1659" y="931337"/>
            <a:ext cx="10814182" cy="5859757"/>
          </a:xfrm>
          <a:prstGeom prst="rect">
            <a:avLst/>
          </a:prstGeom>
          <a:noFill/>
          <a:ln>
            <a:noFill/>
          </a:ln>
        </p:spPr>
      </p:pic>
    </p:spTree>
    <p:extLst>
      <p:ext uri="{BB962C8B-B14F-4D97-AF65-F5344CB8AC3E}">
        <p14:creationId xmlns:p14="http://schemas.microsoft.com/office/powerpoint/2010/main" val="3787258223"/>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6DD-26B0-11DA-368E-FDC15174EBD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3C768CB4-7F2F-B1A6-8077-E92C8B2FBBBE}"/>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solidFill>
                  <a:srgbClr val="F04E23"/>
                </a:solidFill>
                <a:latin typeface="Calibri" panose="020F0502020204030204" pitchFamily="34" charset="0"/>
                <a:ea typeface="Calibri" charset="0"/>
                <a:cs typeface="Calibri" panose="020F0502020204030204" pitchFamily="34" charset="0"/>
              </a:rPr>
              <a:t>Deployment</a:t>
            </a:r>
            <a:r>
              <a:rPr lang="en-AU" dirty="0">
                <a:latin typeface="Times New Roman"/>
                <a:cs typeface="Times New Roman"/>
              </a:rPr>
              <a:t> </a:t>
            </a:r>
            <a:r>
              <a:rPr lang="en-AU" dirty="0">
                <a:solidFill>
                  <a:srgbClr val="F04E23"/>
                </a:solidFill>
                <a:latin typeface="Calibri" panose="020F0502020204030204" pitchFamily="34" charset="0"/>
                <a:ea typeface="Calibri" charset="0"/>
                <a:cs typeface="Calibri" panose="020F0502020204030204" pitchFamily="34" charset="0"/>
              </a:rPr>
              <a:t>Architecture</a:t>
            </a:r>
          </a:p>
        </p:txBody>
      </p:sp>
      <p:sp>
        <p:nvSpPr>
          <p:cNvPr id="2" name="Rectangle 1">
            <a:extLst>
              <a:ext uri="{FF2B5EF4-FFF2-40B4-BE49-F238E27FC236}">
                <a16:creationId xmlns:a16="http://schemas.microsoft.com/office/drawing/2014/main" id="{51D115D5-A19F-CF2D-1AC4-78F1B9F8AC15}"/>
              </a:ext>
            </a:extLst>
          </p:cNvPr>
          <p:cNvSpPr/>
          <p:nvPr/>
        </p:nvSpPr>
        <p:spPr>
          <a:xfrm>
            <a:off x="527456" y="723538"/>
            <a:ext cx="1135015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24E3451C-2208-4D42-AE01-A900FF0A902A}"/>
              </a:ext>
            </a:extLst>
          </p:cNvPr>
          <p:cNvGraphicFramePr>
            <a:graphicFrameLocks noGrp="1"/>
          </p:cNvGraphicFramePr>
          <p:nvPr>
            <p:extLst>
              <p:ext uri="{D42A27DB-BD31-4B8C-83A1-F6EECF244321}">
                <p14:modId xmlns:p14="http://schemas.microsoft.com/office/powerpoint/2010/main" val="1617935732"/>
              </p:ext>
            </p:extLst>
          </p:nvPr>
        </p:nvGraphicFramePr>
        <p:xfrm>
          <a:off x="7286324" y="1010095"/>
          <a:ext cx="4591287" cy="5742272"/>
        </p:xfrm>
        <a:graphic>
          <a:graphicData uri="http://schemas.openxmlformats.org/drawingml/2006/table">
            <a:tbl>
              <a:tblPr firstRow="1" firstCol="1" bandRow="1">
                <a:tableStyleId>{5C22544A-7EE6-4342-B048-85BDC9FD1C3A}</a:tableStyleId>
              </a:tblPr>
              <a:tblGrid>
                <a:gridCol w="969626">
                  <a:extLst>
                    <a:ext uri="{9D8B030D-6E8A-4147-A177-3AD203B41FA5}">
                      <a16:colId xmlns:a16="http://schemas.microsoft.com/office/drawing/2014/main" val="714370535"/>
                    </a:ext>
                  </a:extLst>
                </a:gridCol>
                <a:gridCol w="667917">
                  <a:extLst>
                    <a:ext uri="{9D8B030D-6E8A-4147-A177-3AD203B41FA5}">
                      <a16:colId xmlns:a16="http://schemas.microsoft.com/office/drawing/2014/main" val="1183666459"/>
                    </a:ext>
                  </a:extLst>
                </a:gridCol>
                <a:gridCol w="846666">
                  <a:extLst>
                    <a:ext uri="{9D8B030D-6E8A-4147-A177-3AD203B41FA5}">
                      <a16:colId xmlns:a16="http://schemas.microsoft.com/office/drawing/2014/main" val="452407919"/>
                    </a:ext>
                  </a:extLst>
                </a:gridCol>
                <a:gridCol w="2107078">
                  <a:extLst>
                    <a:ext uri="{9D8B030D-6E8A-4147-A177-3AD203B41FA5}">
                      <a16:colId xmlns:a16="http://schemas.microsoft.com/office/drawing/2014/main" val="2540653315"/>
                    </a:ext>
                  </a:extLst>
                </a:gridCol>
              </a:tblGrid>
              <a:tr h="175786">
                <a:tc>
                  <a:txBody>
                    <a:bodyPr/>
                    <a:lstStyle/>
                    <a:p>
                      <a:pPr algn="ctr">
                        <a:lnSpc>
                          <a:spcPct val="135000"/>
                        </a:lnSpc>
                        <a:spcAft>
                          <a:spcPts val="0"/>
                        </a:spcAft>
                      </a:pPr>
                      <a:r>
                        <a:rPr lang="en-US" sz="900" dirty="0">
                          <a:effectLst/>
                          <a:latin typeface="Times New Roman" panose="02020603050405020304" pitchFamily="18" charset="0"/>
                          <a:cs typeface="Times New Roman" panose="02020603050405020304" pitchFamily="18" charset="0"/>
                        </a:rPr>
                        <a:t>Service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ctr">
                        <a:lnSpc>
                          <a:spcPct val="135000"/>
                        </a:lnSpc>
                        <a:spcAft>
                          <a:spcPts val="0"/>
                        </a:spcAft>
                      </a:pPr>
                      <a:r>
                        <a:rPr lang="en-US" sz="900">
                          <a:effectLst/>
                          <a:latin typeface="Times New Roman" panose="02020603050405020304" pitchFamily="18" charset="0"/>
                          <a:cs typeface="Times New Roman" panose="02020603050405020304" pitchFamily="18" charset="0"/>
                        </a:rPr>
                        <a:t>Port(s)</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ctr">
                        <a:lnSpc>
                          <a:spcPct val="135000"/>
                        </a:lnSpc>
                        <a:spcAft>
                          <a:spcPts val="0"/>
                        </a:spcAft>
                      </a:pPr>
                      <a:r>
                        <a:rPr lang="en-US" sz="900">
                          <a:effectLst/>
                          <a:latin typeface="Times New Roman" panose="02020603050405020304" pitchFamily="18" charset="0"/>
                          <a:cs typeface="Times New Roman" panose="02020603050405020304" pitchFamily="18" charset="0"/>
                        </a:rPr>
                        <a:t>Description</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ctr">
                        <a:lnSpc>
                          <a:spcPct val="135000"/>
                        </a:lnSpc>
                        <a:spcAft>
                          <a:spcPts val="0"/>
                        </a:spcAft>
                      </a:pPr>
                      <a:r>
                        <a:rPr lang="en-US" sz="900">
                          <a:effectLst/>
                          <a:latin typeface="Times New Roman" panose="02020603050405020304" pitchFamily="18" charset="0"/>
                          <a:cs typeface="Times New Roman" panose="02020603050405020304" pitchFamily="18" charset="0"/>
                        </a:rPr>
                        <a:t>Deployments &amp; Pods</a:t>
                      </a:r>
                      <a:endParaRPr lang="en-US" sz="90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1496393721"/>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Frontend</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3000</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React UI</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frontend:latest</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 (HPA)</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256Mi/500m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Health: /health</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377071187"/>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Kong Gateway</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8000, 8001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API Gateway &amp; Admin</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kong:3.4</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a:t>
                      </a:r>
                      <a:r>
                        <a:rPr lang="vi-VN" sz="900" dirty="0">
                          <a:effectLst/>
                          <a:latin typeface="Times New Roman" panose="02020603050405020304" pitchFamily="18" charset="0"/>
                          <a:cs typeface="Times New Roman" panose="02020603050405020304" pitchFamily="18" charset="0"/>
                        </a:rPr>
                        <a:t>1Gi</a:t>
                      </a:r>
                      <a:r>
                        <a:rPr lang="en-US" sz="900" dirty="0">
                          <a:effectLst/>
                          <a:latin typeface="Times New Roman" panose="02020603050405020304" pitchFamily="18" charset="0"/>
                          <a:cs typeface="Times New Roman" panose="02020603050405020304" pitchFamily="18" charset="0"/>
                        </a:rPr>
                        <a:t>/1000m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Plugins: JWT, Rate Limit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1472116290"/>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Upload Management Service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8080</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Java Spring Boot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upload-service:latest</a:t>
                      </a:r>
                      <a:endParaRPr lang="en-US" sz="900" dirty="0">
                        <a:effectLst/>
                        <a:latin typeface="Times New Roman" panose="02020603050405020304" pitchFamily="18" charset="0"/>
                        <a:cs typeface="Times New Roman" panose="02020603050405020304" pitchFamily="18" charset="0"/>
                      </a:endParaRP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1Gi/1000m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JVM: -Xmx768m</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1984185674"/>
                  </a:ext>
                </a:extLst>
              </a:tr>
              <a:tr h="725794">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User Management Service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8081</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Java Spring Boot</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user-service:latest</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1Gi/1000m</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JVM: -Xmx768m</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573843031"/>
                  </a:ext>
                </a:extLst>
              </a:tr>
              <a:tr h="616903">
                <a:tc>
                  <a:txBody>
                    <a:bodyPr/>
                    <a:lstStyle/>
                    <a:p>
                      <a:pPr algn="just">
                        <a:lnSpc>
                          <a:spcPct val="135000"/>
                        </a:lnSpc>
                        <a:spcAft>
                          <a:spcPts val="0"/>
                        </a:spcAft>
                      </a:pPr>
                      <a:r>
                        <a:rPr lang="vi-VN" sz="900" dirty="0">
                          <a:effectLst/>
                          <a:latin typeface="Times New Roman" panose="02020603050405020304" pitchFamily="18" charset="0"/>
                          <a:ea typeface="Calibri" panose="020F0502020204030204" pitchFamily="34" charset="0"/>
                          <a:cs typeface="Times New Roman" panose="02020603050405020304" pitchFamily="18" charset="0"/>
                        </a:rPr>
                        <a:t>Kafka Bankwide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Message</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queue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err="1">
                          <a:effectLst/>
                          <a:latin typeface="Times New Roman" panose="02020603050405020304" pitchFamily="18" charset="0"/>
                          <a:ea typeface="Calibri" panose="020F0502020204030204" pitchFamily="34" charset="0"/>
                          <a:cs typeface="Times New Roman" panose="02020603050405020304" pitchFamily="18" charset="0"/>
                        </a:rPr>
                        <a:t>Tạo</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900" baseline="0" dirty="0" err="1">
                          <a:effectLst/>
                          <a:latin typeface="Times New Roman" panose="02020603050405020304" pitchFamily="18" charset="0"/>
                          <a:ea typeface="Calibri" panose="020F0502020204030204" pitchFamily="34" charset="0"/>
                          <a:cs typeface="Times New Roman" panose="02020603050405020304" pitchFamily="18" charset="0"/>
                        </a:rPr>
                        <a:t>mới</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2 topic</a:t>
                      </a:r>
                    </a:p>
                    <a:p>
                      <a:pPr marL="171450" indent="-171450" algn="just">
                        <a:lnSpc>
                          <a:spcPct val="135000"/>
                        </a:lnSpc>
                        <a:spcAft>
                          <a:spcPts val="0"/>
                        </a:spcAft>
                        <a:buFontTx/>
                        <a:buChar char="-"/>
                      </a:pP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upload-request</a:t>
                      </a:r>
                    </a:p>
                    <a:p>
                      <a:pPr marL="171450" indent="-171450" algn="just">
                        <a:lnSpc>
                          <a:spcPct val="135000"/>
                        </a:lnSpc>
                        <a:spcAft>
                          <a:spcPts val="0"/>
                        </a:spcAft>
                        <a:buFontTx/>
                        <a:buChar char="-"/>
                      </a:pP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upload-</a:t>
                      </a:r>
                      <a:r>
                        <a:rPr lang="en-US" sz="900" baseline="0" dirty="0" err="1">
                          <a:effectLst/>
                          <a:latin typeface="Times New Roman" panose="02020603050405020304" pitchFamily="18" charset="0"/>
                          <a:ea typeface="Calibri" panose="020F0502020204030204" pitchFamily="34" charset="0"/>
                          <a:cs typeface="Times New Roman" panose="02020603050405020304" pitchFamily="18" charset="0"/>
                        </a:rPr>
                        <a:t>respone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4005400371"/>
                  </a:ext>
                </a:extLst>
              </a:tr>
              <a:tr h="386170">
                <a:tc>
                  <a:txBody>
                    <a:bodyPr/>
                    <a:lstStyle/>
                    <a:p>
                      <a:pPr algn="just">
                        <a:lnSpc>
                          <a:spcPct val="135000"/>
                        </a:lnSpc>
                        <a:spcAft>
                          <a:spcPts val="0"/>
                        </a:spcAft>
                      </a:pPr>
                      <a:r>
                        <a:rPr lang="vi-VN" sz="900" dirty="0">
                          <a:effectLst/>
                          <a:latin typeface="Times New Roman" panose="02020603050405020304" pitchFamily="18" charset="0"/>
                          <a:ea typeface="+mn-ea"/>
                          <a:cs typeface="Times New Roman" panose="02020603050405020304" pitchFamily="18" charset="0"/>
                        </a:rPr>
                        <a:t>Dell ECS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endParaRPr lang="en-US" sz="900" dirty="0">
                        <a:effectLst/>
                        <a:latin typeface="Times New Roman" panose="02020603050405020304" pitchFamily="18"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Object Storage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lvl="0" algn="just">
                        <a:lnSpc>
                          <a:spcPct val="135000"/>
                        </a:lnSpc>
                        <a:spcAft>
                          <a:spcPts val="0"/>
                        </a:spcAft>
                        <a:buNone/>
                      </a:pPr>
                      <a:r>
                        <a:rPr lang="en-US" sz="900" dirty="0">
                          <a:effectLst/>
                          <a:latin typeface="Times New Roman" panose="02020603050405020304" pitchFamily="18" charset="0"/>
                          <a:cs typeface="Times New Roman" panose="02020603050405020304" pitchFamily="18" charset="0"/>
                        </a:rPr>
                        <a:t>Xin </a:t>
                      </a:r>
                      <a:r>
                        <a:rPr lang="en-US" sz="900" dirty="0" err="1">
                          <a:effectLst/>
                          <a:latin typeface="Times New Roman" panose="02020603050405020304" pitchFamily="18" charset="0"/>
                          <a:cs typeface="Times New Roman" panose="02020603050405020304" pitchFamily="18" charset="0"/>
                        </a:rPr>
                        <a:t>cấp</a:t>
                      </a:r>
                      <a:r>
                        <a:rPr lang="en-US" sz="900" dirty="0">
                          <a:effectLst/>
                          <a:latin typeface="Times New Roman" panose="02020603050405020304" pitchFamily="18" charset="0"/>
                          <a:cs typeface="Times New Roman" panose="02020603050405020304" pitchFamily="18" charset="0"/>
                        </a:rPr>
                        <a:t> Upload Bucket</a:t>
                      </a:r>
                    </a:p>
                    <a:p>
                      <a:pPr marL="171450" lvl="0" indent="-171450" algn="just">
                        <a:lnSpc>
                          <a:spcPct val="135000"/>
                        </a:lnSpc>
                        <a:spcAft>
                          <a:spcPts val="0"/>
                        </a:spcAft>
                        <a:buFont typeface="Calibri"/>
                        <a:buChar char="-"/>
                      </a:pPr>
                      <a:r>
                        <a:rPr lang="en-US" sz="900" dirty="0">
                          <a:effectLst/>
                          <a:latin typeface="Times New Roman" panose="02020603050405020304" pitchFamily="18" charset="0"/>
                          <a:cs typeface="Times New Roman" panose="02020603050405020304" pitchFamily="18" charset="0"/>
                        </a:rPr>
                        <a:t>500 GB</a:t>
                      </a:r>
                    </a:p>
                  </a:txBody>
                  <a:tcPr marL="4601" marR="4601" marT="4601" marB="4601"/>
                </a:tc>
                <a:extLst>
                  <a:ext uri="{0D108BD9-81ED-4DB2-BD59-A6C34878D82A}">
                    <a16:rowId xmlns:a16="http://schemas.microsoft.com/office/drawing/2014/main" val="28254996"/>
                  </a:ext>
                </a:extLst>
              </a:tr>
              <a:tr h="601133">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PostgreSQL</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5432</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Main Database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Xin</a:t>
                      </a:r>
                      <a:r>
                        <a:rPr lang="en-US" sz="900" baseline="0" dirty="0">
                          <a:effectLst/>
                          <a:latin typeface="Times New Roman" panose="02020603050405020304" pitchFamily="18" charset="0"/>
                          <a:cs typeface="Times New Roman" panose="02020603050405020304" pitchFamily="18" charset="0"/>
                        </a:rPr>
                        <a:t> </a:t>
                      </a:r>
                      <a:r>
                        <a:rPr lang="en-US" sz="900" baseline="0" dirty="0" err="1">
                          <a:effectLst/>
                          <a:latin typeface="Times New Roman" panose="02020603050405020304" pitchFamily="18" charset="0"/>
                          <a:cs typeface="Times New Roman" panose="02020603050405020304" pitchFamily="18" charset="0"/>
                        </a:rPr>
                        <a:t>cấp</a:t>
                      </a:r>
                      <a:r>
                        <a:rPr lang="en-US" sz="900" baseline="0" dirty="0">
                          <a:effectLst/>
                          <a:latin typeface="Times New Roman" panose="02020603050405020304" pitchFamily="18" charset="0"/>
                          <a:cs typeface="Times New Roman" panose="02020603050405020304" pitchFamily="18" charset="0"/>
                        </a:rPr>
                        <a:t> 2 </a:t>
                      </a:r>
                      <a:r>
                        <a:rPr lang="vi-VN" sz="900" baseline="0" dirty="0">
                          <a:effectLst/>
                          <a:latin typeface="Times New Roman" panose="02020603050405020304" pitchFamily="18" charset="0"/>
                          <a:cs typeface="Times New Roman" panose="02020603050405020304" pitchFamily="18" charset="0"/>
                        </a:rPr>
                        <a:t>db</a:t>
                      </a:r>
                      <a:r>
                        <a:rPr lang="en-US" sz="900" baseline="0" dirty="0">
                          <a:effectLst/>
                          <a:latin typeface="Times New Roman" panose="02020603050405020304" pitchFamily="18" charset="0"/>
                          <a:cs typeface="Times New Roman" panose="02020603050405020304" pitchFamily="18" charset="0"/>
                        </a:rPr>
                        <a:t>:</a:t>
                      </a:r>
                    </a:p>
                    <a:p>
                      <a:pPr marL="171450" indent="-171450" algn="just">
                        <a:lnSpc>
                          <a:spcPct val="135000"/>
                        </a:lnSpc>
                        <a:spcAft>
                          <a:spcPts val="0"/>
                        </a:spcAft>
                        <a:buFontTx/>
                        <a:buChar char="-"/>
                      </a:pPr>
                      <a:r>
                        <a:rPr lang="en-US" sz="900" baseline="0" dirty="0">
                          <a:effectLst/>
                          <a:latin typeface="Times New Roman" panose="02020603050405020304" pitchFamily="18" charset="0"/>
                          <a:cs typeface="Times New Roman" panose="02020603050405020304" pitchFamily="18" charset="0"/>
                        </a:rPr>
                        <a:t>Data </a:t>
                      </a:r>
                      <a:r>
                        <a:rPr lang="vi-VN" sz="900" baseline="0" dirty="0">
                          <a:effectLst/>
                          <a:latin typeface="Times New Roman" panose="02020603050405020304" pitchFamily="18" charset="0"/>
                          <a:cs typeface="Times New Roman" panose="02020603050405020304" pitchFamily="18" charset="0"/>
                        </a:rPr>
                        <a:t>U</a:t>
                      </a:r>
                      <a:r>
                        <a:rPr lang="en-US" sz="900" baseline="0" dirty="0" err="1">
                          <a:effectLst/>
                          <a:latin typeface="Times New Roman" panose="02020603050405020304" pitchFamily="18" charset="0"/>
                          <a:cs typeface="Times New Roman" panose="02020603050405020304" pitchFamily="18" charset="0"/>
                        </a:rPr>
                        <a:t>pload</a:t>
                      </a:r>
                      <a:r>
                        <a:rPr lang="en-US" sz="900" baseline="0" dirty="0">
                          <a:effectLst/>
                          <a:latin typeface="Times New Roman" panose="02020603050405020304" pitchFamily="18" charset="0"/>
                          <a:cs typeface="Times New Roman" panose="02020603050405020304" pitchFamily="18" charset="0"/>
                        </a:rPr>
                        <a:t> Portal DB: </a:t>
                      </a:r>
                    </a:p>
                    <a:p>
                      <a:pPr marL="171450" indent="-171450" algn="just">
                        <a:lnSpc>
                          <a:spcPct val="135000"/>
                        </a:lnSpc>
                        <a:spcAft>
                          <a:spcPts val="0"/>
                        </a:spcAft>
                        <a:buFontTx/>
                        <a:buChar char="-"/>
                      </a:pPr>
                      <a:r>
                        <a:rPr lang="vi-VN" sz="900" baseline="0" dirty="0">
                          <a:effectLst/>
                          <a:latin typeface="Times New Roman" panose="02020603050405020304" pitchFamily="18" charset="0"/>
                          <a:cs typeface="Times New Roman" panose="02020603050405020304" pitchFamily="18" charset="0"/>
                        </a:rPr>
                        <a:t>S</a:t>
                      </a:r>
                      <a:r>
                        <a:rPr lang="en-US" sz="900" baseline="0" dirty="0" err="1">
                          <a:effectLst/>
                          <a:latin typeface="Times New Roman" panose="02020603050405020304" pitchFamily="18" charset="0"/>
                          <a:cs typeface="Times New Roman" panose="02020603050405020304" pitchFamily="18" charset="0"/>
                        </a:rPr>
                        <a:t>taging</a:t>
                      </a:r>
                      <a:r>
                        <a:rPr lang="vi-VN" sz="900" baseline="0" dirty="0">
                          <a:effectLst/>
                          <a:latin typeface="Times New Roman" panose="02020603050405020304" pitchFamily="18" charset="0"/>
                          <a:cs typeface="Times New Roman" panose="02020603050405020304" pitchFamily="18" charset="0"/>
                        </a:rPr>
                        <a:t> DB</a:t>
                      </a:r>
                      <a:endParaRPr lang="en-US" sz="900" dirty="0">
                        <a:effectLst/>
                        <a:latin typeface="Times New Roman" panose="02020603050405020304" pitchFamily="18" charset="0"/>
                        <a:cs typeface="Times New Roman" panose="02020603050405020304" pitchFamily="18" charset="0"/>
                      </a:endParaRPr>
                    </a:p>
                  </a:txBody>
                  <a:tcPr marL="4601" marR="4601" marT="4601" marB="4601"/>
                </a:tc>
                <a:extLst>
                  <a:ext uri="{0D108BD9-81ED-4DB2-BD59-A6C34878D82A}">
                    <a16:rowId xmlns:a16="http://schemas.microsoft.com/office/drawing/2014/main" val="903163541"/>
                  </a:ext>
                </a:extLst>
              </a:tr>
              <a:tr h="175786">
                <a:tc>
                  <a:txBody>
                    <a:bodyPr/>
                    <a:lstStyle/>
                    <a:p>
                      <a:pPr algn="just">
                        <a:lnSpc>
                          <a:spcPct val="135000"/>
                        </a:lnSpc>
                        <a:spcAft>
                          <a:spcPts val="0"/>
                        </a:spcAft>
                      </a:pPr>
                      <a:r>
                        <a:rPr lang="en-US" sz="900" dirty="0" err="1">
                          <a:effectLst/>
                          <a:latin typeface="Times New Roman" panose="02020603050405020304" pitchFamily="18" charset="0"/>
                          <a:cs typeface="Times New Roman" panose="02020603050405020304" pitchFamily="18" charset="0"/>
                        </a:rPr>
                        <a:t>Redis</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6379</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Cache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Redis </a:t>
                      </a:r>
                      <a:r>
                        <a:rPr lang="en-US" sz="900" dirty="0" err="1">
                          <a:effectLst/>
                          <a:latin typeface="Times New Roman" panose="02020603050405020304" pitchFamily="18" charset="0"/>
                          <a:cs typeface="Times New Roman" panose="02020603050405020304" pitchFamily="18" charset="0"/>
                        </a:rPr>
                        <a:t>tập</a:t>
                      </a:r>
                      <a:r>
                        <a:rPr lang="en-US" sz="900" dirty="0">
                          <a:effectLst/>
                          <a:latin typeface="Times New Roman" panose="02020603050405020304" pitchFamily="18" charset="0"/>
                          <a:cs typeface="Times New Roman" panose="02020603050405020304" pitchFamily="18" charset="0"/>
                        </a:rPr>
                        <a:t> </a:t>
                      </a:r>
                      <a:r>
                        <a:rPr lang="en-US" sz="900" dirty="0" err="1">
                          <a:effectLst/>
                          <a:latin typeface="Times New Roman" panose="02020603050405020304" pitchFamily="18" charset="0"/>
                          <a:cs typeface="Times New Roman" panose="02020603050405020304" pitchFamily="18" charset="0"/>
                        </a:rPr>
                        <a:t>trung</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3273691169"/>
                  </a:ext>
                </a:extLst>
              </a:tr>
              <a:tr h="175786">
                <a:tc>
                  <a:txBody>
                    <a:bodyPr/>
                    <a:lstStyle/>
                    <a:p>
                      <a:pPr algn="just">
                        <a:lnSpc>
                          <a:spcPct val="135000"/>
                        </a:lnSpc>
                        <a:spcAft>
                          <a:spcPts val="0"/>
                        </a:spcAft>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Data</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Validation Service</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8082</a:t>
                      </a: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ea typeface="Calibri" panose="020F0502020204030204" pitchFamily="34" charset="0"/>
                          <a:cs typeface="Times New Roman" panose="02020603050405020304" pitchFamily="18" charset="0"/>
                        </a:rPr>
                        <a:t>Python Fast</a:t>
                      </a:r>
                      <a:r>
                        <a:rPr lang="en-US" sz="900" baseline="0" dirty="0">
                          <a:effectLst/>
                          <a:latin typeface="Times New Roman" panose="02020603050405020304" pitchFamily="18" charset="0"/>
                          <a:ea typeface="Calibri" panose="020F0502020204030204" pitchFamily="34" charset="0"/>
                          <a:cs typeface="Times New Roman" panose="02020603050405020304" pitchFamily="18" charset="0"/>
                        </a:rPr>
                        <a:t> API</a:t>
                      </a: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nchor="ctr"/>
                </a:tc>
                <a:tc>
                  <a:txBody>
                    <a:bodyPr/>
                    <a:lstStyle/>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Image: </a:t>
                      </a:r>
                      <a:r>
                        <a:rPr lang="en-US" sz="900" dirty="0" err="1">
                          <a:effectLst/>
                          <a:latin typeface="Times New Roman" panose="02020603050405020304" pitchFamily="18" charset="0"/>
                          <a:cs typeface="Times New Roman" panose="02020603050405020304" pitchFamily="18" charset="0"/>
                        </a:rPr>
                        <a:t>validation-service:latest</a:t>
                      </a:r>
                      <a:endParaRPr lang="en-US" sz="900" dirty="0">
                        <a:effectLst/>
                        <a:latin typeface="Times New Roman" panose="02020603050405020304" pitchFamily="18" charset="0"/>
                        <a:cs typeface="Times New Roman" panose="02020603050405020304" pitchFamily="18" charset="0"/>
                      </a:endParaRP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Replicas: 2</a:t>
                      </a:r>
                    </a:p>
                    <a:p>
                      <a:pPr algn="just">
                        <a:lnSpc>
                          <a:spcPct val="135000"/>
                        </a:lnSpc>
                        <a:spcAft>
                          <a:spcPts val="0"/>
                        </a:spcAft>
                      </a:pPr>
                      <a:r>
                        <a:rPr lang="en-US" sz="900" dirty="0">
                          <a:effectLst/>
                          <a:latin typeface="Times New Roman" panose="02020603050405020304" pitchFamily="18" charset="0"/>
                          <a:cs typeface="Times New Roman" panose="02020603050405020304" pitchFamily="18" charset="0"/>
                        </a:rPr>
                        <a:t>• Resources: 4Gi/2000m</a:t>
                      </a:r>
                    </a:p>
                    <a:p>
                      <a:pPr algn="just">
                        <a:lnSpc>
                          <a:spcPct val="135000"/>
                        </a:lnSpc>
                        <a:spcAft>
                          <a:spcPts val="0"/>
                        </a:spcAft>
                      </a:pPr>
                      <a:endParaRPr lang="en-US" sz="9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601" marR="4601" marT="4601" marB="4601"/>
                </a:tc>
                <a:extLst>
                  <a:ext uri="{0D108BD9-81ED-4DB2-BD59-A6C34878D82A}">
                    <a16:rowId xmlns:a16="http://schemas.microsoft.com/office/drawing/2014/main" val="3661798112"/>
                  </a:ext>
                </a:extLst>
              </a:tr>
            </a:tbl>
          </a:graphicData>
        </a:graphic>
      </p:graphicFrame>
      <p:pic>
        <p:nvPicPr>
          <p:cNvPr id="9" name="Picture 8" descr="C:\Users\vietda2\AppData\Local\Microsoft\Windows\INetCache\Content.MSO\8D6432E3.tmp"/>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806" y="900677"/>
            <a:ext cx="6580915" cy="5851689"/>
          </a:xfrm>
          <a:prstGeom prst="rect">
            <a:avLst/>
          </a:prstGeom>
          <a:noFill/>
          <a:ln>
            <a:noFill/>
          </a:ln>
        </p:spPr>
      </p:pic>
    </p:spTree>
    <p:extLst>
      <p:ext uri="{BB962C8B-B14F-4D97-AF65-F5344CB8AC3E}">
        <p14:creationId xmlns:p14="http://schemas.microsoft.com/office/powerpoint/2010/main" val="2934221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26CF-FC28-6FA9-274E-E1AA4E9D2D8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6D5A94C-FF9A-FFD0-9FB1-03FA18DD21F9}"/>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dirty="0">
                <a:latin typeface="Times New Roman"/>
                <a:cs typeface="Times New Roman"/>
              </a:rPr>
              <a:t>Tech stack</a:t>
            </a:r>
            <a:endParaRPr lang="en-AU"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E35AE87-3495-5464-DDBD-61E806C91216}"/>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F1C62182-F8EA-BDCA-64D7-3493995A8E94}"/>
              </a:ext>
            </a:extLst>
          </p:cNvPr>
          <p:cNvGraphicFramePr>
            <a:graphicFrameLocks noGrp="1"/>
          </p:cNvGraphicFramePr>
          <p:nvPr>
            <p:extLst>
              <p:ext uri="{D42A27DB-BD31-4B8C-83A1-F6EECF244321}">
                <p14:modId xmlns:p14="http://schemas.microsoft.com/office/powerpoint/2010/main" val="1811427637"/>
              </p:ext>
            </p:extLst>
          </p:nvPr>
        </p:nvGraphicFramePr>
        <p:xfrm>
          <a:off x="571499" y="1278383"/>
          <a:ext cx="11049000" cy="4243179"/>
        </p:xfrm>
        <a:graphic>
          <a:graphicData uri="http://schemas.openxmlformats.org/drawingml/2006/table">
            <a:tbl>
              <a:tblPr firstRow="1" bandRow="1">
                <a:tableStyleId>{69012ECD-51FC-41F1-AA8D-1B2483CD663E}</a:tableStyleId>
              </a:tblPr>
              <a:tblGrid>
                <a:gridCol w="723069">
                  <a:extLst>
                    <a:ext uri="{9D8B030D-6E8A-4147-A177-3AD203B41FA5}">
                      <a16:colId xmlns:a16="http://schemas.microsoft.com/office/drawing/2014/main" val="1147448285"/>
                    </a:ext>
                  </a:extLst>
                </a:gridCol>
                <a:gridCol w="2258004">
                  <a:extLst>
                    <a:ext uri="{9D8B030D-6E8A-4147-A177-3AD203B41FA5}">
                      <a16:colId xmlns:a16="http://schemas.microsoft.com/office/drawing/2014/main" val="3234409639"/>
                    </a:ext>
                  </a:extLst>
                </a:gridCol>
                <a:gridCol w="8067927">
                  <a:extLst>
                    <a:ext uri="{9D8B030D-6E8A-4147-A177-3AD203B41FA5}">
                      <a16:colId xmlns:a16="http://schemas.microsoft.com/office/drawing/2014/main" val="495585687"/>
                    </a:ext>
                  </a:extLst>
                </a:gridCol>
              </a:tblGrid>
              <a:tr h="374015">
                <a:tc>
                  <a:txBody>
                    <a:bodyPr/>
                    <a:lstStyle/>
                    <a:p>
                      <a:pPr marL="0" algn="ctr" rtl="0" eaLnBrk="1" latinLnBrk="0" hangingPunct="1">
                        <a:buNone/>
                      </a:pPr>
                      <a:r>
                        <a:rPr lang="en-US" sz="1400" kern="1200">
                          <a:solidFill>
                            <a:srgbClr val="FFFFFF"/>
                          </a:solidFill>
                          <a:effectLst/>
                          <a:latin typeface="Calibri (Body)"/>
                        </a:rPr>
                        <a:t>No</a:t>
                      </a:r>
                      <a:endParaRPr lang="en-US" sz="1400">
                        <a:effectLst/>
                        <a:latin typeface="Calibri (Body)"/>
                      </a:endParaRPr>
                    </a:p>
                  </a:txBody>
                  <a:tcPr marL="0" marR="0" marT="0" marB="0" anchor="ctr"/>
                </a:tc>
                <a:tc>
                  <a:txBody>
                    <a:bodyPr/>
                    <a:lstStyle/>
                    <a:p>
                      <a:pPr marL="0" algn="ctr" rtl="0" eaLnBrk="1" latinLnBrk="0" hangingPunct="1">
                        <a:buNone/>
                      </a:pPr>
                      <a:r>
                        <a:rPr lang="vi-VN" sz="1400" kern="1200" dirty="0">
                          <a:solidFill>
                            <a:srgbClr val="FFFFFF"/>
                          </a:solidFill>
                          <a:effectLst/>
                          <a:latin typeface="Calibri (Body)"/>
                        </a:rPr>
                        <a:t>Service Component</a:t>
                      </a:r>
                      <a:endParaRPr lang="en-US" sz="1400" dirty="0">
                        <a:effectLst/>
                        <a:latin typeface="Calibri (Body)"/>
                      </a:endParaRPr>
                    </a:p>
                  </a:txBody>
                  <a:tcPr marL="0" marR="0" marT="0" marB="0" anchor="ctr"/>
                </a:tc>
                <a:tc>
                  <a:txBody>
                    <a:bodyPr/>
                    <a:lstStyle/>
                    <a:p>
                      <a:pPr marL="0" algn="ctr" rtl="0" eaLnBrk="1" latinLnBrk="0" hangingPunct="1">
                        <a:buNone/>
                      </a:pPr>
                      <a:r>
                        <a:rPr lang="vi-VN" sz="1400" kern="1200" dirty="0">
                          <a:solidFill>
                            <a:srgbClr val="FFFFFF"/>
                          </a:solidFill>
                          <a:effectLst/>
                          <a:latin typeface="Calibri (Body)"/>
                        </a:rPr>
                        <a:t>Tech stack</a:t>
                      </a:r>
                      <a:endParaRPr lang="en-US" sz="1400" dirty="0">
                        <a:effectLst/>
                        <a:latin typeface="Calibri (Body)"/>
                      </a:endParaRPr>
                    </a:p>
                  </a:txBody>
                  <a:tcPr marL="0" marR="0" marT="0" marB="0" anchor="ctr"/>
                </a:tc>
                <a:extLst>
                  <a:ext uri="{0D108BD9-81ED-4DB2-BD59-A6C34878D82A}">
                    <a16:rowId xmlns:a16="http://schemas.microsoft.com/office/drawing/2014/main" val="4061403446"/>
                  </a:ext>
                </a:extLst>
              </a:tr>
              <a:tr h="374015">
                <a:tc>
                  <a:txBody>
                    <a:bodyPr/>
                    <a:lstStyle/>
                    <a:p>
                      <a:pPr marL="0" algn="ctr">
                        <a:buNone/>
                      </a:pPr>
                      <a:r>
                        <a:rPr lang="en-US" sz="1400">
                          <a:solidFill>
                            <a:srgbClr val="000000"/>
                          </a:solidFill>
                          <a:effectLst/>
                          <a:latin typeface="Calibri (Body)"/>
                        </a:rPr>
                        <a:t>1</a:t>
                      </a:r>
                      <a:endParaRPr lang="en-US" sz="1400">
                        <a:effectLst/>
                        <a:latin typeface="Calibri (Body)"/>
                      </a:endParaRPr>
                    </a:p>
                  </a:txBody>
                  <a:tcPr marL="0" marR="0" marT="0" marB="0" anchor="ctr"/>
                </a:tc>
                <a:tc>
                  <a:txBody>
                    <a:bodyPr/>
                    <a:lstStyle/>
                    <a:p>
                      <a:pPr marL="0" marR="0" algn="l" rtl="0">
                        <a:buNone/>
                      </a:pPr>
                      <a:r>
                        <a:rPr lang="en-US" sz="1400" dirty="0">
                          <a:solidFill>
                            <a:srgbClr val="000000"/>
                          </a:solidFill>
                          <a:effectLst/>
                          <a:latin typeface="Calibri (Body)"/>
                        </a:rPr>
                        <a:t>Frontend UI</a:t>
                      </a:r>
                    </a:p>
                  </a:txBody>
                  <a:tcPr marL="0" marR="0" marT="0" marB="0" anchor="ctr"/>
                </a:tc>
                <a:tc>
                  <a:txBody>
                    <a:bodyPr/>
                    <a:lstStyle/>
                    <a:p>
                      <a:pPr marL="283210" indent="-283210" rtl="0" fontAlgn="base">
                        <a:buClrTx/>
                        <a:buSzPts val="1400"/>
                        <a:buFont typeface="Arial" panose="020B0604020202020204" pitchFamily="34" charset="0"/>
                        <a:buChar char="•"/>
                      </a:pPr>
                      <a:r>
                        <a:rPr lang="en-US" sz="1400" kern="1200" dirty="0">
                          <a:solidFill>
                            <a:srgbClr val="000000"/>
                          </a:solidFill>
                          <a:effectLst/>
                          <a:latin typeface="Calibri (Body)"/>
                        </a:rPr>
                        <a:t>React Single Page Application</a:t>
                      </a:r>
                      <a:endParaRPr lang="en-US" sz="1400" dirty="0">
                        <a:effectLst/>
                        <a:latin typeface="Calibri (Body)"/>
                      </a:endParaRPr>
                    </a:p>
                  </a:txBody>
                  <a:tcPr marL="0" marR="0" marT="0" marB="0" anchor="ctr"/>
                </a:tc>
                <a:extLst>
                  <a:ext uri="{0D108BD9-81ED-4DB2-BD59-A6C34878D82A}">
                    <a16:rowId xmlns:a16="http://schemas.microsoft.com/office/drawing/2014/main" val="477043543"/>
                  </a:ext>
                </a:extLst>
              </a:tr>
              <a:tr h="503029">
                <a:tc>
                  <a:txBody>
                    <a:bodyPr/>
                    <a:lstStyle/>
                    <a:p>
                      <a:pPr marL="0" algn="ctr">
                        <a:buNone/>
                      </a:pPr>
                      <a:r>
                        <a:rPr lang="en-US" sz="1400" dirty="0">
                          <a:solidFill>
                            <a:srgbClr val="000000"/>
                          </a:solidFill>
                          <a:effectLst/>
                          <a:latin typeface="Calibri (Body)"/>
                        </a:rPr>
                        <a:t>2</a:t>
                      </a:r>
                      <a:endParaRPr lang="en-US" sz="1400" dirty="0">
                        <a:effectLst/>
                        <a:latin typeface="Calibri (Body)"/>
                      </a:endParaRPr>
                    </a:p>
                  </a:txBody>
                  <a:tcPr marL="0" marR="0" marT="0" marB="0" anchor="ctr"/>
                </a:tc>
                <a:tc>
                  <a:txBody>
                    <a:bodyPr/>
                    <a:lstStyle/>
                    <a:p>
                      <a:pPr marL="0" marR="0" algn="l" rtl="0">
                        <a:buNone/>
                      </a:pPr>
                      <a:r>
                        <a:rPr lang="vi-VN" sz="1400" dirty="0">
                          <a:solidFill>
                            <a:srgbClr val="000000"/>
                          </a:solidFill>
                          <a:effectLst/>
                          <a:latin typeface="Calibri (Body)"/>
                        </a:rPr>
                        <a:t>API Gateway</a:t>
                      </a:r>
                      <a:endParaRPr lang="en-US" sz="1400" dirty="0">
                        <a:effectLst/>
                        <a:latin typeface="Calibri (Body)"/>
                      </a:endParaRPr>
                    </a:p>
                  </a:txBody>
                  <a:tcPr marL="0" marR="0" marT="0" marB="0" anchor="ctr"/>
                </a:tc>
                <a:tc>
                  <a:txBody>
                    <a:bodyPr/>
                    <a:lstStyle/>
                    <a:p>
                      <a:pPr marL="285750" marR="0" lvl="0" indent="-285750" algn="l">
                        <a:lnSpc>
                          <a:spcPct val="150000"/>
                        </a:lnSpc>
                        <a:buFont typeface="Arial"/>
                        <a:buChar char="•"/>
                      </a:pPr>
                      <a:r>
                        <a:rPr lang="vi-VN" sz="1400" baseline="0" dirty="0">
                          <a:solidFill>
                            <a:srgbClr val="000000"/>
                          </a:solidFill>
                          <a:effectLst/>
                          <a:latin typeface="Calibri (Body)"/>
                        </a:rPr>
                        <a:t>Kong Gateway</a:t>
                      </a:r>
                    </a:p>
                  </a:txBody>
                  <a:tcPr marL="0" marR="0" marT="0" marB="0" anchor="ctr"/>
                </a:tc>
                <a:extLst>
                  <a:ext uri="{0D108BD9-81ED-4DB2-BD59-A6C34878D82A}">
                    <a16:rowId xmlns:a16="http://schemas.microsoft.com/office/drawing/2014/main" val="1616108770"/>
                  </a:ext>
                </a:extLst>
              </a:tr>
              <a:tr h="374015">
                <a:tc>
                  <a:txBody>
                    <a:bodyPr/>
                    <a:lstStyle/>
                    <a:p>
                      <a:pPr marL="0" algn="ctr">
                        <a:buNone/>
                      </a:pPr>
                      <a:r>
                        <a:rPr lang="en-US" sz="1400">
                          <a:solidFill>
                            <a:srgbClr val="000000"/>
                          </a:solidFill>
                          <a:effectLst/>
                          <a:latin typeface="Calibri (Body)"/>
                        </a:rPr>
                        <a:t>3</a:t>
                      </a:r>
                      <a:endParaRPr lang="en-US" sz="1400">
                        <a:effectLst/>
                        <a:latin typeface="Calibri (Body)"/>
                      </a:endParaRPr>
                    </a:p>
                  </a:txBody>
                  <a:tcPr marL="0" marR="0" marT="0" marB="0" anchor="ctr"/>
                </a:tc>
                <a:tc>
                  <a:txBody>
                    <a:bodyPr/>
                    <a:lstStyle/>
                    <a:p>
                      <a:pPr marL="0" marR="0" algn="l" rtl="0">
                        <a:buNone/>
                      </a:pPr>
                      <a:r>
                        <a:rPr lang="vi-VN" sz="1400" dirty="0">
                          <a:solidFill>
                            <a:srgbClr val="000000"/>
                          </a:solidFill>
                          <a:effectLst/>
                          <a:latin typeface="Calibri (Body)"/>
                        </a:rPr>
                        <a:t>Upload Mgt Service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Java Spring Boot</a:t>
                      </a:r>
                      <a:endParaRPr lang="en-US" sz="1400" dirty="0">
                        <a:effectLst/>
                        <a:latin typeface="Calibri (Body)"/>
                      </a:endParaRPr>
                    </a:p>
                  </a:txBody>
                  <a:tcPr marL="0" marR="0" marT="0" marB="0" anchor="ctr"/>
                </a:tc>
                <a:extLst>
                  <a:ext uri="{0D108BD9-81ED-4DB2-BD59-A6C34878D82A}">
                    <a16:rowId xmlns:a16="http://schemas.microsoft.com/office/drawing/2014/main" val="3667260139"/>
                  </a:ext>
                </a:extLst>
              </a:tr>
              <a:tr h="374015">
                <a:tc>
                  <a:txBody>
                    <a:bodyPr/>
                    <a:lstStyle/>
                    <a:p>
                      <a:pPr marL="0" algn="ctr">
                        <a:buNone/>
                      </a:pPr>
                      <a:r>
                        <a:rPr lang="vi-VN" sz="1400" dirty="0">
                          <a:effectLst/>
                          <a:latin typeface="Calibri (Body)"/>
                        </a:rPr>
                        <a:t>4</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User Mgt Service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Java Spring Boot</a:t>
                      </a:r>
                      <a:endParaRPr lang="en-US" sz="1400" dirty="0">
                        <a:effectLst/>
                        <a:latin typeface="Calibri (Body)"/>
                      </a:endParaRPr>
                    </a:p>
                  </a:txBody>
                  <a:tcPr marL="0" marR="0" marT="0" marB="0" anchor="ctr"/>
                </a:tc>
                <a:extLst>
                  <a:ext uri="{0D108BD9-81ED-4DB2-BD59-A6C34878D82A}">
                    <a16:rowId xmlns:a16="http://schemas.microsoft.com/office/drawing/2014/main" val="3301861515"/>
                  </a:ext>
                </a:extLst>
              </a:tr>
              <a:tr h="374015">
                <a:tc>
                  <a:txBody>
                    <a:bodyPr/>
                    <a:lstStyle/>
                    <a:p>
                      <a:pPr marL="0" algn="ctr">
                        <a:buNone/>
                      </a:pPr>
                      <a:r>
                        <a:rPr lang="vi-VN" sz="1400" dirty="0">
                          <a:effectLst/>
                          <a:latin typeface="Calibri (Body)"/>
                        </a:rPr>
                        <a:t>5</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Validation </a:t>
                      </a:r>
                      <a:r>
                        <a:rPr lang="en-US" sz="1400" dirty="0">
                          <a:effectLst/>
                          <a:latin typeface="Calibri (Body)"/>
                        </a:rPr>
                        <a:t>Job</a:t>
                      </a: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dirty="0">
                          <a:effectLst/>
                          <a:latin typeface="Calibri (Body)"/>
                        </a:rPr>
                        <a:t>Python Fast API</a:t>
                      </a:r>
                    </a:p>
                  </a:txBody>
                  <a:tcPr marL="0" marR="0" marT="0" marB="0" anchor="ctr"/>
                </a:tc>
                <a:extLst>
                  <a:ext uri="{0D108BD9-81ED-4DB2-BD59-A6C34878D82A}">
                    <a16:rowId xmlns:a16="http://schemas.microsoft.com/office/drawing/2014/main" val="1873896146"/>
                  </a:ext>
                </a:extLst>
              </a:tr>
              <a:tr h="374015">
                <a:tc>
                  <a:txBody>
                    <a:bodyPr/>
                    <a:lstStyle/>
                    <a:p>
                      <a:pPr marL="0" algn="ctr">
                        <a:buNone/>
                      </a:pPr>
                      <a:r>
                        <a:rPr lang="vi-VN" sz="1400" dirty="0">
                          <a:effectLst/>
                          <a:latin typeface="Calibri (Body)"/>
                        </a:rPr>
                        <a:t>6</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Ingestion </a:t>
                      </a:r>
                      <a:r>
                        <a:rPr lang="en-US" sz="1400" dirty="0">
                          <a:effectLst/>
                          <a:latin typeface="Calibri (Body)"/>
                        </a:rPr>
                        <a:t>Job</a:t>
                      </a: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dirty="0">
                          <a:effectLst/>
                          <a:latin typeface="Calibri (Body)"/>
                        </a:rPr>
                        <a:t>IBM </a:t>
                      </a:r>
                      <a:r>
                        <a:rPr lang="en-US" sz="1400" dirty="0" err="1">
                          <a:effectLst/>
                          <a:latin typeface="Calibri (Body)"/>
                        </a:rPr>
                        <a:t>Datastage</a:t>
                      </a:r>
                      <a:r>
                        <a:rPr lang="en-US" sz="1400" baseline="0" dirty="0">
                          <a:effectLst/>
                          <a:latin typeface="Calibri (Body)"/>
                        </a:rPr>
                        <a:t>/CP4D</a:t>
                      </a:r>
                      <a:endParaRPr lang="en-US" sz="1400" dirty="0">
                        <a:effectLst/>
                        <a:latin typeface="Calibri (Body)"/>
                      </a:endParaRPr>
                    </a:p>
                  </a:txBody>
                  <a:tcPr marL="0" marR="0" marT="0" marB="0" anchor="ctr"/>
                </a:tc>
                <a:extLst>
                  <a:ext uri="{0D108BD9-81ED-4DB2-BD59-A6C34878D82A}">
                    <a16:rowId xmlns:a16="http://schemas.microsoft.com/office/drawing/2014/main" val="1569496574"/>
                  </a:ext>
                </a:extLst>
              </a:tr>
              <a:tr h="374015">
                <a:tc>
                  <a:txBody>
                    <a:bodyPr/>
                    <a:lstStyle/>
                    <a:p>
                      <a:pPr marL="0" algn="ctr">
                        <a:buNone/>
                      </a:pPr>
                      <a:r>
                        <a:rPr lang="vi-VN" sz="1400" dirty="0">
                          <a:effectLst/>
                          <a:latin typeface="Calibri (Body)"/>
                        </a:rPr>
                        <a:t>7</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Object Storae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MinIO S3 Compatible Object Storage</a:t>
                      </a:r>
                      <a:endParaRPr lang="en-US" sz="1400" dirty="0">
                        <a:effectLst/>
                        <a:latin typeface="Calibri (Body)"/>
                      </a:endParaRPr>
                    </a:p>
                  </a:txBody>
                  <a:tcPr marL="0" marR="0" marT="0" marB="0" anchor="ctr"/>
                </a:tc>
                <a:extLst>
                  <a:ext uri="{0D108BD9-81ED-4DB2-BD59-A6C34878D82A}">
                    <a16:rowId xmlns:a16="http://schemas.microsoft.com/office/drawing/2014/main" val="2319221589"/>
                  </a:ext>
                </a:extLst>
              </a:tr>
              <a:tr h="374015">
                <a:tc>
                  <a:txBody>
                    <a:bodyPr/>
                    <a:lstStyle/>
                    <a:p>
                      <a:pPr marL="0" algn="ctr">
                        <a:buNone/>
                      </a:pPr>
                      <a:r>
                        <a:rPr lang="vi-VN" sz="1400" dirty="0">
                          <a:effectLst/>
                          <a:latin typeface="Calibri (Body)"/>
                        </a:rPr>
                        <a:t>8</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Database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Postgres DB</a:t>
                      </a:r>
                      <a:endParaRPr lang="en-US" sz="1400" dirty="0">
                        <a:effectLst/>
                        <a:latin typeface="Calibri (Body)"/>
                      </a:endParaRPr>
                    </a:p>
                  </a:txBody>
                  <a:tcPr marL="0" marR="0" marT="0" marB="0" anchor="ctr"/>
                </a:tc>
                <a:extLst>
                  <a:ext uri="{0D108BD9-81ED-4DB2-BD59-A6C34878D82A}">
                    <a16:rowId xmlns:a16="http://schemas.microsoft.com/office/drawing/2014/main" val="326848428"/>
                  </a:ext>
                </a:extLst>
              </a:tr>
              <a:tr h="374015">
                <a:tc>
                  <a:txBody>
                    <a:bodyPr/>
                    <a:lstStyle/>
                    <a:p>
                      <a:pPr marL="0" algn="ctr">
                        <a:buNone/>
                      </a:pPr>
                      <a:r>
                        <a:rPr lang="vi-VN" sz="1400" dirty="0">
                          <a:effectLst/>
                          <a:latin typeface="Calibri (Body)"/>
                        </a:rPr>
                        <a:t>9</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Message Queue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Kafka</a:t>
                      </a:r>
                      <a:endParaRPr lang="en-US" sz="1400" dirty="0">
                        <a:effectLst/>
                        <a:latin typeface="Calibri (Body)"/>
                      </a:endParaRPr>
                    </a:p>
                  </a:txBody>
                  <a:tcPr marL="0" marR="0" marT="0" marB="0" anchor="ctr"/>
                </a:tc>
                <a:extLst>
                  <a:ext uri="{0D108BD9-81ED-4DB2-BD59-A6C34878D82A}">
                    <a16:rowId xmlns:a16="http://schemas.microsoft.com/office/drawing/2014/main" val="2525639401"/>
                  </a:ext>
                </a:extLst>
              </a:tr>
              <a:tr h="374015">
                <a:tc>
                  <a:txBody>
                    <a:bodyPr/>
                    <a:lstStyle/>
                    <a:p>
                      <a:pPr marL="0" algn="ctr">
                        <a:buNone/>
                      </a:pPr>
                      <a:r>
                        <a:rPr lang="vi-VN" sz="1400" dirty="0">
                          <a:effectLst/>
                          <a:latin typeface="Calibri (Body)"/>
                        </a:rPr>
                        <a:t>10</a:t>
                      </a:r>
                      <a:endParaRPr lang="en-US" sz="1400" dirty="0">
                        <a:effectLst/>
                        <a:latin typeface="Calibri (Body)"/>
                      </a:endParaRPr>
                    </a:p>
                  </a:txBody>
                  <a:tcPr marL="0" marR="0" marT="0" marB="0" anchor="ctr"/>
                </a:tc>
                <a:tc>
                  <a:txBody>
                    <a:bodyPr/>
                    <a:lstStyle/>
                    <a:p>
                      <a:pPr marL="0" marR="0" algn="l" rtl="0">
                        <a:buNone/>
                      </a:pPr>
                      <a:r>
                        <a:rPr lang="vi-VN" sz="1400" dirty="0">
                          <a:effectLst/>
                          <a:latin typeface="Calibri (Body)"/>
                        </a:rPr>
                        <a:t>Cache</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vi-VN" sz="1400" dirty="0">
                          <a:effectLst/>
                          <a:latin typeface="Calibri (Body)"/>
                        </a:rPr>
                        <a:t>Redis</a:t>
                      </a:r>
                      <a:endParaRPr lang="en-US" sz="1400" dirty="0">
                        <a:effectLst/>
                        <a:latin typeface="Calibri (Body)"/>
                      </a:endParaRPr>
                    </a:p>
                  </a:txBody>
                  <a:tcPr marL="0" marR="0" marT="0" marB="0" anchor="ctr"/>
                </a:tc>
                <a:extLst>
                  <a:ext uri="{0D108BD9-81ED-4DB2-BD59-A6C34878D82A}">
                    <a16:rowId xmlns:a16="http://schemas.microsoft.com/office/drawing/2014/main" val="40960766"/>
                  </a:ext>
                </a:extLst>
              </a:tr>
            </a:tbl>
          </a:graphicData>
        </a:graphic>
      </p:graphicFrame>
    </p:spTree>
    <p:extLst>
      <p:ext uri="{BB962C8B-B14F-4D97-AF65-F5344CB8AC3E}">
        <p14:creationId xmlns:p14="http://schemas.microsoft.com/office/powerpoint/2010/main" val="20863289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Arrow: Left-Right 148">
            <a:extLst>
              <a:ext uri="{FF2B5EF4-FFF2-40B4-BE49-F238E27FC236}">
                <a16:creationId xmlns:a16="http://schemas.microsoft.com/office/drawing/2014/main" id="{56CF0B3F-6B29-4C01-9F4B-A1D0C744DB76}"/>
              </a:ext>
            </a:extLst>
          </p:cNvPr>
          <p:cNvSpPr/>
          <p:nvPr/>
        </p:nvSpPr>
        <p:spPr>
          <a:xfrm>
            <a:off x="4376949" y="822513"/>
            <a:ext cx="7815051" cy="458516"/>
          </a:xfrm>
          <a:prstGeom prst="leftRightArrow">
            <a:avLst>
              <a:gd name="adj1" fmla="val 77369"/>
              <a:gd name="adj2" fmla="val 25123"/>
            </a:avLst>
          </a:prstGeom>
          <a:solidFill>
            <a:srgbClr val="FF0000"/>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900" b="0" i="0" u="none" strike="noStrike" kern="1200" cap="none" spc="0" normalizeH="0" baseline="0" noProof="0" dirty="0" err="1">
              <a:ln>
                <a:noFill/>
              </a:ln>
              <a:solidFill>
                <a:schemeClr val="bg1"/>
              </a:solidFill>
              <a:effectLst/>
              <a:uLnTx/>
              <a:uFillTx/>
              <a:latin typeface="Arial"/>
              <a:ea typeface="+mn-ea"/>
              <a:cs typeface="+mn-cs"/>
            </a:endParaRPr>
          </a:p>
        </p:txBody>
      </p:sp>
      <p:sp>
        <p:nvSpPr>
          <p:cNvPr id="32" name="Title 1">
            <a:extLst>
              <a:ext uri="{FF2B5EF4-FFF2-40B4-BE49-F238E27FC236}">
                <a16:creationId xmlns:a16="http://schemas.microsoft.com/office/drawing/2014/main" id="{25589B45-02E8-4E94-8813-AA7BAA328C6E}"/>
              </a:ext>
            </a:extLst>
          </p:cNvPr>
          <p:cNvSpPr txBox="1">
            <a:spLocks/>
          </p:cNvSpPr>
          <p:nvPr/>
        </p:nvSpPr>
        <p:spPr bwMode="ltGray">
          <a:xfrm>
            <a:off x="166211" y="744744"/>
            <a:ext cx="4237013" cy="5780310"/>
          </a:xfrm>
          <a:prstGeom prst="roundRect">
            <a:avLst>
              <a:gd name="adj" fmla="val 4846"/>
            </a:avLst>
          </a:prstGeom>
          <a:gradFill>
            <a:gsLst>
              <a:gs pos="100000">
                <a:srgbClr val="FF671F"/>
              </a:gs>
              <a:gs pos="0">
                <a:srgbClr val="FF0000"/>
              </a:gs>
            </a:gsLst>
            <a:lin ang="0" scaled="0"/>
          </a:gradFill>
          <a:ln w="10795" cap="flat" cmpd="sng" algn="ctr">
            <a:no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rtlCol="0" anchor="ctr" anchorCtr="0">
            <a:noAutofit/>
          </a:bodyPr>
          <a:lstStyle>
            <a:lvl1pPr algn="l" defTabSz="914400" rtl="0" eaLnBrk="1" latinLnBrk="0" hangingPunct="1">
              <a:lnSpc>
                <a:spcPct val="100000"/>
              </a:lnSpc>
              <a:spcBef>
                <a:spcPct val="0"/>
              </a:spcBef>
              <a:buNone/>
              <a:defRPr kumimoji="0" lang="en-US" sz="3200" b="1" i="0" u="none" strike="noStrike" kern="1200" cap="none" spc="0" normalizeH="0" baseline="0">
                <a:ln>
                  <a:noFill/>
                </a:ln>
                <a:solidFill>
                  <a:prstClr val="white"/>
                </a:solidFill>
                <a:effectLst/>
                <a:uLnTx/>
                <a:uFillTx/>
                <a:latin typeface="Calibri" panose="020F0502020204030204" pitchFamily="34" charset="0"/>
                <a:ea typeface="+mn-ea"/>
                <a:cs typeface="Calibri" panose="020F0502020204030204" pitchFamily="34" charset="0"/>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endParaRPr>
          </a:p>
        </p:txBody>
      </p:sp>
      <p:graphicFrame>
        <p:nvGraphicFramePr>
          <p:cNvPr id="6" name="Object 6" hidden="1">
            <a:extLst>
              <a:ext uri="{FF2B5EF4-FFF2-40B4-BE49-F238E27FC236}">
                <a16:creationId xmlns:a16="http://schemas.microsoft.com/office/drawing/2014/main" id="{7BF77C9F-43A5-4109-BB5E-747918DB2B7D}"/>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9708" name="think-cell Slide" r:id="rId5" imgW="351" imgH="351" progId="TCLayout.ActiveDocument.1">
                  <p:embed/>
                </p:oleObj>
              </mc:Choice>
              <mc:Fallback>
                <p:oleObj name="think-cell Slide" r:id="rId5" imgW="351" imgH="351" progId="TCLayout.ActiveDocument.1">
                  <p:embed/>
                  <p:pic>
                    <p:nvPicPr>
                      <p:cNvPr id="6" name="Object 6" hidden="1">
                        <a:extLst>
                          <a:ext uri="{FF2B5EF4-FFF2-40B4-BE49-F238E27FC236}">
                            <a16:creationId xmlns:a16="http://schemas.microsoft.com/office/drawing/2014/main" id="{7BF77C9F-43A5-4109-BB5E-747918DB2B7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98B590A9-319C-4858-91B9-218A0B9E5552}"/>
              </a:ext>
            </a:extLst>
          </p:cNvPr>
          <p:cNvSpPr>
            <a:spLocks noGrp="1"/>
          </p:cNvSpPr>
          <p:nvPr>
            <p:ph type="title"/>
            <p:custDataLst>
              <p:tags r:id="rId3"/>
            </p:custDataLst>
          </p:nvPr>
        </p:nvSpPr>
        <p:spPr>
          <a:xfrm>
            <a:off x="330678" y="153290"/>
            <a:ext cx="8940974" cy="434472"/>
          </a:xfrm>
        </p:spPr>
        <p:txBody>
          <a:bodyPr vert="horz">
            <a:noAutofit/>
          </a:bodyPr>
          <a:lstStyle/>
          <a:p>
            <a:pPr>
              <a:defRPr/>
            </a:pPr>
            <a:r>
              <a:rPr lang="en-US" sz="3200" b="1" dirty="0" err="1">
                <a:solidFill>
                  <a:srgbClr val="E67014"/>
                </a:solidFill>
                <a:latin typeface="+mn-lt"/>
                <a:ea typeface="+mn-ea"/>
                <a:cs typeface="+mn-cs"/>
              </a:rPr>
              <a:t>Mô</a:t>
            </a:r>
            <a:r>
              <a:rPr lang="en-US" sz="3200" b="1" dirty="0">
                <a:solidFill>
                  <a:srgbClr val="E67014"/>
                </a:solidFill>
                <a:latin typeface="+mn-lt"/>
                <a:ea typeface="+mn-ea"/>
                <a:cs typeface="+mn-cs"/>
              </a:rPr>
              <a:t> </a:t>
            </a:r>
            <a:r>
              <a:rPr lang="en-US" sz="3200" b="1" dirty="0" err="1">
                <a:solidFill>
                  <a:srgbClr val="E67014"/>
                </a:solidFill>
                <a:latin typeface="+mn-lt"/>
                <a:ea typeface="+mn-ea"/>
                <a:cs typeface="+mn-cs"/>
              </a:rPr>
              <a:t>tả</a:t>
            </a:r>
            <a:r>
              <a:rPr lang="en-US" sz="3200" b="1" dirty="0">
                <a:solidFill>
                  <a:srgbClr val="E67014"/>
                </a:solidFill>
                <a:latin typeface="+mn-lt"/>
                <a:ea typeface="+mn-ea"/>
                <a:cs typeface="+mn-cs"/>
              </a:rPr>
              <a:t> </a:t>
            </a:r>
            <a:r>
              <a:rPr lang="en-US" sz="3200" b="1" dirty="0" err="1">
                <a:solidFill>
                  <a:srgbClr val="E67014"/>
                </a:solidFill>
                <a:latin typeface="+mn-lt"/>
                <a:ea typeface="+mn-ea"/>
                <a:cs typeface="+mn-cs"/>
              </a:rPr>
              <a:t>thay</a:t>
            </a:r>
            <a:r>
              <a:rPr lang="en-US" sz="3200" b="1" dirty="0">
                <a:solidFill>
                  <a:srgbClr val="E67014"/>
                </a:solidFill>
                <a:latin typeface="+mn-lt"/>
                <a:ea typeface="+mn-ea"/>
                <a:cs typeface="+mn-cs"/>
              </a:rPr>
              <a:t> </a:t>
            </a:r>
            <a:r>
              <a:rPr lang="en-US" sz="3200" b="1" dirty="0" err="1">
                <a:solidFill>
                  <a:srgbClr val="E67014"/>
                </a:solidFill>
                <a:latin typeface="+mn-lt"/>
                <a:ea typeface="+mn-ea"/>
                <a:cs typeface="+mn-cs"/>
              </a:rPr>
              <a:t>đổi</a:t>
            </a:r>
            <a:r>
              <a:rPr lang="en-US" sz="3200" b="1" dirty="0">
                <a:solidFill>
                  <a:srgbClr val="E67014"/>
                </a:solidFill>
                <a:latin typeface="+mn-lt"/>
                <a:ea typeface="+mn-ea"/>
                <a:cs typeface="+mn-cs"/>
              </a:rPr>
              <a:t> các </a:t>
            </a:r>
            <a:r>
              <a:rPr lang="en-US" sz="3200" b="1" dirty="0" err="1">
                <a:solidFill>
                  <a:srgbClr val="E67014"/>
                </a:solidFill>
                <a:latin typeface="+mn-lt"/>
                <a:ea typeface="+mn-ea"/>
                <a:cs typeface="+mn-cs"/>
              </a:rPr>
              <a:t>hệ</a:t>
            </a:r>
            <a:r>
              <a:rPr lang="en-US" sz="3200" b="1" dirty="0">
                <a:solidFill>
                  <a:srgbClr val="E67014"/>
                </a:solidFill>
                <a:latin typeface="+mn-lt"/>
                <a:ea typeface="+mn-ea"/>
                <a:cs typeface="+mn-cs"/>
              </a:rPr>
              <a:t> </a:t>
            </a:r>
            <a:r>
              <a:rPr lang="en-US" sz="3200" b="1" dirty="0" err="1">
                <a:solidFill>
                  <a:srgbClr val="E67014"/>
                </a:solidFill>
                <a:latin typeface="+mn-lt"/>
                <a:ea typeface="+mn-ea"/>
                <a:cs typeface="+mn-cs"/>
              </a:rPr>
              <a:t>thống</a:t>
            </a:r>
            <a:endParaRPr lang="en-US" sz="3200" b="1" dirty="0">
              <a:solidFill>
                <a:srgbClr val="E67014"/>
              </a:solidFill>
              <a:latin typeface="+mn-lt"/>
              <a:ea typeface="+mn-ea"/>
              <a:cs typeface="+mn-cs"/>
            </a:endParaRPr>
          </a:p>
        </p:txBody>
      </p:sp>
      <p:sp>
        <p:nvSpPr>
          <p:cNvPr id="10" name="TextBox 9ZCI69BGAE0Q81THHEE1RH4KHPNCJOJ">
            <a:extLst>
              <a:ext uri="{FF2B5EF4-FFF2-40B4-BE49-F238E27FC236}">
                <a16:creationId xmlns:a16="http://schemas.microsoft.com/office/drawing/2014/main" id="{3F1A9F02-77EC-4ECE-811B-63D92B7C800C}"/>
              </a:ext>
            </a:extLst>
          </p:cNvPr>
          <p:cNvSpPr txBox="1"/>
          <p:nvPr/>
        </p:nvSpPr>
        <p:spPr>
          <a:xfrm>
            <a:off x="320828" y="1152025"/>
            <a:ext cx="1192584"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System</a:t>
            </a:r>
          </a:p>
        </p:txBody>
      </p:sp>
      <p:sp>
        <p:nvSpPr>
          <p:cNvPr id="11" name="TextBox 109Y5CTC38F7J5D7HDIU7CA1WUPJGZU3">
            <a:extLst>
              <a:ext uri="{FF2B5EF4-FFF2-40B4-BE49-F238E27FC236}">
                <a16:creationId xmlns:a16="http://schemas.microsoft.com/office/drawing/2014/main" id="{5E9F0164-46EC-4F9D-AC6F-1D5C8F1182AE}"/>
              </a:ext>
            </a:extLst>
          </p:cNvPr>
          <p:cNvSpPr txBox="1"/>
          <p:nvPr/>
        </p:nvSpPr>
        <p:spPr>
          <a:xfrm>
            <a:off x="1419092" y="999468"/>
            <a:ext cx="1371390" cy="507831"/>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dirty="0">
                <a:ln>
                  <a:noFill/>
                </a:ln>
                <a:solidFill>
                  <a:schemeClr val="bg1"/>
                </a:solidFill>
                <a:effectLst/>
                <a:uLnTx/>
                <a:uFillTx/>
                <a:latin typeface="Arial"/>
              </a:rPr>
              <a:t>Component/</a:t>
            </a:r>
          </a:p>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400" b="1" dirty="0" err="1">
                <a:solidFill>
                  <a:schemeClr val="bg1"/>
                </a:solidFill>
                <a:latin typeface="Arial"/>
              </a:rPr>
              <a:t>Microservices</a:t>
            </a:r>
            <a:endParaRPr kumimoji="0" lang="en-US" sz="1400" b="1" i="0" u="none" strike="noStrike" kern="1200" cap="none" spc="0" normalizeH="0" baseline="0" noProof="0" dirty="0">
              <a:ln>
                <a:noFill/>
              </a:ln>
              <a:solidFill>
                <a:schemeClr val="bg1"/>
              </a:solidFill>
              <a:effectLst/>
              <a:uLnTx/>
              <a:uFillTx/>
              <a:latin typeface="Arial"/>
            </a:endParaRPr>
          </a:p>
        </p:txBody>
      </p:sp>
      <p:sp>
        <p:nvSpPr>
          <p:cNvPr id="12" name="TextBox 11MNCR1BA9E3DJVE9H8D2V4FD2HN6IPM">
            <a:extLst>
              <a:ext uri="{FF2B5EF4-FFF2-40B4-BE49-F238E27FC236}">
                <a16:creationId xmlns:a16="http://schemas.microsoft.com/office/drawing/2014/main" id="{7C35628D-7A8C-49A1-B751-1AA51887B13C}"/>
              </a:ext>
            </a:extLst>
          </p:cNvPr>
          <p:cNvSpPr txBox="1"/>
          <p:nvPr/>
        </p:nvSpPr>
        <p:spPr>
          <a:xfrm>
            <a:off x="2920074" y="1111983"/>
            <a:ext cx="1400722"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4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Sub-Item</a:t>
            </a:r>
          </a:p>
        </p:txBody>
      </p:sp>
      <p:sp>
        <p:nvSpPr>
          <p:cNvPr id="13" name="TextBox 12TR0D1F6S8JKNJ19L4XWAUTRWXMIKOF">
            <a:extLst>
              <a:ext uri="{FF2B5EF4-FFF2-40B4-BE49-F238E27FC236}">
                <a16:creationId xmlns:a16="http://schemas.microsoft.com/office/drawing/2014/main" id="{F9023466-D8DF-4A28-A4B9-64037F4E3B1A}"/>
              </a:ext>
            </a:extLst>
          </p:cNvPr>
          <p:cNvSpPr txBox="1"/>
          <p:nvPr/>
        </p:nvSpPr>
        <p:spPr>
          <a:xfrm>
            <a:off x="4742383" y="958440"/>
            <a:ext cx="578702" cy="186662"/>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Code</a:t>
            </a:r>
          </a:p>
        </p:txBody>
      </p:sp>
      <p:cxnSp>
        <p:nvCxnSpPr>
          <p:cNvPr id="15" name="Straight Connector 14">
            <a:extLst>
              <a:ext uri="{FF2B5EF4-FFF2-40B4-BE49-F238E27FC236}">
                <a16:creationId xmlns:a16="http://schemas.microsoft.com/office/drawing/2014/main" id="{48999DDE-28AC-4C85-B9E7-02FA42836811}"/>
              </a:ext>
            </a:extLst>
          </p:cNvPr>
          <p:cNvCxnSpPr>
            <a:cxnSpLocks/>
          </p:cNvCxnSpPr>
          <p:nvPr/>
        </p:nvCxnSpPr>
        <p:spPr>
          <a:xfrm>
            <a:off x="160954" y="1733112"/>
            <a:ext cx="4206240" cy="0"/>
          </a:xfrm>
          <a:prstGeom prst="line">
            <a:avLst/>
          </a:prstGeom>
          <a:ln w="28575"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9ZCI69BGAE0Q81THHEE1RH4KHPNCJOJ">
            <a:extLst>
              <a:ext uri="{FF2B5EF4-FFF2-40B4-BE49-F238E27FC236}">
                <a16:creationId xmlns:a16="http://schemas.microsoft.com/office/drawing/2014/main" id="{5E86C404-DCEF-4275-B45C-BFBAEF615436}"/>
              </a:ext>
            </a:extLst>
          </p:cNvPr>
          <p:cNvSpPr txBox="1"/>
          <p:nvPr/>
        </p:nvSpPr>
        <p:spPr>
          <a:xfrm>
            <a:off x="330678" y="1918936"/>
            <a:ext cx="910981" cy="553998"/>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DATA</a:t>
            </a:r>
            <a:r>
              <a:rPr kumimoji="0" lang="en-US" sz="1200" b="1" i="0" u="none" strike="noStrike" kern="1200" cap="none" spc="0" normalizeH="0" noProof="0" dirty="0">
                <a:ln>
                  <a:noFill/>
                </a:ln>
                <a:solidFill>
                  <a:schemeClr val="bg1"/>
                </a:solidFill>
                <a:effectLst/>
                <a:uLnTx/>
                <a:uFillTx/>
                <a:latin typeface="Arial"/>
                <a:ea typeface="+mn-ea"/>
                <a:cs typeface="Arial" panose="020B0604020202020204" pitchFamily="34" charset="0"/>
              </a:rPr>
              <a:t> UPLOAD PORTAL</a:t>
            </a:r>
            <a:endPar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31" name="Straight Connector 30">
            <a:extLst>
              <a:ext uri="{FF2B5EF4-FFF2-40B4-BE49-F238E27FC236}">
                <a16:creationId xmlns:a16="http://schemas.microsoft.com/office/drawing/2014/main" id="{3C54BAF2-B6DE-403E-A167-4D615D8DBA62}"/>
              </a:ext>
            </a:extLst>
          </p:cNvPr>
          <p:cNvCxnSpPr>
            <a:cxnSpLocks/>
          </p:cNvCxnSpPr>
          <p:nvPr/>
        </p:nvCxnSpPr>
        <p:spPr>
          <a:xfrm>
            <a:off x="4468775" y="2288268"/>
            <a:ext cx="7589520"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73398A-FB71-4285-9244-8C34ECE4F09E}"/>
              </a:ext>
            </a:extLst>
          </p:cNvPr>
          <p:cNvCxnSpPr>
            <a:cxnSpLocks/>
          </p:cNvCxnSpPr>
          <p:nvPr/>
        </p:nvCxnSpPr>
        <p:spPr>
          <a:xfrm>
            <a:off x="2893840" y="2849071"/>
            <a:ext cx="1463040" cy="0"/>
          </a:xfrm>
          <a:prstGeom prst="line">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3" name="TextBox 12TR0D1F6S8JKNJ19L4XWAUTRWXMIKOF">
            <a:extLst>
              <a:ext uri="{FF2B5EF4-FFF2-40B4-BE49-F238E27FC236}">
                <a16:creationId xmlns:a16="http://schemas.microsoft.com/office/drawing/2014/main" id="{F9023466-D8DF-4A28-A4B9-64037F4E3B1A}"/>
              </a:ext>
            </a:extLst>
          </p:cNvPr>
          <p:cNvSpPr txBox="1"/>
          <p:nvPr/>
        </p:nvSpPr>
        <p:spPr>
          <a:xfrm>
            <a:off x="6080447" y="959438"/>
            <a:ext cx="1179949"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Parameter</a:t>
            </a:r>
          </a:p>
        </p:txBody>
      </p:sp>
      <p:sp>
        <p:nvSpPr>
          <p:cNvPr id="54" name="TextBox 12TR0D1F6S8JKNJ19L4XWAUTRWXMIKOF">
            <a:extLst>
              <a:ext uri="{FF2B5EF4-FFF2-40B4-BE49-F238E27FC236}">
                <a16:creationId xmlns:a16="http://schemas.microsoft.com/office/drawing/2014/main" id="{F9023466-D8DF-4A28-A4B9-64037F4E3B1A}"/>
              </a:ext>
            </a:extLst>
          </p:cNvPr>
          <p:cNvSpPr txBox="1"/>
          <p:nvPr/>
        </p:nvSpPr>
        <p:spPr>
          <a:xfrm>
            <a:off x="8463861" y="959438"/>
            <a:ext cx="1179949"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Data</a:t>
            </a:r>
          </a:p>
        </p:txBody>
      </p:sp>
      <p:sp>
        <p:nvSpPr>
          <p:cNvPr id="55" name="TextBox 12TR0D1F6S8JKNJ19L4XWAUTRWXMIKOF">
            <a:extLst>
              <a:ext uri="{FF2B5EF4-FFF2-40B4-BE49-F238E27FC236}">
                <a16:creationId xmlns:a16="http://schemas.microsoft.com/office/drawing/2014/main" id="{F9023466-D8DF-4A28-A4B9-64037F4E3B1A}"/>
              </a:ext>
            </a:extLst>
          </p:cNvPr>
          <p:cNvSpPr txBox="1"/>
          <p:nvPr/>
        </p:nvSpPr>
        <p:spPr>
          <a:xfrm>
            <a:off x="10727621" y="959438"/>
            <a:ext cx="1179949" cy="184666"/>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Integration</a:t>
            </a:r>
          </a:p>
        </p:txBody>
      </p:sp>
      <p:sp>
        <p:nvSpPr>
          <p:cNvPr id="56" name="TextBox 12TR0D1F6S8JKNJ19L4XWAUTRWXMIKOF">
            <a:extLst>
              <a:ext uri="{FF2B5EF4-FFF2-40B4-BE49-F238E27FC236}">
                <a16:creationId xmlns:a16="http://schemas.microsoft.com/office/drawing/2014/main" id="{F9023466-D8DF-4A28-A4B9-64037F4E3B1A}"/>
              </a:ext>
            </a:extLst>
          </p:cNvPr>
          <p:cNvSpPr txBox="1"/>
          <p:nvPr/>
        </p:nvSpPr>
        <p:spPr>
          <a:xfrm>
            <a:off x="5593282" y="1327976"/>
            <a:ext cx="817313"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lang="en-US" sz="1100" dirty="0" err="1">
                <a:solidFill>
                  <a:srgbClr val="000000"/>
                </a:solidFill>
                <a:latin typeface="Arial"/>
              </a:rPr>
              <a:t>Nghiệp</a:t>
            </a:r>
            <a:r>
              <a:rPr lang="en-US" sz="1100" dirty="0">
                <a:solidFill>
                  <a:srgbClr val="000000"/>
                </a:solidFill>
                <a:latin typeface="Arial"/>
              </a:rPr>
              <a:t> </a:t>
            </a:r>
            <a:r>
              <a:rPr lang="en-US" sz="1100" dirty="0" err="1">
                <a:solidFill>
                  <a:srgbClr val="000000"/>
                </a:solidFill>
                <a:latin typeface="Arial"/>
              </a:rPr>
              <a:t>vụ</a:t>
            </a:r>
            <a:endParaRPr lang="en-US" sz="1100" dirty="0">
              <a:solidFill>
                <a:srgbClr val="000000"/>
              </a:solidFill>
              <a:latin typeface="Arial"/>
            </a:endParaRPr>
          </a:p>
          <a:p>
            <a:pPr marL="0" marR="0" lvl="0" indent="0" algn="ctr"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1100" i="0" u="none" strike="noStrike" kern="1200" cap="none" spc="0" normalizeH="0" baseline="0" noProof="0" dirty="0" err="1">
                <a:ln>
                  <a:noFill/>
                </a:ln>
                <a:solidFill>
                  <a:srgbClr val="000000"/>
                </a:solidFill>
                <a:effectLst/>
                <a:uLnTx/>
                <a:uFillTx/>
                <a:latin typeface="Arial"/>
              </a:rPr>
              <a:t>Khai</a:t>
            </a:r>
            <a:r>
              <a:rPr kumimoji="0" lang="en-US" sz="1100" i="0" u="none" strike="noStrike" kern="1200" cap="none" spc="0" normalizeH="0" noProof="0" dirty="0">
                <a:ln>
                  <a:noFill/>
                </a:ln>
                <a:solidFill>
                  <a:srgbClr val="000000"/>
                </a:solidFill>
                <a:effectLst/>
                <a:uLnTx/>
                <a:uFillTx/>
                <a:latin typeface="Arial"/>
              </a:rPr>
              <a:t> </a:t>
            </a:r>
            <a:r>
              <a:rPr kumimoji="0" lang="en-US" sz="1100" i="0" u="none" strike="noStrike" kern="1200" cap="none" spc="0" normalizeH="0" noProof="0" dirty="0" err="1">
                <a:ln>
                  <a:noFill/>
                </a:ln>
                <a:solidFill>
                  <a:srgbClr val="000000"/>
                </a:solidFill>
                <a:effectLst/>
                <a:uLnTx/>
                <a:uFillTx/>
                <a:latin typeface="Arial"/>
              </a:rPr>
              <a:t>báo</a:t>
            </a:r>
            <a:endParaRPr kumimoji="0" lang="en-US" sz="1100" i="0" u="none" strike="noStrike" kern="1200" cap="none" spc="0" normalizeH="0" baseline="0" noProof="0" dirty="0">
              <a:ln>
                <a:noFill/>
              </a:ln>
              <a:solidFill>
                <a:srgbClr val="000000"/>
              </a:solidFill>
              <a:effectLst/>
              <a:uLnTx/>
              <a:uFillTx/>
              <a:latin typeface="Arial"/>
            </a:endParaRPr>
          </a:p>
        </p:txBody>
      </p:sp>
      <p:sp>
        <p:nvSpPr>
          <p:cNvPr id="57" name="TextBox 12TR0D1F6S8JKNJ19L4XWAUTRWXMIKOF">
            <a:extLst>
              <a:ext uri="{FF2B5EF4-FFF2-40B4-BE49-F238E27FC236}">
                <a16:creationId xmlns:a16="http://schemas.microsoft.com/office/drawing/2014/main" id="{F9023466-D8DF-4A28-A4B9-64037F4E3B1A}"/>
              </a:ext>
            </a:extLst>
          </p:cNvPr>
          <p:cNvSpPr txBox="1"/>
          <p:nvPr/>
        </p:nvSpPr>
        <p:spPr>
          <a:xfrm>
            <a:off x="6490473" y="1320244"/>
            <a:ext cx="769923"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lang="en-US" sz="1100" dirty="0">
                <a:solidFill>
                  <a:srgbClr val="000000"/>
                </a:solidFill>
                <a:latin typeface="Arial"/>
              </a:rPr>
              <a:t>IT</a:t>
            </a:r>
          </a:p>
          <a:p>
            <a:pPr marL="0" marR="0" lvl="0" indent="0" algn="ctr"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kumimoji="0" lang="en-US" sz="1100" i="0" u="none" strike="noStrike" kern="1200" cap="none" spc="0" normalizeH="0" baseline="0" noProof="0" dirty="0" err="1">
                <a:ln>
                  <a:noFill/>
                </a:ln>
                <a:solidFill>
                  <a:srgbClr val="000000"/>
                </a:solidFill>
                <a:effectLst/>
                <a:uLnTx/>
                <a:uFillTx/>
                <a:latin typeface="Arial"/>
              </a:rPr>
              <a:t>Khai</a:t>
            </a:r>
            <a:r>
              <a:rPr kumimoji="0" lang="en-US" sz="1100" i="0" u="none" strike="noStrike" kern="1200" cap="none" spc="0" normalizeH="0" noProof="0" dirty="0">
                <a:ln>
                  <a:noFill/>
                </a:ln>
                <a:solidFill>
                  <a:srgbClr val="000000"/>
                </a:solidFill>
                <a:effectLst/>
                <a:uLnTx/>
                <a:uFillTx/>
                <a:latin typeface="Arial"/>
              </a:rPr>
              <a:t> </a:t>
            </a:r>
            <a:r>
              <a:rPr kumimoji="0" lang="en-US" sz="1100" i="0" u="none" strike="noStrike" kern="1200" cap="none" spc="0" normalizeH="0" noProof="0" dirty="0" err="1">
                <a:ln>
                  <a:noFill/>
                </a:ln>
                <a:solidFill>
                  <a:srgbClr val="000000"/>
                </a:solidFill>
                <a:effectLst/>
                <a:uLnTx/>
                <a:uFillTx/>
                <a:latin typeface="Arial"/>
              </a:rPr>
              <a:t>báo</a:t>
            </a:r>
            <a:endParaRPr kumimoji="0" lang="en-US" sz="1100" i="0" u="none" strike="noStrike" kern="1200" cap="none" spc="0" normalizeH="0" baseline="0" noProof="0" dirty="0">
              <a:ln>
                <a:noFill/>
              </a:ln>
              <a:solidFill>
                <a:srgbClr val="000000"/>
              </a:solidFill>
              <a:effectLst/>
              <a:uLnTx/>
              <a:uFillTx/>
              <a:latin typeface="Arial"/>
            </a:endParaRPr>
          </a:p>
        </p:txBody>
      </p:sp>
      <p:sp>
        <p:nvSpPr>
          <p:cNvPr id="58" name="TextBox 12TR0D1F6S8JKNJ19L4XWAUTRWXMIKOF">
            <a:extLst>
              <a:ext uri="{FF2B5EF4-FFF2-40B4-BE49-F238E27FC236}">
                <a16:creationId xmlns:a16="http://schemas.microsoft.com/office/drawing/2014/main" id="{F9023466-D8DF-4A28-A4B9-64037F4E3B1A}"/>
              </a:ext>
            </a:extLst>
          </p:cNvPr>
          <p:cNvSpPr txBox="1"/>
          <p:nvPr/>
        </p:nvSpPr>
        <p:spPr>
          <a:xfrm>
            <a:off x="7430965" y="1320244"/>
            <a:ext cx="986901"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lgn="ctr">
              <a:spcBef>
                <a:spcPts val="0"/>
              </a:spcBef>
              <a:spcAft>
                <a:spcPts val="0"/>
              </a:spcAft>
              <a:buClr>
                <a:srgbClr val="000000"/>
              </a:buClr>
            </a:pPr>
            <a:r>
              <a:rPr lang="en-US" sz="1100" dirty="0">
                <a:solidFill>
                  <a:srgbClr val="000000"/>
                </a:solidFill>
              </a:rPr>
              <a:t>Schema/Table/View/Fields</a:t>
            </a:r>
            <a:endParaRPr kumimoji="0" lang="en-US" sz="1100" i="0" u="none" strike="noStrike" kern="1200" cap="none" spc="0" normalizeH="0" baseline="0" noProof="0" dirty="0">
              <a:ln>
                <a:noFill/>
              </a:ln>
              <a:solidFill>
                <a:srgbClr val="000000"/>
              </a:solidFill>
              <a:effectLst/>
              <a:uLnTx/>
              <a:uFillTx/>
              <a:latin typeface="Arial"/>
            </a:endParaRPr>
          </a:p>
        </p:txBody>
      </p:sp>
      <p:sp>
        <p:nvSpPr>
          <p:cNvPr id="59" name="TextBox 12TR0D1F6S8JKNJ19L4XWAUTRWXMIKOF">
            <a:extLst>
              <a:ext uri="{FF2B5EF4-FFF2-40B4-BE49-F238E27FC236}">
                <a16:creationId xmlns:a16="http://schemas.microsoft.com/office/drawing/2014/main" id="{F9023466-D8DF-4A28-A4B9-64037F4E3B1A}"/>
              </a:ext>
            </a:extLst>
          </p:cNvPr>
          <p:cNvSpPr txBox="1"/>
          <p:nvPr/>
        </p:nvSpPr>
        <p:spPr>
          <a:xfrm>
            <a:off x="8575535" y="1316434"/>
            <a:ext cx="705592"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lgn="ctr">
              <a:spcBef>
                <a:spcPts val="0"/>
              </a:spcBef>
              <a:spcAft>
                <a:spcPts val="0"/>
              </a:spcAft>
              <a:buClr>
                <a:srgbClr val="000000"/>
              </a:buClr>
            </a:pPr>
            <a:r>
              <a:rPr lang="en-US" sz="1100" dirty="0">
                <a:solidFill>
                  <a:srgbClr val="000000"/>
                </a:solidFill>
              </a:rPr>
              <a:t>Store, data job</a:t>
            </a:r>
            <a:endParaRPr kumimoji="0" lang="en-US" sz="1100" i="0" u="none" strike="noStrike" kern="1200" cap="none" spc="0" normalizeH="0" baseline="0" noProof="0" dirty="0">
              <a:ln>
                <a:noFill/>
              </a:ln>
              <a:solidFill>
                <a:srgbClr val="000000"/>
              </a:solidFill>
              <a:effectLst/>
              <a:uLnTx/>
              <a:uFillTx/>
              <a:latin typeface="Arial"/>
            </a:endParaRPr>
          </a:p>
        </p:txBody>
      </p:sp>
      <p:sp>
        <p:nvSpPr>
          <p:cNvPr id="60" name="TextBox 12TR0D1F6S8JKNJ19L4XWAUTRWXMIKOF">
            <a:extLst>
              <a:ext uri="{FF2B5EF4-FFF2-40B4-BE49-F238E27FC236}">
                <a16:creationId xmlns:a16="http://schemas.microsoft.com/office/drawing/2014/main" id="{F9023466-D8DF-4A28-A4B9-64037F4E3B1A}"/>
              </a:ext>
            </a:extLst>
          </p:cNvPr>
          <p:cNvSpPr txBox="1"/>
          <p:nvPr/>
        </p:nvSpPr>
        <p:spPr>
          <a:xfrm>
            <a:off x="9451813" y="1327976"/>
            <a:ext cx="728748"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lgn="ctr">
              <a:spcBef>
                <a:spcPts val="0"/>
              </a:spcBef>
              <a:spcAft>
                <a:spcPts val="0"/>
              </a:spcAft>
              <a:buClr>
                <a:srgbClr val="000000"/>
              </a:buClr>
            </a:pPr>
            <a:r>
              <a:rPr lang="en-US" sz="1100" dirty="0">
                <a:solidFill>
                  <a:srgbClr val="000000"/>
                </a:solidFill>
              </a:rPr>
              <a:t>CDC/ETL/Kafka</a:t>
            </a:r>
            <a:endParaRPr kumimoji="0" lang="en-US" sz="1100" i="0" u="none" strike="noStrike" kern="1200" cap="none" spc="0" normalizeH="0" baseline="0" noProof="0" dirty="0">
              <a:ln>
                <a:noFill/>
              </a:ln>
              <a:solidFill>
                <a:srgbClr val="000000"/>
              </a:solidFill>
              <a:effectLst/>
              <a:uLnTx/>
              <a:uFillTx/>
              <a:latin typeface="Arial"/>
            </a:endParaRPr>
          </a:p>
        </p:txBody>
      </p:sp>
      <p:sp>
        <p:nvSpPr>
          <p:cNvPr id="61" name="TextBox 12TR0D1F6S8JKNJ19L4XWAUTRWXMIKOF">
            <a:extLst>
              <a:ext uri="{FF2B5EF4-FFF2-40B4-BE49-F238E27FC236}">
                <a16:creationId xmlns:a16="http://schemas.microsoft.com/office/drawing/2014/main" id="{F9023466-D8DF-4A28-A4B9-64037F4E3B1A}"/>
              </a:ext>
            </a:extLst>
          </p:cNvPr>
          <p:cNvSpPr txBox="1"/>
          <p:nvPr/>
        </p:nvSpPr>
        <p:spPr>
          <a:xfrm>
            <a:off x="10321485" y="1320244"/>
            <a:ext cx="728748"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lgn="ctr">
              <a:spcBef>
                <a:spcPts val="0"/>
              </a:spcBef>
              <a:spcAft>
                <a:spcPts val="0"/>
              </a:spcAft>
              <a:buClr>
                <a:srgbClr val="000000"/>
              </a:buClr>
            </a:pPr>
            <a:r>
              <a:rPr lang="en-US" sz="1100" dirty="0" err="1">
                <a:solidFill>
                  <a:srgbClr val="000000"/>
                </a:solidFill>
              </a:rPr>
              <a:t>Tạo</a:t>
            </a:r>
            <a:r>
              <a:rPr lang="en-US" sz="1100" dirty="0">
                <a:solidFill>
                  <a:srgbClr val="000000"/>
                </a:solidFill>
              </a:rPr>
              <a:t> </a:t>
            </a:r>
            <a:r>
              <a:rPr lang="en-US" sz="1100" dirty="0" err="1">
                <a:solidFill>
                  <a:srgbClr val="000000"/>
                </a:solidFill>
              </a:rPr>
              <a:t>mới</a:t>
            </a:r>
            <a:endParaRPr lang="en-US" sz="1100" dirty="0">
              <a:solidFill>
                <a:srgbClr val="000000"/>
              </a:solidFill>
            </a:endParaRPr>
          </a:p>
          <a:p>
            <a:pPr lvl="0" algn="ctr">
              <a:spcBef>
                <a:spcPts val="0"/>
              </a:spcBef>
              <a:spcAft>
                <a:spcPts val="0"/>
              </a:spcAft>
              <a:buClr>
                <a:srgbClr val="000000"/>
              </a:buClr>
            </a:pPr>
            <a:r>
              <a:rPr kumimoji="0" lang="en-US" sz="1100" i="0" u="none" strike="noStrike" kern="1200" cap="none" spc="0" normalizeH="0" baseline="0" noProof="0" dirty="0">
                <a:ln>
                  <a:noFill/>
                </a:ln>
                <a:solidFill>
                  <a:srgbClr val="000000"/>
                </a:solidFill>
                <a:effectLst/>
                <a:uLnTx/>
                <a:uFillTx/>
                <a:latin typeface="Arial"/>
              </a:rPr>
              <a:t>API</a:t>
            </a:r>
          </a:p>
        </p:txBody>
      </p:sp>
      <p:sp>
        <p:nvSpPr>
          <p:cNvPr id="62" name="TextBox 12TR0D1F6S8JKNJ19L4XWAUTRWXMIKOF">
            <a:extLst>
              <a:ext uri="{FF2B5EF4-FFF2-40B4-BE49-F238E27FC236}">
                <a16:creationId xmlns:a16="http://schemas.microsoft.com/office/drawing/2014/main" id="{F9023466-D8DF-4A28-A4B9-64037F4E3B1A}"/>
              </a:ext>
            </a:extLst>
          </p:cNvPr>
          <p:cNvSpPr txBox="1"/>
          <p:nvPr/>
        </p:nvSpPr>
        <p:spPr>
          <a:xfrm>
            <a:off x="11148637" y="1300494"/>
            <a:ext cx="728748" cy="338554"/>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lgn="ctr">
              <a:spcBef>
                <a:spcPts val="0"/>
              </a:spcBef>
              <a:spcAft>
                <a:spcPts val="0"/>
              </a:spcAft>
              <a:buClr>
                <a:srgbClr val="000000"/>
              </a:buClr>
            </a:pPr>
            <a:r>
              <a:rPr lang="en-US" sz="1100" dirty="0">
                <a:solidFill>
                  <a:srgbClr val="000000"/>
                </a:solidFill>
              </a:rPr>
              <a:t>Mapping</a:t>
            </a:r>
          </a:p>
          <a:p>
            <a:pPr lvl="0" algn="ctr">
              <a:spcBef>
                <a:spcPts val="0"/>
              </a:spcBef>
              <a:spcAft>
                <a:spcPts val="0"/>
              </a:spcAft>
              <a:buClr>
                <a:srgbClr val="000000"/>
              </a:buClr>
            </a:pPr>
            <a:r>
              <a:rPr kumimoji="0" lang="en-US" sz="1100" i="0" u="none" strike="noStrike" kern="1200" cap="none" spc="0" normalizeH="0" baseline="0" noProof="0" dirty="0">
                <a:ln>
                  <a:noFill/>
                </a:ln>
                <a:solidFill>
                  <a:srgbClr val="000000"/>
                </a:solidFill>
                <a:effectLst/>
                <a:uLnTx/>
                <a:uFillTx/>
                <a:latin typeface="Arial"/>
              </a:rPr>
              <a:t>API</a:t>
            </a:r>
          </a:p>
        </p:txBody>
      </p:sp>
      <p:cxnSp>
        <p:nvCxnSpPr>
          <p:cNvPr id="3" name="Straight Connector 2"/>
          <p:cNvCxnSpPr/>
          <p:nvPr/>
        </p:nvCxnSpPr>
        <p:spPr>
          <a:xfrm>
            <a:off x="5455920" y="865335"/>
            <a:ext cx="0" cy="5625465"/>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7345680" y="872592"/>
            <a:ext cx="0" cy="5625465"/>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10205453" y="865335"/>
            <a:ext cx="0" cy="5625465"/>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6470153" y="1316434"/>
            <a:ext cx="0" cy="530352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8463470" y="1299441"/>
            <a:ext cx="0" cy="530352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9330914" y="1252583"/>
            <a:ext cx="0" cy="530352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11137815" y="1299441"/>
            <a:ext cx="0" cy="5303520"/>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48999DDE-28AC-4C85-B9E7-02FA42836811}"/>
              </a:ext>
            </a:extLst>
          </p:cNvPr>
          <p:cNvCxnSpPr>
            <a:cxnSpLocks/>
          </p:cNvCxnSpPr>
          <p:nvPr/>
        </p:nvCxnSpPr>
        <p:spPr>
          <a:xfrm>
            <a:off x="4483767" y="1736365"/>
            <a:ext cx="7589520" cy="0"/>
          </a:xfrm>
          <a:prstGeom prst="line">
            <a:avLst/>
          </a:prstGeom>
          <a:ln w="28575"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8999DDE-28AC-4C85-B9E7-02FA42836811}"/>
              </a:ext>
            </a:extLst>
          </p:cNvPr>
          <p:cNvCxnSpPr>
            <a:cxnSpLocks/>
          </p:cNvCxnSpPr>
          <p:nvPr/>
        </p:nvCxnSpPr>
        <p:spPr>
          <a:xfrm>
            <a:off x="4492142" y="1252583"/>
            <a:ext cx="7589520" cy="0"/>
          </a:xfrm>
          <a:prstGeom prst="line">
            <a:avLst/>
          </a:prstGeom>
          <a:ln w="28575"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7E73398A-FB71-4285-9244-8C34ECE4F09E}"/>
              </a:ext>
            </a:extLst>
          </p:cNvPr>
          <p:cNvCxnSpPr>
            <a:cxnSpLocks/>
          </p:cNvCxnSpPr>
          <p:nvPr/>
        </p:nvCxnSpPr>
        <p:spPr>
          <a:xfrm>
            <a:off x="2884204" y="2288268"/>
            <a:ext cx="1463040" cy="0"/>
          </a:xfrm>
          <a:prstGeom prst="line">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8999DDE-28AC-4C85-B9E7-02FA42836811}"/>
              </a:ext>
            </a:extLst>
          </p:cNvPr>
          <p:cNvCxnSpPr>
            <a:cxnSpLocks/>
          </p:cNvCxnSpPr>
          <p:nvPr/>
        </p:nvCxnSpPr>
        <p:spPr>
          <a:xfrm>
            <a:off x="4463447" y="6479644"/>
            <a:ext cx="7589520" cy="0"/>
          </a:xfrm>
          <a:prstGeom prst="line">
            <a:avLst/>
          </a:prstGeom>
          <a:ln w="28575" cap="flat">
            <a:solidFill>
              <a:schemeClr val="bg1">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93" idx="4"/>
          </p:cNvCxnSpPr>
          <p:nvPr/>
        </p:nvCxnSpPr>
        <p:spPr>
          <a:xfrm flipH="1">
            <a:off x="4463448" y="1281029"/>
            <a:ext cx="28694" cy="5198616"/>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3" idx="6"/>
          </p:cNvCxnSpPr>
          <p:nvPr/>
        </p:nvCxnSpPr>
        <p:spPr>
          <a:xfrm flipH="1">
            <a:off x="12052967" y="1281029"/>
            <a:ext cx="23840" cy="5198615"/>
          </a:xfrm>
          <a:prstGeom prst="line">
            <a:avLst/>
          </a:prstGeom>
          <a:ln w="1270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1" name="TextBox 9ZCI69BGAE0Q81THHEE1RH4KHPNCJOJ">
            <a:extLst>
              <a:ext uri="{FF2B5EF4-FFF2-40B4-BE49-F238E27FC236}">
                <a16:creationId xmlns:a16="http://schemas.microsoft.com/office/drawing/2014/main" id="{5E86C404-DCEF-4275-B45C-BFBAEF615436}"/>
              </a:ext>
            </a:extLst>
          </p:cNvPr>
          <p:cNvSpPr txBox="1"/>
          <p:nvPr/>
        </p:nvSpPr>
        <p:spPr>
          <a:xfrm>
            <a:off x="1438254" y="1928782"/>
            <a:ext cx="1131956" cy="184666"/>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200" b="1" dirty="0">
                <a:solidFill>
                  <a:schemeClr val="bg1"/>
                </a:solidFill>
                <a:latin typeface="Arial"/>
              </a:rPr>
              <a:t>Front-end</a:t>
            </a:r>
            <a:endPar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83" name="Straight Connector 82">
            <a:extLst>
              <a:ext uri="{FF2B5EF4-FFF2-40B4-BE49-F238E27FC236}">
                <a16:creationId xmlns:a16="http://schemas.microsoft.com/office/drawing/2014/main" id="{7E73398A-FB71-4285-9244-8C34ECE4F09E}"/>
              </a:ext>
            </a:extLst>
          </p:cNvPr>
          <p:cNvCxnSpPr>
            <a:cxnSpLocks/>
          </p:cNvCxnSpPr>
          <p:nvPr/>
        </p:nvCxnSpPr>
        <p:spPr>
          <a:xfrm>
            <a:off x="1215847" y="3429000"/>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0" name="TextBox 9ZCI69BGAE0Q81THHEE1RH4KHPNCJOJ">
            <a:extLst>
              <a:ext uri="{FF2B5EF4-FFF2-40B4-BE49-F238E27FC236}">
                <a16:creationId xmlns:a16="http://schemas.microsoft.com/office/drawing/2014/main" id="{5E86C404-DCEF-4275-B45C-BFBAEF615436}"/>
              </a:ext>
            </a:extLst>
          </p:cNvPr>
          <p:cNvSpPr txBox="1"/>
          <p:nvPr/>
        </p:nvSpPr>
        <p:spPr>
          <a:xfrm>
            <a:off x="1361067" y="3634899"/>
            <a:ext cx="1330484"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Upload </a:t>
            </a:r>
            <a:r>
              <a:rPr kumimoji="0" lang="en-US" sz="1200" b="1" i="0" u="none" strike="noStrike" kern="1200" cap="none" spc="0" normalizeH="0" baseline="0" noProof="0" dirty="0" err="1">
                <a:ln>
                  <a:noFill/>
                </a:ln>
                <a:solidFill>
                  <a:schemeClr val="bg1"/>
                </a:solidFill>
                <a:effectLst/>
                <a:uLnTx/>
                <a:uFillTx/>
                <a:latin typeface="Arial"/>
                <a:ea typeface="+mn-ea"/>
                <a:cs typeface="Arial" panose="020B0604020202020204" pitchFamily="34" charset="0"/>
              </a:rPr>
              <a:t>Mgt</a:t>
            </a: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 Service</a:t>
            </a:r>
          </a:p>
        </p:txBody>
      </p:sp>
      <p:sp>
        <p:nvSpPr>
          <p:cNvPr id="8" name="Rectangle 7"/>
          <p:cNvSpPr/>
          <p:nvPr/>
        </p:nvSpPr>
        <p:spPr>
          <a:xfrm>
            <a:off x="1192988" y="1816612"/>
            <a:ext cx="45719" cy="4525402"/>
          </a:xfrm>
          <a:prstGeom prst="rect">
            <a:avLst/>
          </a:prstGeom>
          <a:solidFill>
            <a:schemeClr val="accent2"/>
          </a:solidFill>
          <a:ln>
            <a:solidFill>
              <a:schemeClr val="accent4"/>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91" name="Rectangle 90"/>
          <p:cNvSpPr/>
          <p:nvPr/>
        </p:nvSpPr>
        <p:spPr>
          <a:xfrm>
            <a:off x="2747725" y="1816612"/>
            <a:ext cx="45719" cy="4525402"/>
          </a:xfrm>
          <a:prstGeom prst="rect">
            <a:avLst/>
          </a:prstGeom>
          <a:solidFill>
            <a:schemeClr val="accent2"/>
          </a:solidFill>
          <a:ln>
            <a:solidFill>
              <a:schemeClr val="accent4"/>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dirty="0" err="1">
              <a:solidFill>
                <a:schemeClr val="bg1"/>
              </a:solidFill>
            </a:endParaRPr>
          </a:p>
        </p:txBody>
      </p:sp>
      <p:sp>
        <p:nvSpPr>
          <p:cNvPr id="95" name="TextBox 12TR0D1F6S8JKNJ19L4XWAUTRWXMIKOF">
            <a:extLst>
              <a:ext uri="{FF2B5EF4-FFF2-40B4-BE49-F238E27FC236}">
                <a16:creationId xmlns:a16="http://schemas.microsoft.com/office/drawing/2014/main" id="{F9023466-D8DF-4A28-A4B9-64037F4E3B1A}"/>
              </a:ext>
            </a:extLst>
          </p:cNvPr>
          <p:cNvSpPr txBox="1"/>
          <p:nvPr/>
        </p:nvSpPr>
        <p:spPr>
          <a:xfrm>
            <a:off x="4569926" y="1412614"/>
            <a:ext cx="817313" cy="169277"/>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000000"/>
              </a:buClr>
              <a:buSzPct val="100000"/>
              <a:buFont typeface="Segoe UI" panose="020B0502040204020203" pitchFamily="34" charset="0"/>
              <a:buChar char="​"/>
              <a:tabLst/>
              <a:defRPr/>
            </a:pPr>
            <a:r>
              <a:rPr lang="en-US" sz="1100" dirty="0">
                <a:solidFill>
                  <a:srgbClr val="000000"/>
                </a:solidFill>
                <a:latin typeface="Arial"/>
              </a:rPr>
              <a:t>Code</a:t>
            </a:r>
            <a:endParaRPr kumimoji="0" lang="en-US" sz="1100" i="0" u="none" strike="noStrike" kern="1200" cap="none" spc="0" normalizeH="0" baseline="0" noProof="0" dirty="0">
              <a:ln>
                <a:noFill/>
              </a:ln>
              <a:solidFill>
                <a:srgbClr val="000000"/>
              </a:solidFill>
              <a:effectLst/>
              <a:uLnTx/>
              <a:uFillTx/>
              <a:latin typeface="Arial"/>
            </a:endParaRPr>
          </a:p>
        </p:txBody>
      </p:sp>
      <p:cxnSp>
        <p:nvCxnSpPr>
          <p:cNvPr id="94" name="Straight Connector 93">
            <a:extLst>
              <a:ext uri="{FF2B5EF4-FFF2-40B4-BE49-F238E27FC236}">
                <a16:creationId xmlns:a16="http://schemas.microsoft.com/office/drawing/2014/main" id="{3C54BAF2-B6DE-403E-A167-4D615D8DBA62}"/>
              </a:ext>
            </a:extLst>
          </p:cNvPr>
          <p:cNvCxnSpPr>
            <a:cxnSpLocks/>
          </p:cNvCxnSpPr>
          <p:nvPr/>
        </p:nvCxnSpPr>
        <p:spPr>
          <a:xfrm>
            <a:off x="4454144" y="2849071"/>
            <a:ext cx="7589520"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3C54BAF2-B6DE-403E-A167-4D615D8DBA62}"/>
              </a:ext>
            </a:extLst>
          </p:cNvPr>
          <p:cNvCxnSpPr>
            <a:cxnSpLocks/>
          </p:cNvCxnSpPr>
          <p:nvPr/>
        </p:nvCxnSpPr>
        <p:spPr>
          <a:xfrm>
            <a:off x="4475367" y="5451436"/>
            <a:ext cx="7589520"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7E73398A-FB71-4285-9244-8C34ECE4F09E}"/>
              </a:ext>
            </a:extLst>
          </p:cNvPr>
          <p:cNvCxnSpPr>
            <a:cxnSpLocks/>
          </p:cNvCxnSpPr>
          <p:nvPr/>
        </p:nvCxnSpPr>
        <p:spPr>
          <a:xfrm>
            <a:off x="1281722" y="4110971"/>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3" name="TextBox 9ZCI69BGAE0Q81THHEE1RH4KHPNCJOJ">
            <a:extLst>
              <a:ext uri="{FF2B5EF4-FFF2-40B4-BE49-F238E27FC236}">
                <a16:creationId xmlns:a16="http://schemas.microsoft.com/office/drawing/2014/main" id="{5E86C404-DCEF-4275-B45C-BFBAEF615436}"/>
              </a:ext>
            </a:extLst>
          </p:cNvPr>
          <p:cNvSpPr txBox="1"/>
          <p:nvPr/>
        </p:nvSpPr>
        <p:spPr>
          <a:xfrm>
            <a:off x="1304834" y="4331509"/>
            <a:ext cx="1330484"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200" b="1" dirty="0">
                <a:solidFill>
                  <a:schemeClr val="bg1"/>
                </a:solidFill>
                <a:latin typeface="Arial"/>
              </a:rPr>
              <a:t>Data Validation Service</a:t>
            </a:r>
            <a:endPar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115" name="Straight Connector 114">
            <a:extLst>
              <a:ext uri="{FF2B5EF4-FFF2-40B4-BE49-F238E27FC236}">
                <a16:creationId xmlns:a16="http://schemas.microsoft.com/office/drawing/2014/main" id="{7E73398A-FB71-4285-9244-8C34ECE4F09E}"/>
              </a:ext>
            </a:extLst>
          </p:cNvPr>
          <p:cNvCxnSpPr>
            <a:cxnSpLocks/>
          </p:cNvCxnSpPr>
          <p:nvPr/>
        </p:nvCxnSpPr>
        <p:spPr>
          <a:xfrm>
            <a:off x="2848522" y="5428963"/>
            <a:ext cx="1463040" cy="0"/>
          </a:xfrm>
          <a:prstGeom prst="line">
            <a:avLst/>
          </a:prstGeom>
          <a:ln w="1270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4800755" y="1827651"/>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7" name="Rectangle 6"/>
          <p:cNvSpPr/>
          <p:nvPr/>
        </p:nvSpPr>
        <p:spPr>
          <a:xfrm>
            <a:off x="6686410" y="1850918"/>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cxnSp>
        <p:nvCxnSpPr>
          <p:cNvPr id="75" name="Straight Connector 74">
            <a:extLst>
              <a:ext uri="{FF2B5EF4-FFF2-40B4-BE49-F238E27FC236}">
                <a16:creationId xmlns:a16="http://schemas.microsoft.com/office/drawing/2014/main" id="{7E73398A-FB71-4285-9244-8C34ECE4F09E}"/>
              </a:ext>
            </a:extLst>
          </p:cNvPr>
          <p:cNvCxnSpPr>
            <a:cxnSpLocks/>
          </p:cNvCxnSpPr>
          <p:nvPr/>
        </p:nvCxnSpPr>
        <p:spPr>
          <a:xfrm>
            <a:off x="1261824" y="2290127"/>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0" name="TextBox 9ZCI69BGAE0Q81THHEE1RH4KHPNCJOJ">
            <a:extLst>
              <a:ext uri="{FF2B5EF4-FFF2-40B4-BE49-F238E27FC236}">
                <a16:creationId xmlns:a16="http://schemas.microsoft.com/office/drawing/2014/main" id="{5E86C404-DCEF-4275-B45C-BFBAEF615436}"/>
              </a:ext>
            </a:extLst>
          </p:cNvPr>
          <p:cNvSpPr txBox="1"/>
          <p:nvPr/>
        </p:nvSpPr>
        <p:spPr>
          <a:xfrm>
            <a:off x="1348656" y="2493689"/>
            <a:ext cx="1330484" cy="184666"/>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API Gateway</a:t>
            </a:r>
          </a:p>
        </p:txBody>
      </p:sp>
      <p:sp>
        <p:nvSpPr>
          <p:cNvPr id="87" name="Rectangle 86"/>
          <p:cNvSpPr/>
          <p:nvPr/>
        </p:nvSpPr>
        <p:spPr>
          <a:xfrm>
            <a:off x="6686410" y="2450917"/>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92" name="TextBox 9ZCI69BGAE0Q81THHEE1RH4KHPNCJOJ">
            <a:extLst>
              <a:ext uri="{FF2B5EF4-FFF2-40B4-BE49-F238E27FC236}">
                <a16:creationId xmlns:a16="http://schemas.microsoft.com/office/drawing/2014/main" id="{5E86C404-DCEF-4275-B45C-BFBAEF615436}"/>
              </a:ext>
            </a:extLst>
          </p:cNvPr>
          <p:cNvSpPr txBox="1"/>
          <p:nvPr/>
        </p:nvSpPr>
        <p:spPr>
          <a:xfrm>
            <a:off x="1323991" y="3008185"/>
            <a:ext cx="1330484" cy="184666"/>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lang="en-US" sz="1200" b="1" noProof="0" dirty="0">
                <a:solidFill>
                  <a:schemeClr val="bg1"/>
                </a:solidFill>
                <a:latin typeface="Arial"/>
              </a:rPr>
              <a:t>User </a:t>
            </a:r>
            <a:r>
              <a:rPr lang="en-US" sz="1200" b="1" noProof="0" dirty="0" err="1">
                <a:solidFill>
                  <a:schemeClr val="bg1"/>
                </a:solidFill>
                <a:latin typeface="Arial"/>
              </a:rPr>
              <a:t>Mgt</a:t>
            </a:r>
            <a:r>
              <a:rPr lang="en-US" sz="1200" b="1" noProof="0" dirty="0">
                <a:solidFill>
                  <a:schemeClr val="bg1"/>
                </a:solidFill>
                <a:latin typeface="Arial"/>
              </a:rPr>
              <a:t> Service</a:t>
            </a:r>
            <a:endPar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97" name="Straight Connector 96">
            <a:extLst>
              <a:ext uri="{FF2B5EF4-FFF2-40B4-BE49-F238E27FC236}">
                <a16:creationId xmlns:a16="http://schemas.microsoft.com/office/drawing/2014/main" id="{7E73398A-FB71-4285-9244-8C34ECE4F09E}"/>
              </a:ext>
            </a:extLst>
          </p:cNvPr>
          <p:cNvCxnSpPr>
            <a:cxnSpLocks/>
          </p:cNvCxnSpPr>
          <p:nvPr/>
        </p:nvCxnSpPr>
        <p:spPr>
          <a:xfrm>
            <a:off x="1261824" y="2849071"/>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4765180" y="2959518"/>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01" name="Rectangle 100"/>
          <p:cNvSpPr/>
          <p:nvPr/>
        </p:nvSpPr>
        <p:spPr>
          <a:xfrm>
            <a:off x="6679625" y="2983210"/>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03" name="Rectangle 102"/>
          <p:cNvSpPr/>
          <p:nvPr/>
        </p:nvSpPr>
        <p:spPr>
          <a:xfrm>
            <a:off x="7665205" y="2936819"/>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07" name="Rectangle 106"/>
          <p:cNvSpPr/>
          <p:nvPr/>
        </p:nvSpPr>
        <p:spPr>
          <a:xfrm>
            <a:off x="10451026" y="2959518"/>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08" name="Rectangle 107"/>
          <p:cNvSpPr/>
          <p:nvPr/>
        </p:nvSpPr>
        <p:spPr>
          <a:xfrm>
            <a:off x="11410242" y="2974099"/>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cxnSp>
        <p:nvCxnSpPr>
          <p:cNvPr id="114" name="Straight Connector 113">
            <a:extLst>
              <a:ext uri="{FF2B5EF4-FFF2-40B4-BE49-F238E27FC236}">
                <a16:creationId xmlns:a16="http://schemas.microsoft.com/office/drawing/2014/main" id="{3C54BAF2-B6DE-403E-A167-4D615D8DBA62}"/>
              </a:ext>
            </a:extLst>
          </p:cNvPr>
          <p:cNvCxnSpPr>
            <a:cxnSpLocks/>
          </p:cNvCxnSpPr>
          <p:nvPr/>
        </p:nvCxnSpPr>
        <p:spPr>
          <a:xfrm>
            <a:off x="4463447" y="4106778"/>
            <a:ext cx="7589520" cy="0"/>
          </a:xfrm>
          <a:prstGeom prst="line">
            <a:avLst/>
          </a:prstGeom>
          <a:ln w="190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3C54BAF2-B6DE-403E-A167-4D615D8DBA62}"/>
              </a:ext>
            </a:extLst>
          </p:cNvPr>
          <p:cNvCxnSpPr>
            <a:cxnSpLocks/>
          </p:cNvCxnSpPr>
          <p:nvPr/>
        </p:nvCxnSpPr>
        <p:spPr>
          <a:xfrm>
            <a:off x="4463447" y="3432062"/>
            <a:ext cx="7589520"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19" name="Rectangle 118"/>
          <p:cNvSpPr/>
          <p:nvPr/>
        </p:nvSpPr>
        <p:spPr>
          <a:xfrm>
            <a:off x="4774483" y="3637296"/>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20" name="Rectangle 119"/>
          <p:cNvSpPr/>
          <p:nvPr/>
        </p:nvSpPr>
        <p:spPr>
          <a:xfrm>
            <a:off x="6688928" y="3660988"/>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21" name="Rectangle 120"/>
          <p:cNvSpPr/>
          <p:nvPr/>
        </p:nvSpPr>
        <p:spPr>
          <a:xfrm>
            <a:off x="7674508" y="3614597"/>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22" name="Rectangle 121"/>
          <p:cNvSpPr/>
          <p:nvPr/>
        </p:nvSpPr>
        <p:spPr>
          <a:xfrm>
            <a:off x="10460329" y="3637296"/>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23" name="Rectangle 122"/>
          <p:cNvSpPr/>
          <p:nvPr/>
        </p:nvSpPr>
        <p:spPr>
          <a:xfrm>
            <a:off x="11419545" y="3651877"/>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cxnSp>
        <p:nvCxnSpPr>
          <p:cNvPr id="124" name="Straight Connector 123">
            <a:extLst>
              <a:ext uri="{FF2B5EF4-FFF2-40B4-BE49-F238E27FC236}">
                <a16:creationId xmlns:a16="http://schemas.microsoft.com/office/drawing/2014/main" id="{7E73398A-FB71-4285-9244-8C34ECE4F09E}"/>
              </a:ext>
            </a:extLst>
          </p:cNvPr>
          <p:cNvCxnSpPr>
            <a:cxnSpLocks/>
          </p:cNvCxnSpPr>
          <p:nvPr/>
        </p:nvCxnSpPr>
        <p:spPr>
          <a:xfrm>
            <a:off x="1323991" y="6332721"/>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3C54BAF2-B6DE-403E-A167-4D615D8DBA62}"/>
              </a:ext>
            </a:extLst>
          </p:cNvPr>
          <p:cNvCxnSpPr>
            <a:cxnSpLocks/>
          </p:cNvCxnSpPr>
          <p:nvPr/>
        </p:nvCxnSpPr>
        <p:spPr>
          <a:xfrm>
            <a:off x="4447596" y="4759508"/>
            <a:ext cx="7589520" cy="0"/>
          </a:xfrm>
          <a:prstGeom prst="line">
            <a:avLst/>
          </a:prstGeom>
          <a:ln w="190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C54BAF2-B6DE-403E-A167-4D615D8DBA62}"/>
              </a:ext>
            </a:extLst>
          </p:cNvPr>
          <p:cNvCxnSpPr>
            <a:cxnSpLocks/>
          </p:cNvCxnSpPr>
          <p:nvPr/>
        </p:nvCxnSpPr>
        <p:spPr>
          <a:xfrm>
            <a:off x="4447596" y="4084792"/>
            <a:ext cx="7589520" cy="0"/>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7" name="Rectangle 126"/>
          <p:cNvSpPr/>
          <p:nvPr/>
        </p:nvSpPr>
        <p:spPr>
          <a:xfrm>
            <a:off x="4758632" y="4290026"/>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28" name="Rectangle 127"/>
          <p:cNvSpPr/>
          <p:nvPr/>
        </p:nvSpPr>
        <p:spPr>
          <a:xfrm>
            <a:off x="6673077" y="4313718"/>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29" name="Rectangle 128"/>
          <p:cNvSpPr/>
          <p:nvPr/>
        </p:nvSpPr>
        <p:spPr>
          <a:xfrm>
            <a:off x="7658657" y="4267327"/>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30" name="Rectangle 129"/>
          <p:cNvSpPr/>
          <p:nvPr/>
        </p:nvSpPr>
        <p:spPr>
          <a:xfrm>
            <a:off x="10444478" y="4290026"/>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31" name="Rectangle 130"/>
          <p:cNvSpPr/>
          <p:nvPr/>
        </p:nvSpPr>
        <p:spPr>
          <a:xfrm>
            <a:off x="11403694" y="4304607"/>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cxnSp>
        <p:nvCxnSpPr>
          <p:cNvPr id="132" name="Straight Connector 131">
            <a:extLst>
              <a:ext uri="{FF2B5EF4-FFF2-40B4-BE49-F238E27FC236}">
                <a16:creationId xmlns:a16="http://schemas.microsoft.com/office/drawing/2014/main" id="{7E73398A-FB71-4285-9244-8C34ECE4F09E}"/>
              </a:ext>
            </a:extLst>
          </p:cNvPr>
          <p:cNvCxnSpPr>
            <a:cxnSpLocks/>
          </p:cNvCxnSpPr>
          <p:nvPr/>
        </p:nvCxnSpPr>
        <p:spPr>
          <a:xfrm>
            <a:off x="1249858" y="4800139"/>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33" name="Rectangle 132"/>
          <p:cNvSpPr/>
          <p:nvPr/>
        </p:nvSpPr>
        <p:spPr>
          <a:xfrm>
            <a:off x="9574107" y="4263522"/>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34" name="Rectangle 133"/>
          <p:cNvSpPr/>
          <p:nvPr/>
        </p:nvSpPr>
        <p:spPr>
          <a:xfrm>
            <a:off x="9594413" y="3629709"/>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37" name="TextBox 9ZCI69BGAE0Q81THHEE1RH4KHPNCJOJ">
            <a:extLst>
              <a:ext uri="{FF2B5EF4-FFF2-40B4-BE49-F238E27FC236}">
                <a16:creationId xmlns:a16="http://schemas.microsoft.com/office/drawing/2014/main" id="{5E86C404-DCEF-4275-B45C-BFBAEF615436}"/>
              </a:ext>
            </a:extLst>
          </p:cNvPr>
          <p:cNvSpPr txBox="1"/>
          <p:nvPr/>
        </p:nvSpPr>
        <p:spPr>
          <a:xfrm>
            <a:off x="1335554" y="4937147"/>
            <a:ext cx="1330484" cy="369332"/>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5425">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000000"/>
              </a:buClr>
              <a:buSzPct val="100000"/>
              <a:buFont typeface="Segoe UI" panose="020B0502040204020203" pitchFamily="34" charset="0"/>
              <a:buChar char="​"/>
              <a:tabLst/>
              <a:defRPr/>
            </a:pPr>
            <a:r>
              <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rPr>
              <a:t>Data</a:t>
            </a:r>
            <a:r>
              <a:rPr kumimoji="0" lang="en-US" sz="1200" b="1" i="0" u="none" strike="noStrike" kern="1200" cap="none" spc="0" normalizeH="0" noProof="0" dirty="0">
                <a:ln>
                  <a:noFill/>
                </a:ln>
                <a:solidFill>
                  <a:schemeClr val="bg1"/>
                </a:solidFill>
                <a:effectLst/>
                <a:uLnTx/>
                <a:uFillTx/>
                <a:latin typeface="Arial"/>
                <a:ea typeface="+mn-ea"/>
                <a:cs typeface="Arial" panose="020B0604020202020204" pitchFamily="34" charset="0"/>
              </a:rPr>
              <a:t> Ingestion Job</a:t>
            </a:r>
            <a:endParaRPr kumimoji="0" lang="en-US" sz="1200" b="1"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sp>
        <p:nvSpPr>
          <p:cNvPr id="138" name="Rectangle 137"/>
          <p:cNvSpPr/>
          <p:nvPr/>
        </p:nvSpPr>
        <p:spPr>
          <a:xfrm>
            <a:off x="9616503" y="4928334"/>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39" name="Rectangle 138"/>
          <p:cNvSpPr/>
          <p:nvPr/>
        </p:nvSpPr>
        <p:spPr>
          <a:xfrm>
            <a:off x="7699207" y="4942042"/>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40" name="Rectangle 139"/>
          <p:cNvSpPr/>
          <p:nvPr/>
        </p:nvSpPr>
        <p:spPr>
          <a:xfrm>
            <a:off x="4741353" y="4960679"/>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41" name="Rectangle 140"/>
          <p:cNvSpPr/>
          <p:nvPr/>
        </p:nvSpPr>
        <p:spPr>
          <a:xfrm>
            <a:off x="6659734" y="4962642"/>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sp>
        <p:nvSpPr>
          <p:cNvPr id="142" name="Rectangle 141"/>
          <p:cNvSpPr/>
          <p:nvPr/>
        </p:nvSpPr>
        <p:spPr>
          <a:xfrm>
            <a:off x="8779914" y="4928334"/>
            <a:ext cx="360996" cy="369332"/>
          </a:xfrm>
          <a:prstGeom prst="rect">
            <a:avLst/>
          </a:prstGeom>
        </p:spPr>
        <p:txBody>
          <a:bodyPr wrap="none">
            <a:spAutoFit/>
          </a:bodyPr>
          <a:lstStyle/>
          <a:p>
            <a:r>
              <a:rPr lang="en-US" b="1" dirty="0">
                <a:sym typeface="Wingdings 2" panose="05020102010507070707" pitchFamily="18" charset="2"/>
              </a:rPr>
              <a:t></a:t>
            </a:r>
            <a:endParaRPr lang="en-US" dirty="0"/>
          </a:p>
        </p:txBody>
      </p:sp>
      <p:cxnSp>
        <p:nvCxnSpPr>
          <p:cNvPr id="143" name="Straight Connector 142">
            <a:extLst>
              <a:ext uri="{FF2B5EF4-FFF2-40B4-BE49-F238E27FC236}">
                <a16:creationId xmlns:a16="http://schemas.microsoft.com/office/drawing/2014/main" id="{7E73398A-FB71-4285-9244-8C34ECE4F09E}"/>
              </a:ext>
            </a:extLst>
          </p:cNvPr>
          <p:cNvCxnSpPr>
            <a:cxnSpLocks/>
          </p:cNvCxnSpPr>
          <p:nvPr/>
        </p:nvCxnSpPr>
        <p:spPr>
          <a:xfrm>
            <a:off x="1238707" y="5428963"/>
            <a:ext cx="3017520" cy="0"/>
          </a:xfrm>
          <a:prstGeom prst="line">
            <a:avLst/>
          </a:prstGeom>
          <a:ln w="190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5881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026CF-FC28-6FA9-274E-E1AA4E9D2D8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B6D5A94C-FF9A-FFD0-9FB1-03FA18DD21F9}"/>
              </a:ext>
            </a:extLst>
          </p:cNvPr>
          <p:cNvSpPr>
            <a:spLocks noGrp="1"/>
          </p:cNvSpPr>
          <p:nvPr>
            <p:ph type="title"/>
          </p:nvPr>
        </p:nvSpPr>
        <p:spPr>
          <a:xfrm>
            <a:off x="527456" y="152400"/>
            <a:ext cx="10769600" cy="616857"/>
          </a:xfrm>
          <a:ln>
            <a:noFill/>
          </a:ln>
        </p:spPr>
        <p:txBody>
          <a:bodyPr>
            <a:normAutofit fontScale="90000"/>
          </a:bodyPr>
          <a:lstStyle/>
          <a:p>
            <a:pPr>
              <a:tabLst>
                <a:tab pos="228600" algn="l"/>
              </a:tabLst>
            </a:pPr>
            <a:r>
              <a:rPr lang="en-AU">
                <a:latin typeface="Times New Roman" panose="02020603050405020304" pitchFamily="18" charset="0"/>
                <a:cs typeface="Times New Roman" panose="02020603050405020304" pitchFamily="18" charset="0"/>
              </a:rPr>
              <a:t>Security</a:t>
            </a:r>
          </a:p>
        </p:txBody>
      </p:sp>
      <p:sp>
        <p:nvSpPr>
          <p:cNvPr id="2" name="Rectangle 1">
            <a:extLst>
              <a:ext uri="{FF2B5EF4-FFF2-40B4-BE49-F238E27FC236}">
                <a16:creationId xmlns:a16="http://schemas.microsoft.com/office/drawing/2014/main" id="{9E35AE87-3495-5464-DDBD-61E806C91216}"/>
              </a:ext>
            </a:extLst>
          </p:cNvPr>
          <p:cNvSpPr/>
          <p:nvPr/>
        </p:nvSpPr>
        <p:spPr>
          <a:xfrm>
            <a:off x="527456" y="723538"/>
            <a:ext cx="10492715"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Table 7">
            <a:extLst>
              <a:ext uri="{FF2B5EF4-FFF2-40B4-BE49-F238E27FC236}">
                <a16:creationId xmlns:a16="http://schemas.microsoft.com/office/drawing/2014/main" id="{F1C62182-F8EA-BDCA-64D7-3493995A8E94}"/>
              </a:ext>
            </a:extLst>
          </p:cNvPr>
          <p:cNvGraphicFramePr>
            <a:graphicFrameLocks noGrp="1"/>
          </p:cNvGraphicFramePr>
          <p:nvPr>
            <p:extLst>
              <p:ext uri="{D42A27DB-BD31-4B8C-83A1-F6EECF244321}">
                <p14:modId xmlns:p14="http://schemas.microsoft.com/office/powerpoint/2010/main" val="1701905396"/>
              </p:ext>
            </p:extLst>
          </p:nvPr>
        </p:nvGraphicFramePr>
        <p:xfrm>
          <a:off x="571499" y="1278383"/>
          <a:ext cx="11049000" cy="2454910"/>
        </p:xfrm>
        <a:graphic>
          <a:graphicData uri="http://schemas.openxmlformats.org/drawingml/2006/table">
            <a:tbl>
              <a:tblPr firstRow="1" bandRow="1">
                <a:tableStyleId>{69012ECD-51FC-41F1-AA8D-1B2483CD663E}</a:tableStyleId>
              </a:tblPr>
              <a:tblGrid>
                <a:gridCol w="723069">
                  <a:extLst>
                    <a:ext uri="{9D8B030D-6E8A-4147-A177-3AD203B41FA5}">
                      <a16:colId xmlns:a16="http://schemas.microsoft.com/office/drawing/2014/main" val="1147448285"/>
                    </a:ext>
                  </a:extLst>
                </a:gridCol>
                <a:gridCol w="2258004">
                  <a:extLst>
                    <a:ext uri="{9D8B030D-6E8A-4147-A177-3AD203B41FA5}">
                      <a16:colId xmlns:a16="http://schemas.microsoft.com/office/drawing/2014/main" val="3234409639"/>
                    </a:ext>
                  </a:extLst>
                </a:gridCol>
                <a:gridCol w="8067927">
                  <a:extLst>
                    <a:ext uri="{9D8B030D-6E8A-4147-A177-3AD203B41FA5}">
                      <a16:colId xmlns:a16="http://schemas.microsoft.com/office/drawing/2014/main" val="495585687"/>
                    </a:ext>
                  </a:extLst>
                </a:gridCol>
              </a:tblGrid>
              <a:tr h="374015">
                <a:tc>
                  <a:txBody>
                    <a:bodyPr/>
                    <a:lstStyle/>
                    <a:p>
                      <a:pPr marL="0" algn="ctr" rtl="0" eaLnBrk="1" latinLnBrk="0" hangingPunct="1">
                        <a:buNone/>
                      </a:pPr>
                      <a:r>
                        <a:rPr lang="en-US" sz="1400" kern="1200">
                          <a:solidFill>
                            <a:srgbClr val="FFFFFF"/>
                          </a:solidFill>
                          <a:effectLst/>
                          <a:latin typeface="Calibri (Body)"/>
                        </a:rPr>
                        <a:t>No</a:t>
                      </a:r>
                      <a:endParaRPr lang="en-US" sz="1400">
                        <a:effectLst/>
                        <a:latin typeface="Calibri (Body)"/>
                      </a:endParaRPr>
                    </a:p>
                  </a:txBody>
                  <a:tcPr marL="0" marR="0" marT="0" marB="0" anchor="ctr"/>
                </a:tc>
                <a:tc>
                  <a:txBody>
                    <a:bodyPr/>
                    <a:lstStyle/>
                    <a:p>
                      <a:pPr marL="0" algn="ctr" rtl="0" eaLnBrk="1" latinLnBrk="0" hangingPunct="1">
                        <a:buNone/>
                      </a:pPr>
                      <a:r>
                        <a:rPr lang="en-US" sz="1400" kern="1200" dirty="0">
                          <a:solidFill>
                            <a:srgbClr val="FFFFFF"/>
                          </a:solidFill>
                          <a:effectLst/>
                          <a:latin typeface="Calibri (Body)"/>
                        </a:rPr>
                        <a:t>Domain</a:t>
                      </a:r>
                      <a:endParaRPr lang="en-US" sz="1400" dirty="0">
                        <a:effectLst/>
                        <a:latin typeface="Calibri (Body)"/>
                      </a:endParaRPr>
                    </a:p>
                  </a:txBody>
                  <a:tcPr marL="0" marR="0" marT="0" marB="0" anchor="ctr"/>
                </a:tc>
                <a:tc>
                  <a:txBody>
                    <a:bodyPr/>
                    <a:lstStyle/>
                    <a:p>
                      <a:pPr marL="0" algn="ctr" rtl="0" eaLnBrk="1" latinLnBrk="0" hangingPunct="1">
                        <a:buNone/>
                      </a:pPr>
                      <a:r>
                        <a:rPr lang="en-US" sz="1400" kern="1200">
                          <a:solidFill>
                            <a:srgbClr val="FFFFFF"/>
                          </a:solidFill>
                          <a:effectLst/>
                          <a:latin typeface="Calibri (Body)"/>
                        </a:rPr>
                        <a:t>Description</a:t>
                      </a:r>
                      <a:endParaRPr lang="en-US" sz="1400">
                        <a:effectLst/>
                        <a:latin typeface="Calibri (Body)"/>
                      </a:endParaRPr>
                    </a:p>
                  </a:txBody>
                  <a:tcPr marL="0" marR="0" marT="0" marB="0" anchor="ctr"/>
                </a:tc>
                <a:extLst>
                  <a:ext uri="{0D108BD9-81ED-4DB2-BD59-A6C34878D82A}">
                    <a16:rowId xmlns:a16="http://schemas.microsoft.com/office/drawing/2014/main" val="4061403446"/>
                  </a:ext>
                </a:extLst>
              </a:tr>
              <a:tr h="374015">
                <a:tc>
                  <a:txBody>
                    <a:bodyPr/>
                    <a:lstStyle/>
                    <a:p>
                      <a:pPr marL="0" algn="ctr">
                        <a:buNone/>
                      </a:pPr>
                      <a:r>
                        <a:rPr lang="en-US" sz="1400">
                          <a:solidFill>
                            <a:srgbClr val="000000"/>
                          </a:solidFill>
                          <a:effectLst/>
                          <a:latin typeface="Calibri (Body)"/>
                        </a:rPr>
                        <a:t>1</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System classification</a:t>
                      </a:r>
                      <a:endParaRPr lang="en-US" sz="1400">
                        <a:effectLst/>
                        <a:latin typeface="Calibri (Body)"/>
                      </a:endParaRPr>
                    </a:p>
                  </a:txBody>
                  <a:tcPr marL="0" marR="0" marT="0" marB="0" anchor="ctr"/>
                </a:tc>
                <a:tc>
                  <a:txBody>
                    <a:bodyPr/>
                    <a:lstStyle/>
                    <a:p>
                      <a:pPr marL="283210" indent="-283210" rtl="0" fontAlgn="base">
                        <a:buClrTx/>
                        <a:buSzPts val="1400"/>
                        <a:buFont typeface="Arial" panose="020B0604020202020204" pitchFamily="34" charset="0"/>
                        <a:buChar char="•"/>
                      </a:pPr>
                      <a:r>
                        <a:rPr lang="en-US" sz="1400" kern="1200" dirty="0" err="1">
                          <a:solidFill>
                            <a:srgbClr val="000000"/>
                          </a:solidFill>
                          <a:effectLst/>
                          <a:latin typeface="Calibri (Body)"/>
                        </a:rPr>
                        <a:t>Hệ</a:t>
                      </a:r>
                      <a:r>
                        <a:rPr lang="en-US" sz="1400" kern="1200" dirty="0">
                          <a:solidFill>
                            <a:srgbClr val="000000"/>
                          </a:solidFill>
                          <a:effectLst/>
                          <a:latin typeface="Calibri (Body)"/>
                        </a:rPr>
                        <a:t> </a:t>
                      </a:r>
                      <a:r>
                        <a:rPr lang="en-US" sz="1400" kern="1200" dirty="0" err="1">
                          <a:solidFill>
                            <a:srgbClr val="000000"/>
                          </a:solidFill>
                          <a:effectLst/>
                          <a:latin typeface="Calibri (Body)"/>
                        </a:rPr>
                        <a:t>thống</a:t>
                      </a:r>
                      <a:r>
                        <a:rPr lang="en-US" sz="1400" kern="1200" dirty="0">
                          <a:solidFill>
                            <a:srgbClr val="000000"/>
                          </a:solidFill>
                          <a:effectLst/>
                          <a:latin typeface="Calibri (Body)"/>
                        </a:rPr>
                        <a:t> </a:t>
                      </a:r>
                      <a:r>
                        <a:rPr lang="en-US" sz="1400" kern="1200" dirty="0" err="1">
                          <a:solidFill>
                            <a:srgbClr val="000000"/>
                          </a:solidFill>
                          <a:effectLst/>
                          <a:latin typeface="Calibri (Body)"/>
                        </a:rPr>
                        <a:t>cấp</a:t>
                      </a:r>
                      <a:r>
                        <a:rPr lang="en-US" sz="1400" kern="1200" dirty="0">
                          <a:solidFill>
                            <a:srgbClr val="000000"/>
                          </a:solidFill>
                          <a:effectLst/>
                          <a:latin typeface="Calibri (Body)"/>
                        </a:rPr>
                        <a:t> 2, </a:t>
                      </a:r>
                      <a:r>
                        <a:rPr lang="en-US" sz="1400" kern="1200" dirty="0" err="1">
                          <a:solidFill>
                            <a:srgbClr val="000000"/>
                          </a:solidFill>
                          <a:effectLst/>
                          <a:latin typeface="Calibri (Body)"/>
                        </a:rPr>
                        <a:t>phục</a:t>
                      </a:r>
                      <a:r>
                        <a:rPr lang="en-US" sz="1400" kern="1200" dirty="0">
                          <a:solidFill>
                            <a:srgbClr val="000000"/>
                          </a:solidFill>
                          <a:effectLst/>
                          <a:latin typeface="Calibri (Body)"/>
                        </a:rPr>
                        <a:t> </a:t>
                      </a:r>
                      <a:r>
                        <a:rPr lang="en-US" sz="1400" kern="1200" dirty="0" err="1">
                          <a:solidFill>
                            <a:srgbClr val="000000"/>
                          </a:solidFill>
                          <a:effectLst/>
                          <a:latin typeface="Calibri (Body)"/>
                        </a:rPr>
                        <a:t>vụ</a:t>
                      </a:r>
                      <a:r>
                        <a:rPr lang="en-US" sz="1400" kern="1200" dirty="0">
                          <a:solidFill>
                            <a:srgbClr val="000000"/>
                          </a:solidFill>
                          <a:effectLst/>
                          <a:latin typeface="Calibri (Body)"/>
                        </a:rPr>
                        <a:t> ng</a:t>
                      </a:r>
                      <a:r>
                        <a:rPr lang="vi-VN" sz="1400" kern="1200" dirty="0">
                          <a:solidFill>
                            <a:srgbClr val="000000"/>
                          </a:solidFill>
                          <a:effectLst/>
                          <a:latin typeface="Calibri (Body)"/>
                        </a:rPr>
                        <a:t>ư</a:t>
                      </a:r>
                      <a:r>
                        <a:rPr lang="en-US" sz="1400" kern="1200" dirty="0" err="1">
                          <a:solidFill>
                            <a:srgbClr val="000000"/>
                          </a:solidFill>
                          <a:effectLst/>
                          <a:latin typeface="Calibri (Body)"/>
                        </a:rPr>
                        <a:t>ời</a:t>
                      </a:r>
                      <a:r>
                        <a:rPr lang="en-US" sz="1400" kern="1200" dirty="0">
                          <a:solidFill>
                            <a:srgbClr val="000000"/>
                          </a:solidFill>
                          <a:effectLst/>
                          <a:latin typeface="Calibri (Body)"/>
                        </a:rPr>
                        <a:t> </a:t>
                      </a:r>
                      <a:r>
                        <a:rPr lang="vi-VN" sz="1400" kern="1200" dirty="0">
                          <a:solidFill>
                            <a:srgbClr val="000000"/>
                          </a:solidFill>
                          <a:effectLst/>
                          <a:latin typeface="Calibri (Body)"/>
                        </a:rPr>
                        <a:t>dùng</a:t>
                      </a:r>
                      <a:r>
                        <a:rPr lang="en-US" sz="1400" kern="1200" dirty="0">
                          <a:solidFill>
                            <a:srgbClr val="000000"/>
                          </a:solidFill>
                          <a:effectLst/>
                          <a:latin typeface="Calibri (Body)"/>
                        </a:rPr>
                        <a:t> 8/5</a:t>
                      </a:r>
                      <a:endParaRPr lang="en-US" sz="1400" dirty="0">
                        <a:effectLst/>
                        <a:latin typeface="Calibri (Body)"/>
                      </a:endParaRPr>
                    </a:p>
                  </a:txBody>
                  <a:tcPr marL="0" marR="0" marT="0" marB="0" anchor="ctr"/>
                </a:tc>
                <a:extLst>
                  <a:ext uri="{0D108BD9-81ED-4DB2-BD59-A6C34878D82A}">
                    <a16:rowId xmlns:a16="http://schemas.microsoft.com/office/drawing/2014/main" val="477043543"/>
                  </a:ext>
                </a:extLst>
              </a:tr>
              <a:tr h="503029">
                <a:tc>
                  <a:txBody>
                    <a:bodyPr/>
                    <a:lstStyle/>
                    <a:p>
                      <a:pPr marL="0" algn="ctr">
                        <a:buNone/>
                      </a:pPr>
                      <a:r>
                        <a:rPr lang="en-US" sz="1400">
                          <a:solidFill>
                            <a:srgbClr val="000000"/>
                          </a:solidFill>
                          <a:effectLst/>
                          <a:latin typeface="Calibri (Body)"/>
                        </a:rPr>
                        <a:t>2</a:t>
                      </a:r>
                      <a:endParaRPr lang="en-US" sz="1400">
                        <a:effectLst/>
                        <a:latin typeface="Calibri (Body)"/>
                      </a:endParaRPr>
                    </a:p>
                  </a:txBody>
                  <a:tcPr marL="0" marR="0" marT="0" marB="0" anchor="ctr"/>
                </a:tc>
                <a:tc>
                  <a:txBody>
                    <a:bodyPr/>
                    <a:lstStyle/>
                    <a:p>
                      <a:pPr marL="0" marR="0" algn="l" rtl="0">
                        <a:buNone/>
                      </a:pPr>
                      <a:r>
                        <a:rPr lang="en-US" sz="1400">
                          <a:solidFill>
                            <a:srgbClr val="000000"/>
                          </a:solidFill>
                          <a:effectLst/>
                          <a:latin typeface="Calibri (Body)"/>
                        </a:rPr>
                        <a:t>Access Control</a:t>
                      </a:r>
                      <a:endParaRPr lang="en-US" sz="1400">
                        <a:effectLst/>
                        <a:latin typeface="Calibri (Body)"/>
                      </a:endParaRPr>
                    </a:p>
                  </a:txBody>
                  <a:tcPr marL="0" marR="0" marT="0" marB="0" anchor="ctr"/>
                </a:tc>
                <a:tc>
                  <a:txBody>
                    <a:bodyPr/>
                    <a:lstStyle/>
                    <a:p>
                      <a:pPr marL="285750" marR="0" lvl="0" indent="-285750" algn="l">
                        <a:lnSpc>
                          <a:spcPct val="150000"/>
                        </a:lnSpc>
                        <a:buFont typeface="Arial"/>
                        <a:buChar char="•"/>
                      </a:pPr>
                      <a:r>
                        <a:rPr lang="vi-VN" sz="1400" baseline="0" dirty="0">
                          <a:solidFill>
                            <a:srgbClr val="000000"/>
                          </a:solidFill>
                          <a:effectLst/>
                          <a:latin typeface="Calibri (Body)"/>
                        </a:rPr>
                        <a:t>JWT Authentication: User Service cấp Access (24h) &amp; Refresh Token (7 ngày).</a:t>
                      </a:r>
                    </a:p>
                    <a:p>
                      <a:pPr marL="285750" marR="0" lvl="0" indent="-285750" algn="l">
                        <a:lnSpc>
                          <a:spcPct val="150000"/>
                        </a:lnSpc>
                        <a:buFont typeface="Arial"/>
                        <a:buChar char="•"/>
                      </a:pPr>
                      <a:r>
                        <a:rPr lang="vi-VN" sz="1400" baseline="0" dirty="0">
                          <a:solidFill>
                            <a:srgbClr val="000000"/>
                          </a:solidFill>
                          <a:effectLst/>
                          <a:latin typeface="Calibri (Body)"/>
                        </a:rPr>
                        <a:t>Kong Gateway: Validate signature JWT trước khi request vào backend.</a:t>
                      </a:r>
                    </a:p>
                    <a:p>
                      <a:pPr marL="285750" marR="0" lvl="0" indent="-285750" algn="l">
                        <a:lnSpc>
                          <a:spcPct val="150000"/>
                        </a:lnSpc>
                        <a:buFont typeface="Arial"/>
                        <a:buChar char="•"/>
                      </a:pPr>
                      <a:r>
                        <a:rPr lang="vi-VN" sz="1400" baseline="0" dirty="0">
                          <a:solidFill>
                            <a:srgbClr val="000000"/>
                          </a:solidFill>
                          <a:effectLst/>
                          <a:latin typeface="Calibri (Body)"/>
                        </a:rPr>
                        <a:t>RBAC: Phân quyền chi tiết (User, Role, Admin).</a:t>
                      </a:r>
                      <a:endParaRPr lang="en-US" sz="1400" baseline="0" dirty="0">
                        <a:solidFill>
                          <a:srgbClr val="000000"/>
                        </a:solidFill>
                        <a:effectLst/>
                        <a:latin typeface="Calibri (Body)"/>
                      </a:endParaRPr>
                    </a:p>
                    <a:p>
                      <a:pPr marL="285750" marR="0" lvl="0" indent="-285750" algn="l">
                        <a:lnSpc>
                          <a:spcPct val="150000"/>
                        </a:lnSpc>
                        <a:buFont typeface="Arial"/>
                        <a:buChar char="•"/>
                      </a:pPr>
                      <a:endParaRPr lang="en-US" sz="1400" baseline="0" dirty="0">
                        <a:solidFill>
                          <a:srgbClr val="000000"/>
                        </a:solidFill>
                        <a:effectLst/>
                        <a:latin typeface="Calibri (Body)"/>
                      </a:endParaRPr>
                    </a:p>
                  </a:txBody>
                  <a:tcPr marL="0" marR="0" marT="0" marB="0" anchor="ctr"/>
                </a:tc>
                <a:extLst>
                  <a:ext uri="{0D108BD9-81ED-4DB2-BD59-A6C34878D82A}">
                    <a16:rowId xmlns:a16="http://schemas.microsoft.com/office/drawing/2014/main" val="1616108770"/>
                  </a:ext>
                </a:extLst>
              </a:tr>
              <a:tr h="374015">
                <a:tc>
                  <a:txBody>
                    <a:bodyPr/>
                    <a:lstStyle/>
                    <a:p>
                      <a:pPr marL="0" algn="ctr">
                        <a:buNone/>
                      </a:pPr>
                      <a:r>
                        <a:rPr lang="en-US" sz="1400">
                          <a:solidFill>
                            <a:srgbClr val="000000"/>
                          </a:solidFill>
                          <a:effectLst/>
                          <a:latin typeface="Calibri (Body)"/>
                        </a:rPr>
                        <a:t>3</a:t>
                      </a:r>
                      <a:endParaRPr lang="en-US" sz="1400">
                        <a:effectLst/>
                        <a:latin typeface="Calibri (Body)"/>
                      </a:endParaRPr>
                    </a:p>
                  </a:txBody>
                  <a:tcPr marL="0" marR="0" marT="0" marB="0" anchor="ctr"/>
                </a:tc>
                <a:tc>
                  <a:txBody>
                    <a:bodyPr/>
                    <a:lstStyle/>
                    <a:p>
                      <a:pPr marL="0" marR="0" algn="l" rtl="0">
                        <a:buNone/>
                      </a:pPr>
                      <a:r>
                        <a:rPr lang="en-US" sz="1400" dirty="0">
                          <a:solidFill>
                            <a:srgbClr val="000000"/>
                          </a:solidFill>
                          <a:effectLst/>
                          <a:latin typeface="Calibri (Body)"/>
                        </a:rPr>
                        <a:t>Data Security</a:t>
                      </a:r>
                      <a:endParaRPr lang="en-US" sz="1400" dirty="0">
                        <a:effectLst/>
                        <a:latin typeface="Calibri (Body)"/>
                      </a:endParaRPr>
                    </a:p>
                  </a:txBody>
                  <a:tcPr marL="0" marR="0" marT="0" marB="0" anchor="ctr"/>
                </a:tc>
                <a:tc>
                  <a:txBody>
                    <a:bodyPr/>
                    <a:lstStyle/>
                    <a:p>
                      <a:pPr marL="285750" marR="0" indent="-285750" algn="l" rtl="0" eaLnBrk="1" fontAlgn="auto" latinLnBrk="0" hangingPunct="1">
                        <a:buClr>
                          <a:srgbClr val="000000"/>
                        </a:buClr>
                        <a:buSzPts val="1400"/>
                        <a:buFont typeface="Arial" panose="05000000000000000000" pitchFamily="2" charset="2"/>
                        <a:buChar char="•"/>
                      </a:pPr>
                      <a:r>
                        <a:rPr lang="en-US" sz="1400" baseline="0" dirty="0" err="1">
                          <a:solidFill>
                            <a:srgbClr val="000000"/>
                          </a:solidFill>
                          <a:effectLst/>
                          <a:latin typeface="Calibri (Body)"/>
                        </a:rPr>
                        <a:t>Mã</a:t>
                      </a:r>
                      <a:r>
                        <a:rPr lang="en-US" sz="1400" baseline="0" dirty="0">
                          <a:solidFill>
                            <a:srgbClr val="000000"/>
                          </a:solidFill>
                          <a:effectLst/>
                          <a:latin typeface="Calibri (Body)"/>
                        </a:rPr>
                        <a:t> </a:t>
                      </a:r>
                      <a:r>
                        <a:rPr lang="en-US" sz="1400" baseline="0" dirty="0" err="1">
                          <a:solidFill>
                            <a:srgbClr val="000000"/>
                          </a:solidFill>
                          <a:effectLst/>
                          <a:latin typeface="Calibri (Body)"/>
                        </a:rPr>
                        <a:t>hoá</a:t>
                      </a:r>
                      <a:r>
                        <a:rPr lang="en-US" sz="1400" baseline="0" dirty="0">
                          <a:solidFill>
                            <a:srgbClr val="000000"/>
                          </a:solidFill>
                          <a:effectLst/>
                          <a:latin typeface="Calibri (Body)"/>
                        </a:rPr>
                        <a:t> tr</a:t>
                      </a:r>
                      <a:r>
                        <a:rPr lang="vi-VN" sz="1400" baseline="0" dirty="0">
                          <a:solidFill>
                            <a:srgbClr val="000000"/>
                          </a:solidFill>
                          <a:effectLst/>
                          <a:latin typeface="Calibri (Body)"/>
                        </a:rPr>
                        <a:t>ư</a:t>
                      </a:r>
                      <a:r>
                        <a:rPr lang="en-US" sz="1400" baseline="0" dirty="0" err="1">
                          <a:solidFill>
                            <a:srgbClr val="000000"/>
                          </a:solidFill>
                          <a:effectLst/>
                          <a:latin typeface="Calibri (Body)"/>
                        </a:rPr>
                        <a:t>ờng</a:t>
                      </a:r>
                      <a:r>
                        <a:rPr lang="en-US" sz="1400" baseline="0" dirty="0">
                          <a:solidFill>
                            <a:srgbClr val="000000"/>
                          </a:solidFill>
                          <a:effectLst/>
                          <a:latin typeface="Calibri (Body)"/>
                        </a:rPr>
                        <a:t> </a:t>
                      </a:r>
                      <a:r>
                        <a:rPr lang="en-US" sz="1400" baseline="0" dirty="0" err="1">
                          <a:solidFill>
                            <a:srgbClr val="000000"/>
                          </a:solidFill>
                          <a:effectLst/>
                          <a:latin typeface="Calibri (Body)"/>
                        </a:rPr>
                        <a:t>dữ</a:t>
                      </a:r>
                      <a:r>
                        <a:rPr lang="en-US" sz="1400" baseline="0" dirty="0">
                          <a:solidFill>
                            <a:srgbClr val="000000"/>
                          </a:solidFill>
                          <a:effectLst/>
                          <a:latin typeface="Calibri (Body)"/>
                        </a:rPr>
                        <a:t> </a:t>
                      </a:r>
                      <a:r>
                        <a:rPr lang="en-US" sz="1400" baseline="0" dirty="0" err="1">
                          <a:solidFill>
                            <a:srgbClr val="000000"/>
                          </a:solidFill>
                          <a:effectLst/>
                          <a:latin typeface="Calibri (Body)"/>
                        </a:rPr>
                        <a:t>liệu</a:t>
                      </a:r>
                      <a:r>
                        <a:rPr lang="en-US" sz="1400" baseline="0" dirty="0">
                          <a:solidFill>
                            <a:srgbClr val="000000"/>
                          </a:solidFill>
                          <a:effectLst/>
                          <a:latin typeface="Calibri (Body)"/>
                        </a:rPr>
                        <a:t> </a:t>
                      </a:r>
                      <a:r>
                        <a:rPr lang="en-US" sz="1400" baseline="0" dirty="0" err="1">
                          <a:solidFill>
                            <a:srgbClr val="000000"/>
                          </a:solidFill>
                          <a:effectLst/>
                          <a:latin typeface="Calibri (Body)"/>
                        </a:rPr>
                        <a:t>nhạy</a:t>
                      </a:r>
                      <a:r>
                        <a:rPr lang="en-US" sz="1400" baseline="0" dirty="0">
                          <a:solidFill>
                            <a:srgbClr val="000000"/>
                          </a:solidFill>
                          <a:effectLst/>
                          <a:latin typeface="Calibri (Body)"/>
                        </a:rPr>
                        <a:t> </a:t>
                      </a:r>
                      <a:r>
                        <a:rPr lang="en-US" sz="1400" baseline="0" dirty="0" err="1">
                          <a:solidFill>
                            <a:srgbClr val="000000"/>
                          </a:solidFill>
                          <a:effectLst/>
                          <a:latin typeface="Calibri (Body)"/>
                        </a:rPr>
                        <a:t>cảm</a:t>
                      </a:r>
                      <a:r>
                        <a:rPr lang="en-US" sz="1400" baseline="0" dirty="0">
                          <a:solidFill>
                            <a:srgbClr val="000000"/>
                          </a:solidFill>
                          <a:effectLst/>
                          <a:latin typeface="Calibri (Body)"/>
                        </a:rPr>
                        <a:t> </a:t>
                      </a:r>
                      <a:r>
                        <a:rPr lang="en-US" sz="1400" baseline="0" dirty="0" err="1">
                          <a:solidFill>
                            <a:srgbClr val="000000"/>
                          </a:solidFill>
                          <a:effectLst/>
                          <a:latin typeface="Calibri (Body)"/>
                        </a:rPr>
                        <a:t>theo</a:t>
                      </a:r>
                      <a:r>
                        <a:rPr lang="en-US" sz="1400" baseline="0" dirty="0">
                          <a:solidFill>
                            <a:srgbClr val="000000"/>
                          </a:solidFill>
                          <a:effectLst/>
                          <a:latin typeface="Calibri (Body)"/>
                        </a:rPr>
                        <a:t> </a:t>
                      </a:r>
                      <a:r>
                        <a:rPr lang="en-US" sz="1400" baseline="0" dirty="0" err="1">
                          <a:solidFill>
                            <a:srgbClr val="000000"/>
                          </a:solidFill>
                          <a:effectLst/>
                          <a:latin typeface="Calibri (Body)"/>
                        </a:rPr>
                        <a:t>cấu</a:t>
                      </a:r>
                      <a:r>
                        <a:rPr lang="en-US" sz="1400" baseline="0" dirty="0">
                          <a:solidFill>
                            <a:srgbClr val="000000"/>
                          </a:solidFill>
                          <a:effectLst/>
                          <a:latin typeface="Calibri (Body)"/>
                        </a:rPr>
                        <a:t> </a:t>
                      </a:r>
                      <a:r>
                        <a:rPr lang="en-US" sz="1400" baseline="0" dirty="0" err="1">
                          <a:solidFill>
                            <a:srgbClr val="000000"/>
                          </a:solidFill>
                          <a:effectLst/>
                          <a:latin typeface="Calibri (Body)"/>
                        </a:rPr>
                        <a:t>hình</a:t>
                      </a:r>
                      <a:endParaRPr lang="en-US" sz="1400" baseline="0" dirty="0">
                        <a:solidFill>
                          <a:srgbClr val="000000"/>
                        </a:solidFill>
                        <a:effectLst/>
                        <a:latin typeface="Calibri (Body)"/>
                      </a:endParaRPr>
                    </a:p>
                    <a:p>
                      <a:pPr marL="285750" marR="0" indent="-285750" algn="l" rtl="0" eaLnBrk="1" fontAlgn="auto" latinLnBrk="0" hangingPunct="1">
                        <a:buClr>
                          <a:srgbClr val="000000"/>
                        </a:buClr>
                        <a:buSzPts val="1400"/>
                        <a:buFont typeface="Arial" panose="05000000000000000000" pitchFamily="2" charset="2"/>
                        <a:buChar char="•"/>
                      </a:pPr>
                      <a:endParaRPr lang="en-US" sz="1400" dirty="0">
                        <a:effectLst/>
                        <a:latin typeface="Calibri (Body)"/>
                      </a:endParaRPr>
                    </a:p>
                  </a:txBody>
                  <a:tcPr marL="0" marR="0" marT="0" marB="0" anchor="ctr"/>
                </a:tc>
                <a:extLst>
                  <a:ext uri="{0D108BD9-81ED-4DB2-BD59-A6C34878D82A}">
                    <a16:rowId xmlns:a16="http://schemas.microsoft.com/office/drawing/2014/main" val="3667260139"/>
                  </a:ext>
                </a:extLst>
              </a:tr>
            </a:tbl>
          </a:graphicData>
        </a:graphic>
      </p:graphicFrame>
    </p:spTree>
    <p:extLst>
      <p:ext uri="{BB962C8B-B14F-4D97-AF65-F5344CB8AC3E}">
        <p14:creationId xmlns:p14="http://schemas.microsoft.com/office/powerpoint/2010/main" val="554258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Appendix</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66834624"/>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 name="Title Placeholder 7"/>
          <p:cNvSpPr txBox="1">
            <a:spLocks/>
          </p:cNvSpPr>
          <p:nvPr/>
        </p:nvSpPr>
        <p:spPr>
          <a:xfrm>
            <a:off x="673100" y="2650210"/>
            <a:ext cx="10515600" cy="1899456"/>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3000" b="1" i="0" u="none" strike="noStrike" kern="1200" cap="none" spc="0" normalizeH="0" baseline="0" noProof="0">
              <a:ln>
                <a:noFill/>
              </a:ln>
              <a:solidFill>
                <a:srgbClr val="FFB81C"/>
              </a:solidFill>
              <a:effectLst/>
              <a:uLnTx/>
              <a:uFillTx/>
              <a:latin typeface="Calibri" charset="0"/>
              <a:ea typeface="Calibri" charset="0"/>
              <a:cs typeface="Calibri" charset="0"/>
            </a:endParaRPr>
          </a:p>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rPr>
              <a:t>Thank You</a:t>
            </a:r>
          </a:p>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en-US" sz="4800" b="1" i="0" u="none" strike="noStrike" kern="1200" cap="none" spc="0" normalizeH="0" baseline="0" noProof="0">
              <a:ln>
                <a:noFill/>
              </a:ln>
              <a:solidFill>
                <a:prstClr val="white"/>
              </a:solidFill>
              <a:effectLst/>
              <a:uLnTx/>
              <a:uFillTx/>
              <a:latin typeface="Calibri" charset="0"/>
              <a:ea typeface="Calibri" charset="0"/>
              <a:cs typeface="Calibri" charset="0"/>
            </a:endParaRPr>
          </a:p>
        </p:txBody>
      </p:sp>
      <p:sp>
        <p:nvSpPr>
          <p:cNvPr id="6" name="Title Placeholder 7"/>
          <p:cNvSpPr txBox="1">
            <a:spLocks/>
          </p:cNvSpPr>
          <p:nvPr/>
        </p:nvSpPr>
        <p:spPr>
          <a:xfrm>
            <a:off x="673100" y="6219825"/>
            <a:ext cx="10515600" cy="3984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800" b="1" i="0" kern="1200">
                <a:solidFill>
                  <a:schemeClr val="bg1"/>
                </a:solidFill>
                <a:latin typeface="Calibri" charset="0"/>
                <a:ea typeface="Calibri" charset="0"/>
                <a:cs typeface="Calibri"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2000" b="1" i="0" u="none" strike="noStrike" kern="1200" cap="none" spc="0" normalizeH="0" baseline="0" noProof="0">
              <a:ln>
                <a:noFill/>
              </a:ln>
              <a:solidFill>
                <a:prstClr val="white"/>
              </a:solidFill>
              <a:effectLst/>
              <a:uLnTx/>
              <a:uFillTx/>
              <a:latin typeface="Calibri" charset="0"/>
              <a:cs typeface="Calibri" charset="0"/>
            </a:endParaRPr>
          </a:p>
        </p:txBody>
      </p:sp>
      <p:sp>
        <p:nvSpPr>
          <p:cNvPr id="8" name="Slide Number Placeholder 7"/>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5AEFDB-77E9-6F49-A567-61A20237CD01}"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75680228"/>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3.xml><?xml version="1.0" encoding="utf-8"?>
<p:tagLst xmlns:a="http://schemas.openxmlformats.org/drawingml/2006/main" xmlns:r="http://schemas.openxmlformats.org/officeDocument/2006/relationships" xmlns:p="http://schemas.openxmlformats.org/presentationml/2006/main">
  <p:tag name="SHAPENAME" val="3. Subtitle"/>
</p:tagLst>
</file>

<file path=ppt/tags/tag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xml><?xml version="1.0" encoding="utf-8"?>
<p:tagLst xmlns:a="http://schemas.openxmlformats.org/drawingml/2006/main" xmlns:r="http://schemas.openxmlformats.org/officeDocument/2006/relationships" xmlns:p="http://schemas.openxmlformats.org/presentationml/2006/main">
  <p:tag name="SHAPENAME" val="5. Source"/>
</p:tagLst>
</file>

<file path=ppt/tags/tag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xml><?xml version="1.0" encoding="utf-8"?>
<p:tagLst xmlns:a="http://schemas.openxmlformats.org/drawingml/2006/main" xmlns:r="http://schemas.openxmlformats.org/officeDocument/2006/relationships" xmlns:p="http://schemas.openxmlformats.org/presentationml/2006/main">
  <p:tag name="SHAPENAME" val="5. Source"/>
</p:tagLst>
</file>

<file path=ppt/tags/tag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6.xml><?xml version="1.0" encoding="utf-8"?>
<p:tagLst xmlns:a="http://schemas.openxmlformats.org/drawingml/2006/main" xmlns:r="http://schemas.openxmlformats.org/officeDocument/2006/relationships" xmlns:p="http://schemas.openxmlformats.org/presentationml/2006/main">
  <p:tag name="SHAPENAME" val="4. Footnote"/>
</p:tagLst>
</file>

<file path=ppt/tags/tag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xml><?xml version="1.0" encoding="utf-8"?>
<p:tagLst xmlns:a="http://schemas.openxmlformats.org/drawingml/2006/main" xmlns:r="http://schemas.openxmlformats.org/officeDocument/2006/relationships" xmlns:p="http://schemas.openxmlformats.org/presentationml/2006/main">
  <p:tag name="NAME" val="ACET"/>
</p:tagLst>
</file>

<file path=ppt/tags/tag19.xml><?xml version="1.0" encoding="utf-8"?>
<p:tagLst xmlns:a="http://schemas.openxmlformats.org/drawingml/2006/main" xmlns:r="http://schemas.openxmlformats.org/officeDocument/2006/relationships" xmlns:p="http://schemas.openxmlformats.org/presentationml/2006/main">
  <p:tag name="NAME" val="Moon"/>
</p:tagLst>
</file>

<file path=ppt/tags/tag20.xml><?xml version="1.0" encoding="utf-8"?>
<p:tagLst xmlns:a="http://schemas.openxmlformats.org/drawingml/2006/main" xmlns:r="http://schemas.openxmlformats.org/officeDocument/2006/relationships" xmlns:p="http://schemas.openxmlformats.org/presentationml/2006/main">
  <p:tag name="NAME" val="Moon"/>
</p:tagLst>
</file>

<file path=ppt/tags/tag21.xml><?xml version="1.0" encoding="utf-8"?>
<p:tagLst xmlns:a="http://schemas.openxmlformats.org/drawingml/2006/main" xmlns:r="http://schemas.openxmlformats.org/officeDocument/2006/relationships" xmlns:p="http://schemas.openxmlformats.org/presentationml/2006/main">
  <p:tag name="NAME" val="Moon"/>
</p:tagLst>
</file>

<file path=ppt/tags/tag22.xml><?xml version="1.0" encoding="utf-8"?>
<p:tagLst xmlns:a="http://schemas.openxmlformats.org/drawingml/2006/main" xmlns:r="http://schemas.openxmlformats.org/officeDocument/2006/relationships" xmlns:p="http://schemas.openxmlformats.org/presentationml/2006/main">
  <p:tag name="NAME" val="Moon"/>
</p:tagLst>
</file>

<file path=ppt/tags/tag23.xml><?xml version="1.0" encoding="utf-8"?>
<p:tagLst xmlns:a="http://schemas.openxmlformats.org/drawingml/2006/main" xmlns:r="http://schemas.openxmlformats.org/officeDocument/2006/relationships" xmlns:p="http://schemas.openxmlformats.org/presentationml/2006/main">
  <p:tag name="NAME" val="Moon"/>
</p:tagLst>
</file>

<file path=ppt/tags/tag24.xml><?xml version="1.0" encoding="utf-8"?>
<p:tagLst xmlns:a="http://schemas.openxmlformats.org/drawingml/2006/main" xmlns:r="http://schemas.openxmlformats.org/officeDocument/2006/relationships" xmlns:p="http://schemas.openxmlformats.org/presentationml/2006/main">
  <p:tag name="ANGLE" val="5"/>
</p:tagLst>
</file>

<file path=ppt/tags/tag25.xml><?xml version="1.0" encoding="utf-8"?>
<p:tagLst xmlns:a="http://schemas.openxmlformats.org/drawingml/2006/main" xmlns:r="http://schemas.openxmlformats.org/officeDocument/2006/relationships" xmlns:p="http://schemas.openxmlformats.org/presentationml/2006/main">
  <p:tag name="ANGLE" val="5"/>
</p:tagLst>
</file>

<file path=ppt/tags/tag26.xml><?xml version="1.0" encoding="utf-8"?>
<p:tagLst xmlns:a="http://schemas.openxmlformats.org/drawingml/2006/main" xmlns:r="http://schemas.openxmlformats.org/officeDocument/2006/relationships" xmlns:p="http://schemas.openxmlformats.org/presentationml/2006/main">
  <p:tag name="ANGLE" val="4"/>
</p:tagLst>
</file>

<file path=ppt/tags/tag27.xml><?xml version="1.0" encoding="utf-8"?>
<p:tagLst xmlns:a="http://schemas.openxmlformats.org/drawingml/2006/main" xmlns:r="http://schemas.openxmlformats.org/officeDocument/2006/relationships" xmlns:p="http://schemas.openxmlformats.org/presentationml/2006/main">
  <p:tag name="ANGLE" val="4"/>
</p:tagLst>
</file>

<file path=ppt/tags/tag28.xml><?xml version="1.0" encoding="utf-8"?>
<p:tagLst xmlns:a="http://schemas.openxmlformats.org/drawingml/2006/main" xmlns:r="http://schemas.openxmlformats.org/officeDocument/2006/relationships" xmlns:p="http://schemas.openxmlformats.org/presentationml/2006/main">
  <p:tag name="ANGLE" val="3"/>
</p:tagLst>
</file>

<file path=ppt/tags/tag29.xml><?xml version="1.0" encoding="utf-8"?>
<p:tagLst xmlns:a="http://schemas.openxmlformats.org/drawingml/2006/main" xmlns:r="http://schemas.openxmlformats.org/officeDocument/2006/relationships" xmlns:p="http://schemas.openxmlformats.org/presentationml/2006/main">
  <p:tag name="ANGLE" val="3"/>
</p:tagLst>
</file>

<file path=ppt/tags/tag30.xml><?xml version="1.0" encoding="utf-8"?>
<p:tagLst xmlns:a="http://schemas.openxmlformats.org/drawingml/2006/main" xmlns:r="http://schemas.openxmlformats.org/officeDocument/2006/relationships" xmlns:p="http://schemas.openxmlformats.org/presentationml/2006/main">
  <p:tag name="ANGLE" val="2"/>
</p:tagLst>
</file>

<file path=ppt/tags/tag31.xml><?xml version="1.0" encoding="utf-8"?>
<p:tagLst xmlns:a="http://schemas.openxmlformats.org/drawingml/2006/main" xmlns:r="http://schemas.openxmlformats.org/officeDocument/2006/relationships" xmlns:p="http://schemas.openxmlformats.org/presentationml/2006/main">
  <p:tag name="ANGLE" val="2"/>
</p:tagLst>
</file>

<file path=ppt/tags/tag32.xml><?xml version="1.0" encoding="utf-8"?>
<p:tagLst xmlns:a="http://schemas.openxmlformats.org/drawingml/2006/main" xmlns:r="http://schemas.openxmlformats.org/officeDocument/2006/relationships" xmlns:p="http://schemas.openxmlformats.org/presentationml/2006/main">
  <p:tag name="ANGLE" val="1"/>
</p:tagLst>
</file>

<file path=ppt/tags/tag33.xml><?xml version="1.0" encoding="utf-8"?>
<p:tagLst xmlns:a="http://schemas.openxmlformats.org/drawingml/2006/main" xmlns:r="http://schemas.openxmlformats.org/officeDocument/2006/relationships" xmlns:p="http://schemas.openxmlformats.org/presentationml/2006/main">
  <p:tag name="ANGLE" val="1"/>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7.xml><?xml version="1.0" encoding="utf-8"?>
<p:tagLst xmlns:a="http://schemas.openxmlformats.org/drawingml/2006/main" xmlns:r="http://schemas.openxmlformats.org/officeDocument/2006/relationships" xmlns:p="http://schemas.openxmlformats.org/presentationml/2006/main">
  <p:tag name="SHAPENAME" val="Subtitle"/>
</p:tagLst>
</file>

<file path=ppt/tags/tag38.xml><?xml version="1.0" encoding="utf-8"?>
<p:tagLst xmlns:a="http://schemas.openxmlformats.org/drawingml/2006/main" xmlns:r="http://schemas.openxmlformats.org/officeDocument/2006/relationships" xmlns:p="http://schemas.openxmlformats.org/presentationml/2006/main">
  <p:tag name="SHAPENAME" val="Titl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41.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2.xml><?xml version="1.0" encoding="utf-8"?>
<p:tagLst xmlns:a="http://schemas.openxmlformats.org/drawingml/2006/main" xmlns:r="http://schemas.openxmlformats.org/officeDocument/2006/relationships" xmlns:p="http://schemas.openxmlformats.org/presentationml/2006/main">
  <p:tag name="SHAPENAME" val="Subtitle"/>
</p:tagLst>
</file>

<file path=ppt/tags/tag43.xml><?xml version="1.0" encoding="utf-8"?>
<p:tagLst xmlns:a="http://schemas.openxmlformats.org/drawingml/2006/main" xmlns:r="http://schemas.openxmlformats.org/officeDocument/2006/relationships" xmlns:p="http://schemas.openxmlformats.org/presentationml/2006/main">
  <p:tag name="SHAPENAME" val="Titl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4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7.xml><?xml version="1.0" encoding="utf-8"?>
<p:tagLst xmlns:a="http://schemas.openxmlformats.org/drawingml/2006/main" xmlns:r="http://schemas.openxmlformats.org/officeDocument/2006/relationships" xmlns:p="http://schemas.openxmlformats.org/presentationml/2006/main">
  <p:tag name="SHAPENAME" val="Subtitle"/>
</p:tagLst>
</file>

<file path=ppt/tags/tag48.xml><?xml version="1.0" encoding="utf-8"?>
<p:tagLst xmlns:a="http://schemas.openxmlformats.org/drawingml/2006/main" xmlns:r="http://schemas.openxmlformats.org/officeDocument/2006/relationships" xmlns:p="http://schemas.openxmlformats.org/presentationml/2006/main">
  <p:tag name="SHAPENAME" val="Titl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1.xml><?xml version="1.0" encoding="utf-8"?>
<p:tagLst xmlns:a="http://schemas.openxmlformats.org/drawingml/2006/main" xmlns:r="http://schemas.openxmlformats.org/officeDocument/2006/relationships" xmlns:p="http://schemas.openxmlformats.org/presentationml/2006/main">
  <p:tag name="SHAPENAME" val="3. Subtitle"/>
</p:tagLst>
</file>

<file path=ppt/tags/tag5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58.xml><?xml version="1.0" encoding="utf-8"?>
<p:tagLst xmlns:a="http://schemas.openxmlformats.org/drawingml/2006/main" xmlns:r="http://schemas.openxmlformats.org/officeDocument/2006/relationships" xmlns:p="http://schemas.openxmlformats.org/presentationml/2006/main">
  <p:tag name="SHAPENAME" val="3. Subtitle"/>
</p:tagLst>
</file>

<file path=ppt/tags/tag5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0.xml><?xml version="1.0" encoding="utf-8"?>
<p:tagLst xmlns:a="http://schemas.openxmlformats.org/drawingml/2006/main" xmlns:r="http://schemas.openxmlformats.org/officeDocument/2006/relationships" xmlns:p="http://schemas.openxmlformats.org/presentationml/2006/main">
  <p:tag name="SHAPENAME" val="5. Source"/>
</p:tagLst>
</file>

<file path=ppt/tags/tag6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3.xml><?xml version="1.0" encoding="utf-8"?>
<p:tagLst xmlns:a="http://schemas.openxmlformats.org/drawingml/2006/main" xmlns:r="http://schemas.openxmlformats.org/officeDocument/2006/relationships" xmlns:p="http://schemas.openxmlformats.org/presentationml/2006/main">
  <p:tag name="SHAPENAME" val="5. Source"/>
</p:tagLst>
</file>

<file path=ppt/tags/tag7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9.xml><?xml version="1.0" encoding="utf-8"?>
<p:tagLst xmlns:a="http://schemas.openxmlformats.org/drawingml/2006/main" xmlns:r="http://schemas.openxmlformats.org/officeDocument/2006/relationships" xmlns:p="http://schemas.openxmlformats.org/presentationml/2006/main">
  <p:tag name="SHAPENAME" val="5. Source"/>
</p:tagLst>
</file>

<file path=ppt/tags/tag8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8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8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6.xml><?xml version="1.0" encoding="utf-8"?>
<p:tagLst xmlns:a="http://schemas.openxmlformats.org/drawingml/2006/main" xmlns:r="http://schemas.openxmlformats.org/officeDocument/2006/relationships" xmlns:p="http://schemas.openxmlformats.org/presentationml/2006/main">
  <p:tag name="SHAPENAME" val="5. Source"/>
</p:tagLst>
</file>

<file path=ppt/tags/tag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9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xml><?xml version="1.0" encoding="utf-8"?>
<p:tagLst xmlns:a="http://schemas.openxmlformats.org/drawingml/2006/main" xmlns:r="http://schemas.openxmlformats.org/officeDocument/2006/relationships" xmlns:p="http://schemas.openxmlformats.org/presentationml/2006/main">
  <p:tag name="SHAPENAME" val="3. Subtitle"/>
</p:tagLst>
</file>

<file path=ppt/tags/tag94.xml><?xml version="1.0" encoding="utf-8"?>
<p:tagLst xmlns:a="http://schemas.openxmlformats.org/drawingml/2006/main" xmlns:r="http://schemas.openxmlformats.org/officeDocument/2006/relationships" xmlns:p="http://schemas.openxmlformats.org/presentationml/2006/main">
  <p:tag name="SHAPENAME" val="5. Sourc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2.xml><?xml version="1.0" encoding="utf-8"?>
<p:tagLst xmlns:a="http://schemas.openxmlformats.org/drawingml/2006/main" xmlns:r="http://schemas.openxmlformats.org/officeDocument/2006/relationships" xmlns:p="http://schemas.openxmlformats.org/presentationml/2006/main">
  <p:tag name="SHAPENAME" val="5. Source"/>
</p:tagLst>
</file>

<file path=ppt/tags/tag10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10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0.xml><?xml version="1.0" encoding="utf-8"?>
<p:tagLst xmlns:a="http://schemas.openxmlformats.org/drawingml/2006/main" xmlns:r="http://schemas.openxmlformats.org/officeDocument/2006/relationships" xmlns:p="http://schemas.openxmlformats.org/presentationml/2006/main">
  <p:tag name="SHAPENAME" val="5. Source"/>
</p:tagLst>
</file>

<file path=ppt/tags/tag1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11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8.xml><?xml version="1.0" encoding="utf-8"?>
<p:tagLst xmlns:a="http://schemas.openxmlformats.org/drawingml/2006/main" xmlns:r="http://schemas.openxmlformats.org/officeDocument/2006/relationships" xmlns:p="http://schemas.openxmlformats.org/presentationml/2006/main">
  <p:tag name="SHAPENAME" val="5. Source"/>
</p:tagLst>
</file>

<file path=ppt/tags/tag11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2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6.xml><?xml version="1.0" encoding="utf-8"?>
<p:tagLst xmlns:a="http://schemas.openxmlformats.org/drawingml/2006/main" xmlns:r="http://schemas.openxmlformats.org/officeDocument/2006/relationships" xmlns:p="http://schemas.openxmlformats.org/presentationml/2006/main">
  <p:tag name="SHAPENAME" val="5. Source"/>
</p:tagLst>
</file>

<file path=ppt/tags/tag12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3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2.xml><?xml version="1.0" encoding="utf-8"?>
<p:tagLst xmlns:a="http://schemas.openxmlformats.org/drawingml/2006/main" xmlns:r="http://schemas.openxmlformats.org/officeDocument/2006/relationships" xmlns:p="http://schemas.openxmlformats.org/presentationml/2006/main">
  <p:tag name="SHAPENAME" val="5. Source"/>
</p:tagLst>
</file>

<file path=ppt/tags/tag1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36.xml><?xml version="1.0" encoding="utf-8"?>
<p:tagLst xmlns:a="http://schemas.openxmlformats.org/drawingml/2006/main" xmlns:r="http://schemas.openxmlformats.org/officeDocument/2006/relationships" xmlns:p="http://schemas.openxmlformats.org/presentationml/2006/main">
  <p:tag name="SHAPENAME" val="5. Source"/>
</p:tagLst>
</file>

<file path=ppt/tags/tag1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SHAPENAME" val="5. Sourc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5.xml><?xml version="1.0" encoding="utf-8"?>
<p:tagLst xmlns:a="http://schemas.openxmlformats.org/drawingml/2006/main" xmlns:r="http://schemas.openxmlformats.org/officeDocument/2006/relationships" xmlns:p="http://schemas.openxmlformats.org/presentationml/2006/main">
  <p:tag name="SHAPENAME" val="5. Source"/>
</p:tagLst>
</file>

<file path=ppt/tags/tag1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2DWhDmC1QbRmt16_uxlW7g"/>
</p:tagLst>
</file>

<file path=ppt/tags/tag149.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3.xml><?xml version="1.0" encoding="utf-8"?>
<p:tagLst xmlns:a="http://schemas.openxmlformats.org/drawingml/2006/main" xmlns:r="http://schemas.openxmlformats.org/officeDocument/2006/relationships" xmlns:p="http://schemas.openxmlformats.org/presentationml/2006/main">
  <p:tag name="SHAPENAME" val="5. Sourc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BgETb3D.HcKF_v3xSvBqjg"/>
</p:tagLst>
</file>

<file path=ppt/tags/tag15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5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9.xml><?xml version="1.0" encoding="utf-8"?>
<p:tagLst xmlns:a="http://schemas.openxmlformats.org/drawingml/2006/main" xmlns:r="http://schemas.openxmlformats.org/officeDocument/2006/relationships" xmlns:p="http://schemas.openxmlformats.org/presentationml/2006/main">
  <p:tag name="SHAPENAME" val="5. Source"/>
</p:tagLst>
</file>

<file path=ppt/tags/tag16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JvgJTIPPebpo6irFSQqHlA"/>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8.xml><?xml version="1.0" encoding="utf-8"?>
<p:tagLst xmlns:a="http://schemas.openxmlformats.org/drawingml/2006/main" xmlns:r="http://schemas.openxmlformats.org/officeDocument/2006/relationships" xmlns:p="http://schemas.openxmlformats.org/presentationml/2006/main">
  <p:tag name="SHAPENAME" val="5. Source"/>
</p:tagLst>
</file>

<file path=ppt/tags/tag1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SHAPENAME" val="2. Slide Title"/>
</p:tagLst>
</file>

<file path=ppt/theme/theme1.xml><?xml version="1.0" encoding="utf-8"?>
<a:theme xmlns:a="http://schemas.openxmlformats.org/drawingml/2006/main" name="1_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Scheme1">
      <a:dk1>
        <a:srgbClr val="000000"/>
      </a:dk1>
      <a:lt1>
        <a:srgbClr val="FFFFFF"/>
      </a:lt1>
      <a:dk2>
        <a:srgbClr val="FFFFFF"/>
      </a:dk2>
      <a:lt2>
        <a:srgbClr val="FFFFFF"/>
      </a:lt2>
      <a:accent1>
        <a:srgbClr val="E84C22"/>
      </a:accent1>
      <a:accent2>
        <a:srgbClr val="FFBD47"/>
      </a:accent2>
      <a:accent3>
        <a:srgbClr val="B64926"/>
      </a:accent3>
      <a:accent4>
        <a:srgbClr val="FF8427"/>
      </a:accent4>
      <a:accent5>
        <a:srgbClr val="B22600"/>
      </a:accent5>
      <a:accent6>
        <a:srgbClr val="CC9900"/>
      </a:accent6>
      <a:hlink>
        <a:srgbClr val="0000FF"/>
      </a:hlink>
      <a:folHlink>
        <a:srgbClr val="800080"/>
      </a:folHlink>
    </a:clrScheme>
    <a:fontScheme name="Custom">
      <a:majorFont>
        <a:latin typeface="Arial"/>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000000"/>
        </a:dk1>
        <a:lt1>
          <a:srgbClr val="FFFFFF"/>
        </a:lt1>
        <a:dk2>
          <a:srgbClr val="FFFFFF"/>
        </a:dk2>
        <a:lt2>
          <a:srgbClr val="FFFFFF"/>
        </a:lt2>
        <a:accent1>
          <a:srgbClr val="E84C22"/>
        </a:accent1>
        <a:accent2>
          <a:srgbClr val="FFBD47"/>
        </a:accent2>
        <a:accent3>
          <a:srgbClr val="B64926"/>
        </a:accent3>
        <a:accent4>
          <a:srgbClr val="FF8427"/>
        </a:accent4>
        <a:accent5>
          <a:srgbClr val="B22600"/>
        </a:accent5>
        <a:accent6>
          <a:srgbClr val="CC990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 name="Custom Color6">
      <a:srgbClr val="505046"/>
    </a:custClr>
    <a:custClr name="Custom Color7">
      <a:srgbClr val="EEECE1"/>
    </a:custClr>
  </a:custClrLst>
  <a:extLst>
    <a:ext uri="{05A4C25C-085E-4340-85A3-A5531E510DB2}">
      <thm15:themeFamily xmlns:thm15="http://schemas.microsoft.com/office/thememl/2012/main" name="HN0280_OFF_v2.potx" id="{E59590D3-4A92-481B-85BC-588C90199318}" vid="{9FF13323-8FE1-475C-AAD5-F59011BC78D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DA">
    <a:dk1>
      <a:srgbClr val="000000"/>
    </a:dk1>
    <a:lt1>
      <a:srgbClr val="FFFFFF"/>
    </a:lt1>
    <a:dk2>
      <a:srgbClr val="0B5DAC"/>
    </a:dk2>
    <a:lt2>
      <a:srgbClr val="E6E6E6"/>
    </a:lt2>
    <a:accent1>
      <a:srgbClr val="008FD5"/>
    </a:accent1>
    <a:accent2>
      <a:srgbClr val="139CFF"/>
    </a:accent2>
    <a:accent3>
      <a:srgbClr val="0B5DAC"/>
    </a:accent3>
    <a:accent4>
      <a:srgbClr val="6E6E6E"/>
    </a:accent4>
    <a:accent5>
      <a:srgbClr val="8C8C8C"/>
    </a:accent5>
    <a:accent6>
      <a:srgbClr val="505050"/>
    </a:accent6>
    <a:hlink>
      <a:srgbClr val="008FD5"/>
    </a:hlink>
    <a:folHlink>
      <a:srgbClr val="6E6E6E"/>
    </a:folHlink>
  </a:clrScheme>
</a:themeOverride>
</file>

<file path=ppt/theme/themeOverride2.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3.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4.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ppt/theme/themeOverride5.xml><?xml version="1.0" encoding="utf-8"?>
<a:themeOverride xmlns:a="http://schemas.openxmlformats.org/drawingml/2006/main">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d99faa5-1ec0-48ac-9a9d-f31792ac7cb8">
      <Terms xmlns="http://schemas.microsoft.com/office/infopath/2007/PartnerControls"/>
    </lcf76f155ced4ddcb4097134ff3c332f>
    <TaxCatchAll xmlns="7df24817-ab1d-4ab0-910f-2dce16cfc2e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FEA11C03CA70545B9A1ED5C361E1168" ma:contentTypeVersion="13" ma:contentTypeDescription="Create a new document." ma:contentTypeScope="" ma:versionID="e1f303b77f5e0ead8d73ba77827871c3">
  <xsd:schema xmlns:xsd="http://www.w3.org/2001/XMLSchema" xmlns:xs="http://www.w3.org/2001/XMLSchema" xmlns:p="http://schemas.microsoft.com/office/2006/metadata/properties" xmlns:ns1="http://schemas.microsoft.com/sharepoint/v3" xmlns:ns2="1d99faa5-1ec0-48ac-9a9d-f31792ac7cb8" xmlns:ns3="7df24817-ab1d-4ab0-910f-2dce16cfc2e0" targetNamespace="http://schemas.microsoft.com/office/2006/metadata/properties" ma:root="true" ma:fieldsID="35bdae46ed1306af5b40d4c0d7fffe70" ns1:_="" ns2:_="" ns3:_="">
    <xsd:import namespace="http://schemas.microsoft.com/sharepoint/v3"/>
    <xsd:import namespace="1d99faa5-1ec0-48ac-9a9d-f31792ac7cb8"/>
    <xsd:import namespace="7df24817-ab1d-4ab0-910f-2dce16cfc2e0"/>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d99faa5-1ec0-48ac-9a9d-f31792ac7cb8"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a6a986a6-5f44-4353-a687-c857d574072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df24817-ab1d-4ab0-910f-2dce16cfc2e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02ad324-e714-48af-9614-e71296737b83}" ma:internalName="TaxCatchAll" ma:showField="CatchAllData" ma:web="7df24817-ab1d-4ab0-910f-2dce16cfc2e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D71806-9F0F-4F13-8771-B1F56D9E13DB}">
  <ds:schemaRefs>
    <ds:schemaRef ds:uri="1d99faa5-1ec0-48ac-9a9d-f31792ac7cb8"/>
    <ds:schemaRef ds:uri="http://schemas.openxmlformats.org/package/2006/metadata/core-properties"/>
    <ds:schemaRef ds:uri="http://schemas.microsoft.com/office/infopath/2007/PartnerControls"/>
    <ds:schemaRef ds:uri="http://www.w3.org/XML/1998/namespace"/>
    <ds:schemaRef ds:uri="http://schemas.microsoft.com/office/2006/documentManagement/types"/>
    <ds:schemaRef ds:uri="http://purl.org/dc/terms/"/>
    <ds:schemaRef ds:uri="http://schemas.microsoft.com/office/2006/metadata/properties"/>
    <ds:schemaRef ds:uri="http://purl.org/dc/dcmitype/"/>
    <ds:schemaRef ds:uri="7df24817-ab1d-4ab0-910f-2dce16cfc2e0"/>
    <ds:schemaRef ds:uri="http://schemas.microsoft.com/sharepoint/v3"/>
    <ds:schemaRef ds:uri="http://purl.org/dc/elements/1.1/"/>
  </ds:schemaRefs>
</ds:datastoreItem>
</file>

<file path=customXml/itemProps2.xml><?xml version="1.0" encoding="utf-8"?>
<ds:datastoreItem xmlns:ds="http://schemas.openxmlformats.org/officeDocument/2006/customXml" ds:itemID="{F2913B53-9679-43FD-9E79-9E15F54586E4}">
  <ds:schemaRefs>
    <ds:schemaRef ds:uri="1d99faa5-1ec0-48ac-9a9d-f31792ac7cb8"/>
    <ds:schemaRef ds:uri="7df24817-ab1d-4ab0-910f-2dce16cfc2e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B8C060-DEB8-4FAE-B93A-D72A2E57FE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20476</TotalTime>
  <Words>3837</Words>
  <Application>Microsoft Office PowerPoint</Application>
  <PresentationFormat>Widescreen</PresentationFormat>
  <Paragraphs>510</Paragraphs>
  <Slides>25</Slides>
  <Notes>22</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43" baseType="lpstr">
      <vt:lpstr>Arial</vt:lpstr>
      <vt:lpstr>Calibri</vt:lpstr>
      <vt:lpstr>Calibri (Body)</vt:lpstr>
      <vt:lpstr>Calibri Light</vt:lpstr>
      <vt:lpstr>Courier New</vt:lpstr>
      <vt:lpstr>Courier New,monospace</vt:lpstr>
      <vt:lpstr>Open Sans</vt:lpstr>
      <vt:lpstr>Open Sans Medium</vt:lpstr>
      <vt:lpstr>Open Sans SemiBold</vt:lpstr>
      <vt:lpstr>Roboto</vt:lpstr>
      <vt:lpstr>Roboto SemiBold</vt:lpstr>
      <vt:lpstr>Segoe UI</vt:lpstr>
      <vt:lpstr>Times New Roman</vt:lpstr>
      <vt:lpstr>Wingdings</vt:lpstr>
      <vt:lpstr>Wingdings 2</vt:lpstr>
      <vt:lpstr>1_Office Theme</vt:lpstr>
      <vt:lpstr>White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Yêu cầu phi chức năng</vt:lpstr>
      <vt:lpstr>Biz Cap</vt:lpstr>
      <vt:lpstr>Kế hoạch triển khai</vt:lpstr>
      <vt:lpstr>PowerPoint Presentation</vt:lpstr>
      <vt:lpstr>PowerPoint Presentation</vt:lpstr>
      <vt:lpstr>Application Architecture</vt:lpstr>
      <vt:lpstr>Giải pháp upload file dung lượng lớn</vt:lpstr>
      <vt:lpstr>Back-end Services &amp; Jobs</vt:lpstr>
      <vt:lpstr>Database &amp; Storage layer</vt:lpstr>
      <vt:lpstr>Integration Architecture</vt:lpstr>
      <vt:lpstr>Sequence digram – luồng upload files không phê duyệt</vt:lpstr>
      <vt:lpstr>Sequence digram – luồng upload files có phê duyệt</vt:lpstr>
      <vt:lpstr>Deployment Architecture</vt:lpstr>
      <vt:lpstr>Tech stack</vt:lpstr>
      <vt:lpstr>Mô tả thay đổi các hệ thống</vt:lpstr>
      <vt:lpstr>Security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vietda2@msb.com.vn</dc:creator>
  <cp:lastModifiedBy>Administrator</cp:lastModifiedBy>
  <cp:revision>692</cp:revision>
  <dcterms:created xsi:type="dcterms:W3CDTF">2019-12-04T02:29:14Z</dcterms:created>
  <dcterms:modified xsi:type="dcterms:W3CDTF">2026-04-08T15:52:45Z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0x0101007FEA11C03CA70545B9A1ED5C361E1168</vt:lpwstr>
  </property>
  <property fmtid="{D5CDD505-2E9C-101B-9397-08002B2CF9AE}" pid="3" name="MediaServiceImageTags">
    <vt:lpwstr/>
  </property>
</Properties>
</file>